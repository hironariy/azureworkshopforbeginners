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62" r:id="rId3"/>
    <p:sldId id="257" r:id="rId4"/>
    <p:sldId id="2076138975" r:id="rId5"/>
    <p:sldId id="2076139038" r:id="rId6"/>
    <p:sldId id="260" r:id="rId7"/>
    <p:sldId id="2076139035" r:id="rId8"/>
    <p:sldId id="2076139036" r:id="rId9"/>
    <p:sldId id="2076139037" r:id="rId10"/>
    <p:sldId id="2076139040" r:id="rId11"/>
    <p:sldId id="2076139041" r:id="rId12"/>
    <p:sldId id="2076139042" r:id="rId13"/>
    <p:sldId id="2076139043" r:id="rId14"/>
    <p:sldId id="2076139044" r:id="rId15"/>
    <p:sldId id="2076139045" r:id="rId16"/>
    <p:sldId id="2076139046" r:id="rId17"/>
    <p:sldId id="2076139047" r:id="rId18"/>
    <p:sldId id="2076139048" r:id="rId19"/>
    <p:sldId id="2076139030" r:id="rId20"/>
    <p:sldId id="2076139049" r:id="rId21"/>
    <p:sldId id="2076139050" r:id="rId22"/>
    <p:sldId id="2076139051" r:id="rId23"/>
    <p:sldId id="2076139052" r:id="rId24"/>
    <p:sldId id="2076139053" r:id="rId25"/>
    <p:sldId id="2076139054" r:id="rId26"/>
    <p:sldId id="2076139055" r:id="rId27"/>
    <p:sldId id="2076139034" r:id="rId28"/>
    <p:sldId id="2076139002" r:id="rId29"/>
    <p:sldId id="2076139056" r:id="rId30"/>
    <p:sldId id="2076139057" r:id="rId31"/>
    <p:sldId id="2076139058" r:id="rId32"/>
    <p:sldId id="2076139059" r:id="rId33"/>
    <p:sldId id="2076139060" r:id="rId34"/>
    <p:sldId id="2076139061" r:id="rId35"/>
    <p:sldId id="2076139063" r:id="rId36"/>
    <p:sldId id="2076139066" r:id="rId37"/>
    <p:sldId id="2076139062" r:id="rId38"/>
    <p:sldId id="2076139067" r:id="rId39"/>
    <p:sldId id="2076139068" r:id="rId40"/>
    <p:sldId id="2076139069" r:id="rId41"/>
    <p:sldId id="2076139070" r:id="rId42"/>
    <p:sldId id="2076139071" r:id="rId43"/>
    <p:sldId id="2076139072" r:id="rId44"/>
    <p:sldId id="2076139073" r:id="rId45"/>
    <p:sldId id="2076139074" r:id="rId46"/>
    <p:sldId id="2076139075" r:id="rId47"/>
    <p:sldId id="2076139076" r:id="rId48"/>
    <p:sldId id="2076139077" r:id="rId49"/>
    <p:sldId id="2076139078" r:id="rId50"/>
    <p:sldId id="2076139079" r:id="rId5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1" id="{B8EAF6B5-498F-D04D-A0FC-6F269AF9709F}">
          <p14:sldIdLst>
            <p14:sldId id="2076138975"/>
            <p14:sldId id="2076139038"/>
            <p14:sldId id="260"/>
            <p14:sldId id="2076139035"/>
            <p14:sldId id="2076139036"/>
            <p14:sldId id="2076139037"/>
            <p14:sldId id="2076139040"/>
            <p14:sldId id="2076139041"/>
            <p14:sldId id="2076139042"/>
            <p14:sldId id="2076139043"/>
            <p14:sldId id="2076139044"/>
            <p14:sldId id="2076139045"/>
            <p14:sldId id="2076139046"/>
            <p14:sldId id="2076139047"/>
            <p14:sldId id="2076139048"/>
          </p14:sldIdLst>
        </p14:section>
        <p14:section name="Section 2" id="{CD15DF56-14BE-F040-AC45-0A3E37AD338D}">
          <p14:sldIdLst>
            <p14:sldId id="2076139030"/>
            <p14:sldId id="2076139049"/>
            <p14:sldId id="2076139050"/>
            <p14:sldId id="2076139051"/>
            <p14:sldId id="2076139052"/>
            <p14:sldId id="2076139053"/>
            <p14:sldId id="2076139054"/>
            <p14:sldId id="2076139055"/>
          </p14:sldIdLst>
        </p14:section>
        <p14:section name="Section 3" id="{AF8A8B4B-FAAA-354A-AA8D-37AE8FE58BF6}">
          <p14:sldIdLst>
            <p14:sldId id="2076139034"/>
            <p14:sldId id="2076139002"/>
            <p14:sldId id="2076139056"/>
            <p14:sldId id="2076139057"/>
            <p14:sldId id="2076139058"/>
            <p14:sldId id="2076139059"/>
            <p14:sldId id="2076139060"/>
          </p14:sldIdLst>
        </p14:section>
        <p14:section name="Section 4" id="{FBB74CC8-2B41-B64E-A2AD-853D33ED29B0}">
          <p14:sldIdLst>
            <p14:sldId id="2076139061"/>
            <p14:sldId id="2076139063"/>
            <p14:sldId id="2076139066"/>
            <p14:sldId id="2076139062"/>
            <p14:sldId id="2076139067"/>
            <p14:sldId id="2076139068"/>
            <p14:sldId id="2076139069"/>
            <p14:sldId id="2076139070"/>
            <p14:sldId id="2076139071"/>
            <p14:sldId id="2076139072"/>
            <p14:sldId id="2076139073"/>
            <p14:sldId id="2076139074"/>
            <p14:sldId id="2076139075"/>
            <p14:sldId id="2076139076"/>
            <p14:sldId id="2076139077"/>
            <p14:sldId id="2076139078"/>
            <p14:sldId id="20761390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E8C9AD-2A90-1F45-AABE-29C462288F23}" v="274" dt="2026-07-08T06:49:14.10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62"/>
    <p:restoredTop sz="91892"/>
  </p:normalViewPr>
  <p:slideViewPr>
    <p:cSldViewPr snapToGrid="0">
      <p:cViewPr varScale="1">
        <p:scale>
          <a:sx n="126" d="100"/>
          <a:sy n="126" d="100"/>
        </p:scale>
        <p:origin x="11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redo custSel addSld delSld modSld sldOrd addSection modSection">
      <pc:chgData name="Hironari Yamada" userId="e57621f8-ec3c-449e-bb19-001fffcc008e" providerId="ADAL" clId="{BC0BD879-F267-5CCA-8DEA-E3B2DD07DA4E}" dt="2026-07-08T06:50:33.755" v="37722" actId="20577"/>
      <pc:docMkLst>
        <pc:docMk/>
      </pc:docMkLst>
      <pc:sldChg chg="delSp modSp mod modNotesTx">
        <pc:chgData name="Hironari Yamada" userId="e57621f8-ec3c-449e-bb19-001fffcc008e" providerId="ADAL" clId="{BC0BD879-F267-5CCA-8DEA-E3B2DD07DA4E}" dt="2026-07-08T00:57:32.272" v="34747" actId="20577"/>
        <pc:sldMkLst>
          <pc:docMk/>
          <pc:sldMk cId="188169028" sldId="256"/>
        </pc:sldMkLst>
        <pc:spChg chg="mod">
          <ac:chgData name="Hironari Yamada" userId="e57621f8-ec3c-449e-bb19-001fffcc008e" providerId="ADAL" clId="{BC0BD879-F267-5CCA-8DEA-E3B2DD07DA4E}" dt="2026-07-07T00:24:47.899" v="32119" actId="20577"/>
          <ac:spMkLst>
            <pc:docMk/>
            <pc:sldMk cId="188169028" sldId="256"/>
            <ac:spMk id="5" creationId="{9DBD5B95-C9F5-4638-96D9-A8CE4A155095}"/>
          </ac:spMkLst>
        </pc:spChg>
        <pc:spChg chg="mod">
          <ac:chgData name="Hironari Yamada" userId="e57621f8-ec3c-449e-bb19-001fffcc008e" providerId="ADAL" clId="{BC0BD879-F267-5CCA-8DEA-E3B2DD07DA4E}" dt="2026-07-08T00:57:32.272" v="34747" actId="20577"/>
          <ac:spMkLst>
            <pc:docMk/>
            <pc:sldMk cId="188169028" sldId="256"/>
            <ac:spMk id="6" creationId="{2769FC6D-0B0A-4C37-8C6D-9B70639859DC}"/>
          </ac:spMkLst>
        </pc:spChg>
        <pc:spChg chg="mod">
          <ac:chgData name="Hironari Yamada" userId="e57621f8-ec3c-449e-bb19-001fffcc008e" providerId="ADAL" clId="{BC0BD879-F267-5CCA-8DEA-E3B2DD07DA4E}" dt="2026-06-09T06:43:59.838" v="20205" actId="20577"/>
          <ac:spMkLst>
            <pc:docMk/>
            <pc:sldMk cId="188169028" sldId="256"/>
            <ac:spMk id="10" creationId="{E22E1A59-BBE7-499C-B63A-23D32A401642}"/>
          </ac:spMkLst>
        </pc:spChg>
      </pc:sldChg>
      <pc:sldChg chg="addSp delSp modSp mod modNotesTx">
        <pc:chgData name="Hironari Yamada" userId="e57621f8-ec3c-449e-bb19-001fffcc008e" providerId="ADAL" clId="{BC0BD879-F267-5CCA-8DEA-E3B2DD07DA4E}" dt="2026-07-08T06:50:33.755" v="37722" actId="20577"/>
        <pc:sldMkLst>
          <pc:docMk/>
          <pc:sldMk cId="1186077149" sldId="257"/>
        </pc:sldMkLst>
        <pc:spChg chg="mod">
          <ac:chgData name="Hironari Yamada" userId="e57621f8-ec3c-449e-bb19-001fffcc008e" providerId="ADAL" clId="{BC0BD879-F267-5CCA-8DEA-E3B2DD07DA4E}" dt="2026-07-07T01:00:31.588" v="32510"/>
          <ac:spMkLst>
            <pc:docMk/>
            <pc:sldMk cId="1186077149" sldId="257"/>
            <ac:spMk id="2" creationId="{09603FD4-D301-438E-8486-12311D034221}"/>
          </ac:spMkLst>
        </pc:spChg>
        <pc:spChg chg="add mod">
          <ac:chgData name="Hironari Yamada" userId="e57621f8-ec3c-449e-bb19-001fffcc008e" providerId="ADAL" clId="{BC0BD879-F267-5CCA-8DEA-E3B2DD07DA4E}" dt="2026-07-08T06:50:33.755" v="37722" actId="20577"/>
          <ac:spMkLst>
            <pc:docMk/>
            <pc:sldMk cId="1186077149" sldId="257"/>
            <ac:spMk id="6" creationId="{BA5730E2-5407-A714-1228-8D8DE092CA2A}"/>
          </ac:spMkLst>
        </pc:spChg>
        <pc:spChg chg="add del mod">
          <ac:chgData name="Hironari Yamada" userId="e57621f8-ec3c-449e-bb19-001fffcc008e" providerId="ADAL" clId="{BC0BD879-F267-5CCA-8DEA-E3B2DD07DA4E}" dt="2026-07-07T01:00:48.728" v="32513" actId="478"/>
          <ac:spMkLst>
            <pc:docMk/>
            <pc:sldMk cId="1186077149" sldId="257"/>
            <ac:spMk id="28" creationId="{082875FD-CF84-716A-40A8-E0A372A2C1FE}"/>
          </ac:spMkLst>
        </pc:spChg>
        <pc:spChg chg="add del mod">
          <ac:chgData name="Hironari Yamada" userId="e57621f8-ec3c-449e-bb19-001fffcc008e" providerId="ADAL" clId="{BC0BD879-F267-5CCA-8DEA-E3B2DD07DA4E}" dt="2026-07-07T01:00:48.728" v="32513" actId="478"/>
          <ac:spMkLst>
            <pc:docMk/>
            <pc:sldMk cId="1186077149" sldId="257"/>
            <ac:spMk id="29" creationId="{25136D54-1636-2C61-D384-49635E274342}"/>
          </ac:spMkLst>
        </pc:spChg>
        <pc:spChg chg="add del mod">
          <ac:chgData name="Hironari Yamada" userId="e57621f8-ec3c-449e-bb19-001fffcc008e" providerId="ADAL" clId="{BC0BD879-F267-5CCA-8DEA-E3B2DD07DA4E}" dt="2026-07-07T01:00:48.728" v="32513" actId="478"/>
          <ac:spMkLst>
            <pc:docMk/>
            <pc:sldMk cId="1186077149" sldId="257"/>
            <ac:spMk id="30" creationId="{3D88EB2E-1DC2-BE81-A7E2-E03882EA2F0B}"/>
          </ac:spMkLst>
        </pc:spChg>
        <pc:spChg chg="add del mod">
          <ac:chgData name="Hironari Yamada" userId="e57621f8-ec3c-449e-bb19-001fffcc008e" providerId="ADAL" clId="{BC0BD879-F267-5CCA-8DEA-E3B2DD07DA4E}" dt="2026-07-07T01:00:48.728" v="32513" actId="478"/>
          <ac:spMkLst>
            <pc:docMk/>
            <pc:sldMk cId="1186077149" sldId="257"/>
            <ac:spMk id="33" creationId="{66E67F6F-023C-8800-9467-425F0C89E80E}"/>
          </ac:spMkLst>
        </pc:spChg>
        <pc:spChg chg="add del mod">
          <ac:chgData name="Hironari Yamada" userId="e57621f8-ec3c-449e-bb19-001fffcc008e" providerId="ADAL" clId="{BC0BD879-F267-5CCA-8DEA-E3B2DD07DA4E}" dt="2026-07-07T01:00:48.728" v="32513" actId="478"/>
          <ac:spMkLst>
            <pc:docMk/>
            <pc:sldMk cId="1186077149" sldId="257"/>
            <ac:spMk id="35" creationId="{AF0BDF94-2D29-CDB1-A74E-24DA95D2F601}"/>
          </ac:spMkLst>
        </pc:spChg>
        <pc:spChg chg="add del mod">
          <ac:chgData name="Hironari Yamada" userId="e57621f8-ec3c-449e-bb19-001fffcc008e" providerId="ADAL" clId="{BC0BD879-F267-5CCA-8DEA-E3B2DD07DA4E}" dt="2026-07-07T01:00:48.728" v="32513" actId="478"/>
          <ac:spMkLst>
            <pc:docMk/>
            <pc:sldMk cId="1186077149" sldId="257"/>
            <ac:spMk id="39" creationId="{932EDA98-2A38-55D5-D84C-A30225B633CC}"/>
          </ac:spMkLst>
        </pc:spChg>
        <pc:spChg chg="add del mod">
          <ac:chgData name="Hironari Yamada" userId="e57621f8-ec3c-449e-bb19-001fffcc008e" providerId="ADAL" clId="{BC0BD879-F267-5CCA-8DEA-E3B2DD07DA4E}" dt="2026-07-07T01:00:48.728" v="32513" actId="478"/>
          <ac:spMkLst>
            <pc:docMk/>
            <pc:sldMk cId="1186077149" sldId="257"/>
            <ac:spMk id="51" creationId="{37E98CB0-4BC4-8BD6-6097-3B83455C1882}"/>
          </ac:spMkLst>
        </pc:spChg>
        <pc:picChg chg="del mod">
          <ac:chgData name="Hironari Yamada" userId="e57621f8-ec3c-449e-bb19-001fffcc008e" providerId="ADAL" clId="{BC0BD879-F267-5CCA-8DEA-E3B2DD07DA4E}" dt="2026-07-07T01:00:48.728" v="32513" actId="478"/>
          <ac:picMkLst>
            <pc:docMk/>
            <pc:sldMk cId="1186077149" sldId="257"/>
            <ac:picMk id="27" creationId="{ACC9E7DC-257D-06C4-AB28-C55416FA2948}"/>
          </ac:picMkLst>
        </pc:picChg>
        <pc:picChg chg="del">
          <ac:chgData name="Hironari Yamada" userId="e57621f8-ec3c-449e-bb19-001fffcc008e" providerId="ADAL" clId="{BC0BD879-F267-5CCA-8DEA-E3B2DD07DA4E}" dt="2026-07-07T01:00:48.728" v="32513" actId="478"/>
          <ac:picMkLst>
            <pc:docMk/>
            <pc:sldMk cId="1186077149" sldId="257"/>
            <ac:picMk id="42" creationId="{0C5D3B24-989C-13A7-9FED-830722CF5C21}"/>
          </ac:picMkLst>
        </pc:picChg>
        <pc:picChg chg="del">
          <ac:chgData name="Hironari Yamada" userId="e57621f8-ec3c-449e-bb19-001fffcc008e" providerId="ADAL" clId="{BC0BD879-F267-5CCA-8DEA-E3B2DD07DA4E}" dt="2026-07-07T01:00:48.728" v="32513" actId="478"/>
          <ac:picMkLst>
            <pc:docMk/>
            <pc:sldMk cId="1186077149" sldId="257"/>
            <ac:picMk id="45" creationId="{EA3A2C2D-70BF-8217-06E1-AD404284B687}"/>
          </ac:picMkLst>
        </pc:picChg>
      </pc:sldChg>
      <pc:sldChg chg="addSp delSp modSp add del mod modNotesTx">
        <pc:chgData name="Hironari Yamada" userId="e57621f8-ec3c-449e-bb19-001fffcc008e" providerId="ADAL" clId="{BC0BD879-F267-5CCA-8DEA-E3B2DD07DA4E}" dt="2026-07-07T00:52:22.400" v="32456" actId="2696"/>
        <pc:sldMkLst>
          <pc:docMk/>
          <pc:sldMk cId="2223946476" sldId="259"/>
        </pc:sldMkLst>
      </pc:sldChg>
      <pc:sldChg chg="addSp delSp modSp add mod ord modNotesTx">
        <pc:chgData name="Hironari Yamada" userId="e57621f8-ec3c-449e-bb19-001fffcc008e" providerId="ADAL" clId="{BC0BD879-F267-5CCA-8DEA-E3B2DD07DA4E}" dt="2026-07-07T01:16:57.725" v="32683" actId="12"/>
        <pc:sldMkLst>
          <pc:docMk/>
          <pc:sldMk cId="4102893385" sldId="260"/>
        </pc:sldMkLst>
        <pc:spChg chg="mod">
          <ac:chgData name="Hironari Yamada" userId="e57621f8-ec3c-449e-bb19-001fffcc008e" providerId="ADAL" clId="{BC0BD879-F267-5CCA-8DEA-E3B2DD07DA4E}" dt="2026-07-07T01:00:31.588" v="32510"/>
          <ac:spMkLst>
            <pc:docMk/>
            <pc:sldMk cId="4102893385" sldId="260"/>
            <ac:spMk id="2" creationId="{87280CEB-5198-62BF-36FB-E7BEF5741433}"/>
          </ac:spMkLst>
        </pc:spChg>
        <pc:spChg chg="mod">
          <ac:chgData name="Hironari Yamada" userId="e57621f8-ec3c-449e-bb19-001fffcc008e" providerId="ADAL" clId="{BC0BD879-F267-5CCA-8DEA-E3B2DD07DA4E}" dt="2026-07-07T01:16:57.725" v="32683" actId="12"/>
          <ac:spMkLst>
            <pc:docMk/>
            <pc:sldMk cId="4102893385" sldId="260"/>
            <ac:spMk id="3" creationId="{A0B73EED-343B-10A2-811E-FF1CC7E1E0F7}"/>
          </ac:spMkLst>
        </pc:spChg>
        <pc:spChg chg="add mod">
          <ac:chgData name="Hironari Yamada" userId="e57621f8-ec3c-449e-bb19-001fffcc008e" providerId="ADAL" clId="{BC0BD879-F267-5CCA-8DEA-E3B2DD07DA4E}" dt="2026-07-07T01:15:44.492" v="32645" actId="2711"/>
          <ac:spMkLst>
            <pc:docMk/>
            <pc:sldMk cId="4102893385" sldId="260"/>
            <ac:spMk id="5" creationId="{65ADA9CD-D242-7F9C-D44F-64E808DD1DAB}"/>
          </ac:spMkLst>
        </pc:spChg>
        <pc:spChg chg="add mod">
          <ac:chgData name="Hironari Yamada" userId="e57621f8-ec3c-449e-bb19-001fffcc008e" providerId="ADAL" clId="{BC0BD879-F267-5CCA-8DEA-E3B2DD07DA4E}" dt="2026-06-19T06:21:32.759" v="27804" actId="207"/>
          <ac:spMkLst>
            <pc:docMk/>
            <pc:sldMk cId="4102893385" sldId="260"/>
            <ac:spMk id="6" creationId="{4E40B0A2-2FFF-B949-A87B-E7E9EE577B83}"/>
          </ac:spMkLst>
        </pc:spChg>
        <pc:spChg chg="mod">
          <ac:chgData name="Hironari Yamada" userId="e57621f8-ec3c-449e-bb19-001fffcc008e" providerId="ADAL" clId="{BC0BD879-F267-5CCA-8DEA-E3B2DD07DA4E}" dt="2026-07-07T01:14:29.265" v="32634" actId="20577"/>
          <ac:spMkLst>
            <pc:docMk/>
            <pc:sldMk cId="4102893385" sldId="260"/>
            <ac:spMk id="9" creationId="{D5E0A10A-6CAC-072C-ADF4-1B13862AF756}"/>
          </ac:spMkLst>
        </pc:spChg>
        <pc:spChg chg="del mod">
          <ac:chgData name="Hironari Yamada" userId="e57621f8-ec3c-449e-bb19-001fffcc008e" providerId="ADAL" clId="{BC0BD879-F267-5CCA-8DEA-E3B2DD07DA4E}" dt="2026-07-07T01:14:33.463" v="32635" actId="478"/>
          <ac:spMkLst>
            <pc:docMk/>
            <pc:sldMk cId="4102893385" sldId="260"/>
            <ac:spMk id="31" creationId="{5CA0C2EB-8C67-186C-1D38-2B7139D70E99}"/>
          </ac:spMkLst>
        </pc:spChg>
        <pc:spChg chg="add mod">
          <ac:chgData name="Hironari Yamada" userId="e57621f8-ec3c-449e-bb19-001fffcc008e" providerId="ADAL" clId="{BC0BD879-F267-5CCA-8DEA-E3B2DD07DA4E}" dt="2026-07-07T01:15:44.492" v="32645" actId="2711"/>
          <ac:spMkLst>
            <pc:docMk/>
            <pc:sldMk cId="4102893385" sldId="260"/>
            <ac:spMk id="41" creationId="{46A48D6E-99D8-20A2-2C4F-88379F8D94CD}"/>
          </ac:spMkLst>
        </pc:spChg>
        <pc:spChg chg="add mod">
          <ac:chgData name="Hironari Yamada" userId="e57621f8-ec3c-449e-bb19-001fffcc008e" providerId="ADAL" clId="{BC0BD879-F267-5CCA-8DEA-E3B2DD07DA4E}" dt="2026-07-07T01:15:44.492" v="32645" actId="2711"/>
          <ac:spMkLst>
            <pc:docMk/>
            <pc:sldMk cId="4102893385" sldId="260"/>
            <ac:spMk id="44" creationId="{F8516417-A102-9E96-262C-0D1632E1C61E}"/>
          </ac:spMkLst>
        </pc:spChg>
        <pc:spChg chg="add mod">
          <ac:chgData name="Hironari Yamada" userId="e57621f8-ec3c-449e-bb19-001fffcc008e" providerId="ADAL" clId="{BC0BD879-F267-5CCA-8DEA-E3B2DD07DA4E}" dt="2026-07-07T01:15:44.492" v="32645" actId="2711"/>
          <ac:spMkLst>
            <pc:docMk/>
            <pc:sldMk cId="4102893385" sldId="260"/>
            <ac:spMk id="47" creationId="{0C50DE91-FA09-AD75-D9B6-09330E733018}"/>
          </ac:spMkLst>
        </pc:spChg>
        <pc:spChg chg="add mod">
          <ac:chgData name="Hironari Yamada" userId="e57621f8-ec3c-449e-bb19-001fffcc008e" providerId="ADAL" clId="{BC0BD879-F267-5CCA-8DEA-E3B2DD07DA4E}" dt="2026-07-07T01:15:44.492" v="32645" actId="2711"/>
          <ac:spMkLst>
            <pc:docMk/>
            <pc:sldMk cId="4102893385" sldId="260"/>
            <ac:spMk id="49" creationId="{4FB714D6-DC95-7C24-6F90-BA29FBDBA8A3}"/>
          </ac:spMkLst>
        </pc:spChg>
        <pc:spChg chg="add mod">
          <ac:chgData name="Hironari Yamada" userId="e57621f8-ec3c-449e-bb19-001fffcc008e" providerId="ADAL" clId="{BC0BD879-F267-5CCA-8DEA-E3B2DD07DA4E}" dt="2026-07-07T01:15:44.492" v="32645" actId="2711"/>
          <ac:spMkLst>
            <pc:docMk/>
            <pc:sldMk cId="4102893385" sldId="260"/>
            <ac:spMk id="54" creationId="{FD0ADB6D-7DFF-7246-407E-FE936BF33518}"/>
          </ac:spMkLst>
        </pc:spChg>
        <pc:spChg chg="add mod">
          <ac:chgData name="Hironari Yamada" userId="e57621f8-ec3c-449e-bb19-001fffcc008e" providerId="ADAL" clId="{BC0BD879-F267-5CCA-8DEA-E3B2DD07DA4E}" dt="2026-07-07T01:15:44.492" v="32645" actId="2711"/>
          <ac:spMkLst>
            <pc:docMk/>
            <pc:sldMk cId="4102893385" sldId="260"/>
            <ac:spMk id="58" creationId="{C1ECDC8A-0F95-D33A-05FE-84702221A486}"/>
          </ac:spMkLst>
        </pc:spChg>
        <pc:spChg chg="add mod">
          <ac:chgData name="Hironari Yamada" userId="e57621f8-ec3c-449e-bb19-001fffcc008e" providerId="ADAL" clId="{BC0BD879-F267-5CCA-8DEA-E3B2DD07DA4E}" dt="2026-07-07T01:15:44.492" v="32645" actId="2711"/>
          <ac:spMkLst>
            <pc:docMk/>
            <pc:sldMk cId="4102893385" sldId="260"/>
            <ac:spMk id="60" creationId="{47D16615-78F7-ABA1-64BA-21D7B640BF77}"/>
          </ac:spMkLst>
        </pc:spChg>
        <pc:spChg chg="add mod">
          <ac:chgData name="Hironari Yamada" userId="e57621f8-ec3c-449e-bb19-001fffcc008e" providerId="ADAL" clId="{BC0BD879-F267-5CCA-8DEA-E3B2DD07DA4E}" dt="2026-07-07T01:15:44.492" v="32645" actId="2711"/>
          <ac:spMkLst>
            <pc:docMk/>
            <pc:sldMk cId="4102893385" sldId="260"/>
            <ac:spMk id="64" creationId="{DFDF7BF4-883F-A868-571D-3CF3987151C9}"/>
          </ac:spMkLst>
        </pc:spChg>
        <pc:spChg chg="add mod">
          <ac:chgData name="Hironari Yamada" userId="e57621f8-ec3c-449e-bb19-001fffcc008e" providerId="ADAL" clId="{BC0BD879-F267-5CCA-8DEA-E3B2DD07DA4E}" dt="2026-07-07T01:15:44.492" v="32645" actId="2711"/>
          <ac:spMkLst>
            <pc:docMk/>
            <pc:sldMk cId="4102893385" sldId="260"/>
            <ac:spMk id="66" creationId="{A96CF851-E808-E386-3CDA-7D3EF7E8A96A}"/>
          </ac:spMkLst>
        </pc:spChg>
        <pc:spChg chg="add mod">
          <ac:chgData name="Hironari Yamada" userId="e57621f8-ec3c-449e-bb19-001fffcc008e" providerId="ADAL" clId="{BC0BD879-F267-5CCA-8DEA-E3B2DD07DA4E}" dt="2026-07-07T01:15:56.233" v="32646"/>
          <ac:spMkLst>
            <pc:docMk/>
            <pc:sldMk cId="4102893385" sldId="260"/>
            <ac:spMk id="72" creationId="{42636E2F-DF11-BC0D-16D0-FF9FB758062A}"/>
          </ac:spMkLst>
        </pc:spChg>
        <pc:spChg chg="add mod">
          <ac:chgData name="Hironari Yamada" userId="e57621f8-ec3c-449e-bb19-001fffcc008e" providerId="ADAL" clId="{BC0BD879-F267-5CCA-8DEA-E3B2DD07DA4E}" dt="2026-07-07T01:15:56.233" v="32646"/>
          <ac:spMkLst>
            <pc:docMk/>
            <pc:sldMk cId="4102893385" sldId="260"/>
            <ac:spMk id="78" creationId="{E694ED9A-F149-1688-C7EC-5AEC2AE371D9}"/>
          </ac:spMkLst>
        </pc:spChg>
        <pc:spChg chg="add mod">
          <ac:chgData name="Hironari Yamada" userId="e57621f8-ec3c-449e-bb19-001fffcc008e" providerId="ADAL" clId="{BC0BD879-F267-5CCA-8DEA-E3B2DD07DA4E}" dt="2026-07-07T01:15:56.233" v="32646"/>
          <ac:spMkLst>
            <pc:docMk/>
            <pc:sldMk cId="4102893385" sldId="260"/>
            <ac:spMk id="86" creationId="{B66019D7-3CC6-9318-6FF0-B62DE651B95D}"/>
          </ac:spMkLst>
        </pc:spChg>
        <pc:spChg chg="add mod">
          <ac:chgData name="Hironari Yamada" userId="e57621f8-ec3c-449e-bb19-001fffcc008e" providerId="ADAL" clId="{BC0BD879-F267-5CCA-8DEA-E3B2DD07DA4E}" dt="2026-07-07T01:15:56.233" v="32646"/>
          <ac:spMkLst>
            <pc:docMk/>
            <pc:sldMk cId="4102893385" sldId="260"/>
            <ac:spMk id="90" creationId="{0C27459C-6613-5985-0FD2-1E50FB9A6837}"/>
          </ac:spMkLst>
        </pc:spChg>
        <pc:spChg chg="add mod">
          <ac:chgData name="Hironari Yamada" userId="e57621f8-ec3c-449e-bb19-001fffcc008e" providerId="ADAL" clId="{BC0BD879-F267-5CCA-8DEA-E3B2DD07DA4E}" dt="2026-07-07T01:15:56.233" v="32646"/>
          <ac:spMkLst>
            <pc:docMk/>
            <pc:sldMk cId="4102893385" sldId="260"/>
            <ac:spMk id="92" creationId="{C190DBBB-F0D6-9567-95D0-445326A639FF}"/>
          </ac:spMkLst>
        </pc:spChg>
        <pc:spChg chg="add mod">
          <ac:chgData name="Hironari Yamada" userId="e57621f8-ec3c-449e-bb19-001fffcc008e" providerId="ADAL" clId="{BC0BD879-F267-5CCA-8DEA-E3B2DD07DA4E}" dt="2026-07-07T01:15:56.233" v="32646"/>
          <ac:spMkLst>
            <pc:docMk/>
            <pc:sldMk cId="4102893385" sldId="260"/>
            <ac:spMk id="93" creationId="{EBAACE42-FE95-93D2-463C-B3F0E142A451}"/>
          </ac:spMkLst>
        </pc:spChg>
        <pc:spChg chg="add mod">
          <ac:chgData name="Hironari Yamada" userId="e57621f8-ec3c-449e-bb19-001fffcc008e" providerId="ADAL" clId="{BC0BD879-F267-5CCA-8DEA-E3B2DD07DA4E}" dt="2026-07-07T01:15:56.233" v="32646"/>
          <ac:spMkLst>
            <pc:docMk/>
            <pc:sldMk cId="4102893385" sldId="260"/>
            <ac:spMk id="98" creationId="{F161F0A3-8B2E-B12F-A082-3FF9E01E7A56}"/>
          </ac:spMkLst>
        </pc:spChg>
        <pc:spChg chg="add mod">
          <ac:chgData name="Hironari Yamada" userId="e57621f8-ec3c-449e-bb19-001fffcc008e" providerId="ADAL" clId="{BC0BD879-F267-5CCA-8DEA-E3B2DD07DA4E}" dt="2026-07-07T01:15:56.233" v="32646"/>
          <ac:spMkLst>
            <pc:docMk/>
            <pc:sldMk cId="4102893385" sldId="260"/>
            <ac:spMk id="102" creationId="{0C68ADC4-5A08-CD79-4F6A-A811EC2BE50B}"/>
          </ac:spMkLst>
        </pc:spChg>
        <pc:spChg chg="add mod">
          <ac:chgData name="Hironari Yamada" userId="e57621f8-ec3c-449e-bb19-001fffcc008e" providerId="ADAL" clId="{BC0BD879-F267-5CCA-8DEA-E3B2DD07DA4E}" dt="2026-07-07T01:15:56.233" v="32646"/>
          <ac:spMkLst>
            <pc:docMk/>
            <pc:sldMk cId="4102893385" sldId="260"/>
            <ac:spMk id="106" creationId="{2ED8F404-56F9-339D-7F61-D291E945468A}"/>
          </ac:spMkLst>
        </pc:spChg>
        <pc:spChg chg="add mod">
          <ac:chgData name="Hironari Yamada" userId="e57621f8-ec3c-449e-bb19-001fffcc008e" providerId="ADAL" clId="{BC0BD879-F267-5CCA-8DEA-E3B2DD07DA4E}" dt="2026-07-07T01:15:56.233" v="32646"/>
          <ac:spMkLst>
            <pc:docMk/>
            <pc:sldMk cId="4102893385" sldId="260"/>
            <ac:spMk id="110" creationId="{E670E8E4-C6E6-9246-D84E-4713825B999A}"/>
          </ac:spMkLst>
        </pc:spChg>
        <pc:grpChg chg="del mod">
          <ac:chgData name="Hironari Yamada" userId="e57621f8-ec3c-449e-bb19-001fffcc008e" providerId="ADAL" clId="{BC0BD879-F267-5CCA-8DEA-E3B2DD07DA4E}" dt="2026-07-07T01:14:33.463" v="32635" actId="478"/>
          <ac:grpSpMkLst>
            <pc:docMk/>
            <pc:sldMk cId="4102893385" sldId="260"/>
            <ac:grpSpMk id="8" creationId="{80C25B9F-5221-0406-69A2-842FE80D21CE}"/>
          </ac:grpSpMkLst>
        </pc:grpChg>
      </pc:sldChg>
      <pc:sldChg chg="addSp delSp modSp add mod ord modNotesTx">
        <pc:chgData name="Hironari Yamada" userId="e57621f8-ec3c-449e-bb19-001fffcc008e" providerId="ADAL" clId="{BC0BD879-F267-5CCA-8DEA-E3B2DD07DA4E}" dt="2026-07-08T05:48:00.289" v="37070" actId="20577"/>
        <pc:sldMkLst>
          <pc:docMk/>
          <pc:sldMk cId="355900499" sldId="262"/>
        </pc:sldMkLst>
        <pc:spChg chg="mod">
          <ac:chgData name="Hironari Yamada" userId="e57621f8-ec3c-449e-bb19-001fffcc008e" providerId="ADAL" clId="{BC0BD879-F267-5CCA-8DEA-E3B2DD07DA4E}" dt="2026-07-07T01:00:31.588" v="32510"/>
          <ac:spMkLst>
            <pc:docMk/>
            <pc:sldMk cId="355900499" sldId="262"/>
            <ac:spMk id="2" creationId="{4FE21A59-58EA-A527-EEA9-DF81F838E9C2}"/>
          </ac:spMkLst>
        </pc:spChg>
        <pc:spChg chg="add mod">
          <ac:chgData name="Hironari Yamada" userId="e57621f8-ec3c-449e-bb19-001fffcc008e" providerId="ADAL" clId="{BC0BD879-F267-5CCA-8DEA-E3B2DD07DA4E}" dt="2026-07-08T05:48:00.289" v="37070" actId="20577"/>
          <ac:spMkLst>
            <pc:docMk/>
            <pc:sldMk cId="355900499" sldId="262"/>
            <ac:spMk id="6" creationId="{3CD4F1C1-B153-1649-DE13-A602B7064ABE}"/>
          </ac:spMkLst>
        </pc:spChg>
        <pc:spChg chg="mod">
          <ac:chgData name="Hironari Yamada" userId="e57621f8-ec3c-449e-bb19-001fffcc008e" providerId="ADAL" clId="{BC0BD879-F267-5CCA-8DEA-E3B2DD07DA4E}" dt="2026-06-19T00:23:07.872" v="26387" actId="20577"/>
          <ac:spMkLst>
            <pc:docMk/>
            <pc:sldMk cId="355900499" sldId="262"/>
            <ac:spMk id="9" creationId="{B34E484A-AE77-E3F2-306D-943F87A95909}"/>
          </ac:spMkLst>
        </pc:spChg>
      </pc:sldChg>
      <pc:sldChg chg="modSp add mod">
        <pc:chgData name="Hironari Yamada" userId="e57621f8-ec3c-449e-bb19-001fffcc008e" providerId="ADAL" clId="{BC0BD879-F267-5CCA-8DEA-E3B2DD07DA4E}" dt="2026-07-07T01:01:44.723" v="32549" actId="20577"/>
        <pc:sldMkLst>
          <pc:docMk/>
          <pc:sldMk cId="0" sldId="2076138975"/>
        </pc:sldMkLst>
        <pc:spChg chg="mod">
          <ac:chgData name="Hironari Yamada" userId="e57621f8-ec3c-449e-bb19-001fffcc008e" providerId="ADAL" clId="{BC0BD879-F267-5CCA-8DEA-E3B2DD07DA4E}" dt="2026-07-07T01:01:44.723" v="32549" actId="20577"/>
          <ac:spMkLst>
            <pc:docMk/>
            <pc:sldMk cId="0" sldId="2076138975"/>
            <ac:spMk id="2" creationId="{00000000-0000-0000-0000-000000000000}"/>
          </ac:spMkLst>
        </pc:spChg>
      </pc:sldChg>
      <pc:sldChg chg="addSp modSp add del mod">
        <pc:chgData name="Hironari Yamada" userId="e57621f8-ec3c-449e-bb19-001fffcc008e" providerId="ADAL" clId="{BC0BD879-F267-5CCA-8DEA-E3B2DD07DA4E}" dt="2026-07-07T00:52:29.881" v="32458" actId="2696"/>
        <pc:sldMkLst>
          <pc:docMk/>
          <pc:sldMk cId="986757313" sldId="2076138976"/>
        </pc:sldMkLst>
      </pc:sldChg>
      <pc:sldChg chg="addSp modSp add del mod">
        <pc:chgData name="Hironari Yamada" userId="e57621f8-ec3c-449e-bb19-001fffcc008e" providerId="ADAL" clId="{BC0BD879-F267-5CCA-8DEA-E3B2DD07DA4E}" dt="2026-07-07T00:52:29.921" v="32469" actId="2696"/>
        <pc:sldMkLst>
          <pc:docMk/>
          <pc:sldMk cId="1250833960" sldId="2076138977"/>
        </pc:sldMkLst>
      </pc:sldChg>
      <pc:sldChg chg="addSp modSp add del mod">
        <pc:chgData name="Hironari Yamada" userId="e57621f8-ec3c-449e-bb19-001fffcc008e" providerId="ADAL" clId="{BC0BD879-F267-5CCA-8DEA-E3B2DD07DA4E}" dt="2026-07-07T00:52:29.909" v="32467" actId="2696"/>
        <pc:sldMkLst>
          <pc:docMk/>
          <pc:sldMk cId="3283365380" sldId="2076138978"/>
        </pc:sldMkLst>
      </pc:sldChg>
      <pc:sldChg chg="addSp modSp add del mod">
        <pc:chgData name="Hironari Yamada" userId="e57621f8-ec3c-449e-bb19-001fffcc008e" providerId="ADAL" clId="{BC0BD879-F267-5CCA-8DEA-E3B2DD07DA4E}" dt="2026-07-07T00:52:29.960" v="32479" actId="2696"/>
        <pc:sldMkLst>
          <pc:docMk/>
          <pc:sldMk cId="3455889371" sldId="2076138979"/>
        </pc:sldMkLst>
      </pc:sldChg>
      <pc:sldChg chg="addSp modSp add del mod">
        <pc:chgData name="Hironari Yamada" userId="e57621f8-ec3c-449e-bb19-001fffcc008e" providerId="ADAL" clId="{BC0BD879-F267-5CCA-8DEA-E3B2DD07DA4E}" dt="2026-07-07T00:52:29.950" v="32478" actId="2696"/>
        <pc:sldMkLst>
          <pc:docMk/>
          <pc:sldMk cId="1841242208" sldId="2076138980"/>
        </pc:sldMkLst>
      </pc:sldChg>
      <pc:sldChg chg="addSp modSp add del mod">
        <pc:chgData name="Hironari Yamada" userId="e57621f8-ec3c-449e-bb19-001fffcc008e" providerId="ADAL" clId="{BC0BD879-F267-5CCA-8DEA-E3B2DD07DA4E}" dt="2026-07-07T00:52:29.933" v="32474" actId="2696"/>
        <pc:sldMkLst>
          <pc:docMk/>
          <pc:sldMk cId="2610514691" sldId="2076138981"/>
        </pc:sldMkLst>
      </pc:sldChg>
      <pc:sldChg chg="addSp modSp add del mod">
        <pc:chgData name="Hironari Yamada" userId="e57621f8-ec3c-449e-bb19-001fffcc008e" providerId="ADAL" clId="{BC0BD879-F267-5CCA-8DEA-E3B2DD07DA4E}" dt="2026-07-07T00:52:29.901" v="32464" actId="2696"/>
        <pc:sldMkLst>
          <pc:docMk/>
          <pc:sldMk cId="3414731480" sldId="2076138982"/>
        </pc:sldMkLst>
      </pc:sldChg>
      <pc:sldChg chg="addSp modSp add del mod">
        <pc:chgData name="Hironari Yamada" userId="e57621f8-ec3c-449e-bb19-001fffcc008e" providerId="ADAL" clId="{BC0BD879-F267-5CCA-8DEA-E3B2DD07DA4E}" dt="2026-07-07T00:52:29.885" v="32460" actId="2696"/>
        <pc:sldMkLst>
          <pc:docMk/>
          <pc:sldMk cId="2294822600" sldId="2076138983"/>
        </pc:sldMkLst>
      </pc:sldChg>
      <pc:sldChg chg="addSp modSp add del mod">
        <pc:chgData name="Hironari Yamada" userId="e57621f8-ec3c-449e-bb19-001fffcc008e" providerId="ADAL" clId="{BC0BD879-F267-5CCA-8DEA-E3B2DD07DA4E}" dt="2026-07-07T00:52:29.948" v="32476" actId="2696"/>
        <pc:sldMkLst>
          <pc:docMk/>
          <pc:sldMk cId="1262601494" sldId="2076138984"/>
        </pc:sldMkLst>
      </pc:sldChg>
      <pc:sldChg chg="addSp modSp add del mod">
        <pc:chgData name="Hironari Yamada" userId="e57621f8-ec3c-449e-bb19-001fffcc008e" providerId="ADAL" clId="{BC0BD879-F267-5CCA-8DEA-E3B2DD07DA4E}" dt="2026-07-07T00:52:29.924" v="32471" actId="2696"/>
        <pc:sldMkLst>
          <pc:docMk/>
          <pc:sldMk cId="2805510963" sldId="2076138985"/>
        </pc:sldMkLst>
      </pc:sldChg>
      <pc:sldChg chg="addSp modSp add del mod">
        <pc:chgData name="Hironari Yamada" userId="e57621f8-ec3c-449e-bb19-001fffcc008e" providerId="ADAL" clId="{BC0BD879-F267-5CCA-8DEA-E3B2DD07DA4E}" dt="2026-07-07T00:52:29.903" v="32466" actId="2696"/>
        <pc:sldMkLst>
          <pc:docMk/>
          <pc:sldMk cId="1178722463" sldId="2076138986"/>
        </pc:sldMkLst>
      </pc:sldChg>
      <pc:sldChg chg="modSp add del mod">
        <pc:chgData name="Hironari Yamada" userId="e57621f8-ec3c-449e-bb19-001fffcc008e" providerId="ADAL" clId="{BC0BD879-F267-5CCA-8DEA-E3B2DD07DA4E}" dt="2026-07-07T00:52:22.406" v="32457" actId="2696"/>
        <pc:sldMkLst>
          <pc:docMk/>
          <pc:sldMk cId="838093548" sldId="2076138987"/>
        </pc:sldMkLst>
      </pc:sldChg>
      <pc:sldChg chg="addSp modSp add del mod">
        <pc:chgData name="Hironari Yamada" userId="e57621f8-ec3c-449e-bb19-001fffcc008e" providerId="ADAL" clId="{BC0BD879-F267-5CCA-8DEA-E3B2DD07DA4E}" dt="2026-07-07T00:52:29.892" v="32461" actId="2696"/>
        <pc:sldMkLst>
          <pc:docMk/>
          <pc:sldMk cId="1015265105" sldId="2076138988"/>
        </pc:sldMkLst>
      </pc:sldChg>
      <pc:sldChg chg="addSp delSp modSp add del mod">
        <pc:chgData name="Hironari Yamada" userId="e57621f8-ec3c-449e-bb19-001fffcc008e" providerId="ADAL" clId="{BC0BD879-F267-5CCA-8DEA-E3B2DD07DA4E}" dt="2026-07-07T00:52:29.976" v="32480" actId="2696"/>
        <pc:sldMkLst>
          <pc:docMk/>
          <pc:sldMk cId="1521488448" sldId="2076138989"/>
        </pc:sldMkLst>
      </pc:sldChg>
      <pc:sldChg chg="addSp modSp add del mod">
        <pc:chgData name="Hironari Yamada" userId="e57621f8-ec3c-449e-bb19-001fffcc008e" providerId="ADAL" clId="{BC0BD879-F267-5CCA-8DEA-E3B2DD07DA4E}" dt="2026-07-07T00:52:29.893" v="32462" actId="2696"/>
        <pc:sldMkLst>
          <pc:docMk/>
          <pc:sldMk cId="113296970" sldId="2076138990"/>
        </pc:sldMkLst>
      </pc:sldChg>
      <pc:sldChg chg="addSp modSp add del mod">
        <pc:chgData name="Hironari Yamada" userId="e57621f8-ec3c-449e-bb19-001fffcc008e" providerId="ADAL" clId="{BC0BD879-F267-5CCA-8DEA-E3B2DD07DA4E}" dt="2026-07-07T00:52:29.947" v="32475" actId="2696"/>
        <pc:sldMkLst>
          <pc:docMk/>
          <pc:sldMk cId="3028953028" sldId="2076138991"/>
        </pc:sldMkLst>
      </pc:sldChg>
      <pc:sldChg chg="addSp modSp add del mod">
        <pc:chgData name="Hironari Yamada" userId="e57621f8-ec3c-449e-bb19-001fffcc008e" providerId="ADAL" clId="{BC0BD879-F267-5CCA-8DEA-E3B2DD07DA4E}" dt="2026-07-07T00:52:29.949" v="32477" actId="2696"/>
        <pc:sldMkLst>
          <pc:docMk/>
          <pc:sldMk cId="4124978926" sldId="2076138992"/>
        </pc:sldMkLst>
      </pc:sldChg>
      <pc:sldChg chg="addSp modSp add del mod">
        <pc:chgData name="Hironari Yamada" userId="e57621f8-ec3c-449e-bb19-001fffcc008e" providerId="ADAL" clId="{BC0BD879-F267-5CCA-8DEA-E3B2DD07DA4E}" dt="2026-07-07T00:52:29.910" v="32468" actId="2696"/>
        <pc:sldMkLst>
          <pc:docMk/>
          <pc:sldMk cId="1087676910" sldId="2076138993"/>
        </pc:sldMkLst>
      </pc:sldChg>
      <pc:sldChg chg="addSp modSp add del mod">
        <pc:chgData name="Hironari Yamada" userId="e57621f8-ec3c-449e-bb19-001fffcc008e" providerId="ADAL" clId="{BC0BD879-F267-5CCA-8DEA-E3B2DD07DA4E}" dt="2026-07-07T00:52:29.922" v="32470" actId="2696"/>
        <pc:sldMkLst>
          <pc:docMk/>
          <pc:sldMk cId="2049183877" sldId="2076138994"/>
        </pc:sldMkLst>
      </pc:sldChg>
      <pc:sldChg chg="addSp delSp modSp add del mod">
        <pc:chgData name="Hironari Yamada" userId="e57621f8-ec3c-449e-bb19-001fffcc008e" providerId="ADAL" clId="{BC0BD879-F267-5CCA-8DEA-E3B2DD07DA4E}" dt="2026-07-07T00:52:29.932" v="32472" actId="2696"/>
        <pc:sldMkLst>
          <pc:docMk/>
          <pc:sldMk cId="2638589843" sldId="2076138995"/>
        </pc:sldMkLst>
      </pc:sldChg>
      <pc:sldChg chg="addSp delSp modSp add del mod">
        <pc:chgData name="Hironari Yamada" userId="e57621f8-ec3c-449e-bb19-001fffcc008e" providerId="ADAL" clId="{BC0BD879-F267-5CCA-8DEA-E3B2DD07DA4E}" dt="2026-07-07T00:52:29.932" v="32473" actId="2696"/>
        <pc:sldMkLst>
          <pc:docMk/>
          <pc:sldMk cId="3738793065" sldId="2076138996"/>
        </pc:sldMkLst>
      </pc:sldChg>
      <pc:sldChg chg="addSp delSp modSp add del mod delAnim modAnim">
        <pc:chgData name="Hironari Yamada" userId="e57621f8-ec3c-449e-bb19-001fffcc008e" providerId="ADAL" clId="{BC0BD879-F267-5CCA-8DEA-E3B2DD07DA4E}" dt="2026-07-07T02:29:11.526" v="33908" actId="2696"/>
        <pc:sldMkLst>
          <pc:docMk/>
          <pc:sldMk cId="2727727317" sldId="2076138997"/>
        </pc:sldMkLst>
        <pc:spChg chg="mod">
          <ac:chgData name="Hironari Yamada" userId="e57621f8-ec3c-449e-bb19-001fffcc008e" providerId="ADAL" clId="{BC0BD879-F267-5CCA-8DEA-E3B2DD07DA4E}" dt="2026-07-07T01:00:31.588" v="32510"/>
          <ac:spMkLst>
            <pc:docMk/>
            <pc:sldMk cId="2727727317" sldId="2076138997"/>
            <ac:spMk id="2" creationId="{D579EA6C-CC53-FB97-E3E1-36CA130A3DDE}"/>
          </ac:spMkLst>
        </pc:spChg>
      </pc:sldChg>
      <pc:sldChg chg="addSp modSp add del mod">
        <pc:chgData name="Hironari Yamada" userId="e57621f8-ec3c-449e-bb19-001fffcc008e" providerId="ADAL" clId="{BC0BD879-F267-5CCA-8DEA-E3B2DD07DA4E}" dt="2026-07-07T00:52:40.594" v="32481" actId="2696"/>
        <pc:sldMkLst>
          <pc:docMk/>
          <pc:sldMk cId="328594128" sldId="2076138998"/>
        </pc:sldMkLst>
      </pc:sldChg>
      <pc:sldChg chg="addSp delSp modSp add del mod">
        <pc:chgData name="Hironari Yamada" userId="e57621f8-ec3c-449e-bb19-001fffcc008e" providerId="ADAL" clId="{BC0BD879-F267-5CCA-8DEA-E3B2DD07DA4E}" dt="2026-07-07T00:52:40.635" v="32485" actId="2696"/>
        <pc:sldMkLst>
          <pc:docMk/>
          <pc:sldMk cId="3570049143" sldId="2076138999"/>
        </pc:sldMkLst>
      </pc:sldChg>
      <pc:sldChg chg="addSp modSp add del mod">
        <pc:chgData name="Hironari Yamada" userId="e57621f8-ec3c-449e-bb19-001fffcc008e" providerId="ADAL" clId="{BC0BD879-F267-5CCA-8DEA-E3B2DD07DA4E}" dt="2026-07-07T00:52:40.621" v="32483" actId="2696"/>
        <pc:sldMkLst>
          <pc:docMk/>
          <pc:sldMk cId="4080801140" sldId="2076139000"/>
        </pc:sldMkLst>
      </pc:sldChg>
      <pc:sldChg chg="addSp modSp add del mod">
        <pc:chgData name="Hironari Yamada" userId="e57621f8-ec3c-449e-bb19-001fffcc008e" providerId="ADAL" clId="{BC0BD879-F267-5CCA-8DEA-E3B2DD07DA4E}" dt="2026-07-07T00:52:40.622" v="32484" actId="2696"/>
        <pc:sldMkLst>
          <pc:docMk/>
          <pc:sldMk cId="662043741" sldId="2076139001"/>
        </pc:sldMkLst>
      </pc:sldChg>
      <pc:sldChg chg="addSp delSp modSp add mod modAnim">
        <pc:chgData name="Hironari Yamada" userId="e57621f8-ec3c-449e-bb19-001fffcc008e" providerId="ADAL" clId="{BC0BD879-F267-5CCA-8DEA-E3B2DD07DA4E}" dt="2026-07-08T02:07:15.036" v="35861"/>
        <pc:sldMkLst>
          <pc:docMk/>
          <pc:sldMk cId="936991953" sldId="2076139002"/>
        </pc:sldMkLst>
        <pc:spChg chg="mod">
          <ac:chgData name="Hironari Yamada" userId="e57621f8-ec3c-449e-bb19-001fffcc008e" providerId="ADAL" clId="{BC0BD879-F267-5CCA-8DEA-E3B2DD07DA4E}" dt="2026-07-07T01:00:31.588" v="32510"/>
          <ac:spMkLst>
            <pc:docMk/>
            <pc:sldMk cId="936991953" sldId="2076139002"/>
            <ac:spMk id="2" creationId="{B0FF5654-462B-7CA1-A2DB-A19191E1CAF7}"/>
          </ac:spMkLst>
        </pc:spChg>
        <pc:spChg chg="add del mod">
          <ac:chgData name="Hironari Yamada" userId="e57621f8-ec3c-449e-bb19-001fffcc008e" providerId="ADAL" clId="{BC0BD879-F267-5CCA-8DEA-E3B2DD07DA4E}" dt="2026-07-08T02:04:30.589" v="35625" actId="478"/>
          <ac:spMkLst>
            <pc:docMk/>
            <pc:sldMk cId="936991953" sldId="2076139002"/>
            <ac:spMk id="3" creationId="{4E7FD159-405B-3356-8660-796848E5A472}"/>
          </ac:spMkLst>
        </pc:spChg>
        <pc:spChg chg="mod">
          <ac:chgData name="Hironari Yamada" userId="e57621f8-ec3c-449e-bb19-001fffcc008e" providerId="ADAL" clId="{BC0BD879-F267-5CCA-8DEA-E3B2DD07DA4E}" dt="2026-07-08T02:04:28.073" v="35624"/>
          <ac:spMkLst>
            <pc:docMk/>
            <pc:sldMk cId="936991953" sldId="2076139002"/>
            <ac:spMk id="9" creationId="{F80A7D97-E32F-2B60-838C-0F0A57FE96A9}"/>
          </ac:spMkLst>
        </pc:spChg>
        <pc:spChg chg="add mod">
          <ac:chgData name="Hironari Yamada" userId="e57621f8-ec3c-449e-bb19-001fffcc008e" providerId="ADAL" clId="{BC0BD879-F267-5CCA-8DEA-E3B2DD07DA4E}" dt="2026-07-08T02:05:49.165" v="35857" actId="14100"/>
          <ac:spMkLst>
            <pc:docMk/>
            <pc:sldMk cId="936991953" sldId="2076139002"/>
            <ac:spMk id="10" creationId="{D9DB6B1A-EA21-94CA-7B7D-E96BE16CC491}"/>
          </ac:spMkLst>
        </pc:spChg>
        <pc:spChg chg="mod">
          <ac:chgData name="Hironari Yamada" userId="e57621f8-ec3c-449e-bb19-001fffcc008e" providerId="ADAL" clId="{BC0BD879-F267-5CCA-8DEA-E3B2DD07DA4E}" dt="2026-07-08T02:05:45.929" v="35856" actId="1076"/>
          <ac:spMkLst>
            <pc:docMk/>
            <pc:sldMk cId="936991953" sldId="2076139002"/>
            <ac:spMk id="11" creationId="{7C6BE9B5-15CD-5C91-98F0-814B8EB3994E}"/>
          </ac:spMkLst>
        </pc:spChg>
        <pc:spChg chg="add del mod">
          <ac:chgData name="Hironari Yamada" userId="e57621f8-ec3c-449e-bb19-001fffcc008e" providerId="ADAL" clId="{BC0BD879-F267-5CCA-8DEA-E3B2DD07DA4E}" dt="2026-07-08T02:04:30.589" v="35625" actId="478"/>
          <ac:spMkLst>
            <pc:docMk/>
            <pc:sldMk cId="936991953" sldId="2076139002"/>
            <ac:spMk id="13" creationId="{D8DB978A-34B2-2996-B485-15230A0ED6EF}"/>
          </ac:spMkLst>
        </pc:spChg>
        <pc:spChg chg="add del mod">
          <ac:chgData name="Hironari Yamada" userId="e57621f8-ec3c-449e-bb19-001fffcc008e" providerId="ADAL" clId="{BC0BD879-F267-5CCA-8DEA-E3B2DD07DA4E}" dt="2026-07-08T02:04:30.589" v="35625" actId="478"/>
          <ac:spMkLst>
            <pc:docMk/>
            <pc:sldMk cId="936991953" sldId="2076139002"/>
            <ac:spMk id="14" creationId="{3DF2995D-0968-1681-84F0-8D090E35295C}"/>
          </ac:spMkLst>
        </pc:spChg>
        <pc:spChg chg="add del mod">
          <ac:chgData name="Hironari Yamada" userId="e57621f8-ec3c-449e-bb19-001fffcc008e" providerId="ADAL" clId="{BC0BD879-F267-5CCA-8DEA-E3B2DD07DA4E}" dt="2026-07-08T02:04:30.589" v="35625" actId="478"/>
          <ac:spMkLst>
            <pc:docMk/>
            <pc:sldMk cId="936991953" sldId="2076139002"/>
            <ac:spMk id="15" creationId="{A7E10FC9-9DE6-5363-437E-D0930CBD78BA}"/>
          </ac:spMkLst>
        </pc:spChg>
        <pc:spChg chg="add del mod">
          <ac:chgData name="Hironari Yamada" userId="e57621f8-ec3c-449e-bb19-001fffcc008e" providerId="ADAL" clId="{BC0BD879-F267-5CCA-8DEA-E3B2DD07DA4E}" dt="2026-07-08T02:04:30.589" v="35625" actId="478"/>
          <ac:spMkLst>
            <pc:docMk/>
            <pc:sldMk cId="936991953" sldId="2076139002"/>
            <ac:spMk id="17" creationId="{B591F1D4-5096-6EB9-B8E8-031EDCAD318C}"/>
          </ac:spMkLst>
        </pc:spChg>
        <pc:spChg chg="add del mod">
          <ac:chgData name="Hironari Yamada" userId="e57621f8-ec3c-449e-bb19-001fffcc008e" providerId="ADAL" clId="{BC0BD879-F267-5CCA-8DEA-E3B2DD07DA4E}" dt="2026-07-08T02:04:30.589" v="35625" actId="478"/>
          <ac:spMkLst>
            <pc:docMk/>
            <pc:sldMk cId="936991953" sldId="2076139002"/>
            <ac:spMk id="18" creationId="{B566F922-F32D-8599-8DFD-269232BBFC7B}"/>
          </ac:spMkLst>
        </pc:spChg>
        <pc:spChg chg="add mod">
          <ac:chgData name="Hironari Yamada" userId="e57621f8-ec3c-449e-bb19-001fffcc008e" providerId="ADAL" clId="{BC0BD879-F267-5CCA-8DEA-E3B2DD07DA4E}" dt="2026-07-08T02:05:45.929" v="35856" actId="1076"/>
          <ac:spMkLst>
            <pc:docMk/>
            <pc:sldMk cId="936991953" sldId="2076139002"/>
            <ac:spMk id="19" creationId="{2375B4DC-87C6-6B93-101F-851CE25BBFDA}"/>
          </ac:spMkLst>
        </pc:spChg>
        <pc:spChg chg="add mod">
          <ac:chgData name="Hironari Yamada" userId="e57621f8-ec3c-449e-bb19-001fffcc008e" providerId="ADAL" clId="{BC0BD879-F267-5CCA-8DEA-E3B2DD07DA4E}" dt="2026-07-08T02:05:45.929" v="35856" actId="1076"/>
          <ac:spMkLst>
            <pc:docMk/>
            <pc:sldMk cId="936991953" sldId="2076139002"/>
            <ac:spMk id="24" creationId="{350A9D0E-F4BF-5D1B-CEFB-457A9EA26BDC}"/>
          </ac:spMkLst>
        </pc:spChg>
        <pc:spChg chg="add mod">
          <ac:chgData name="Hironari Yamada" userId="e57621f8-ec3c-449e-bb19-001fffcc008e" providerId="ADAL" clId="{BC0BD879-F267-5CCA-8DEA-E3B2DD07DA4E}" dt="2026-07-08T02:05:45.929" v="35856" actId="1076"/>
          <ac:spMkLst>
            <pc:docMk/>
            <pc:sldMk cId="936991953" sldId="2076139002"/>
            <ac:spMk id="25" creationId="{04CCF51B-EFE2-F369-F52B-0CBB525720A8}"/>
          </ac:spMkLst>
        </pc:spChg>
        <pc:spChg chg="add mod">
          <ac:chgData name="Hironari Yamada" userId="e57621f8-ec3c-449e-bb19-001fffcc008e" providerId="ADAL" clId="{BC0BD879-F267-5CCA-8DEA-E3B2DD07DA4E}" dt="2026-07-08T02:05:45.929" v="35856" actId="1076"/>
          <ac:spMkLst>
            <pc:docMk/>
            <pc:sldMk cId="936991953" sldId="2076139002"/>
            <ac:spMk id="27" creationId="{5E7BB766-E112-75B1-0F2F-38DF218E6183}"/>
          </ac:spMkLst>
        </pc:spChg>
        <pc:spChg chg="add mod">
          <ac:chgData name="Hironari Yamada" userId="e57621f8-ec3c-449e-bb19-001fffcc008e" providerId="ADAL" clId="{BC0BD879-F267-5CCA-8DEA-E3B2DD07DA4E}" dt="2026-07-08T02:05:45.929" v="35856" actId="1076"/>
          <ac:spMkLst>
            <pc:docMk/>
            <pc:sldMk cId="936991953" sldId="2076139002"/>
            <ac:spMk id="30" creationId="{46F9C6FF-E792-5929-549A-F9F990D82E31}"/>
          </ac:spMkLst>
        </pc:spChg>
        <pc:spChg chg="mod">
          <ac:chgData name="Hironari Yamada" userId="e57621f8-ec3c-449e-bb19-001fffcc008e" providerId="ADAL" clId="{BC0BD879-F267-5CCA-8DEA-E3B2DD07DA4E}" dt="2026-07-08T02:05:45.929" v="35856" actId="1076"/>
          <ac:spMkLst>
            <pc:docMk/>
            <pc:sldMk cId="936991953" sldId="2076139002"/>
            <ac:spMk id="32" creationId="{DA61C4EA-37D2-5F59-2A78-1CE50176704F}"/>
          </ac:spMkLst>
        </pc:spChg>
        <pc:spChg chg="mod">
          <ac:chgData name="Hironari Yamada" userId="e57621f8-ec3c-449e-bb19-001fffcc008e" providerId="ADAL" clId="{BC0BD879-F267-5CCA-8DEA-E3B2DD07DA4E}" dt="2026-07-08T02:05:23.711" v="35851"/>
          <ac:spMkLst>
            <pc:docMk/>
            <pc:sldMk cId="936991953" sldId="2076139002"/>
            <ac:spMk id="35" creationId="{4F2D9F1A-0C19-CE62-827A-BA785BA45F5E}"/>
          </ac:spMkLst>
        </pc:spChg>
        <pc:spChg chg="mod">
          <ac:chgData name="Hironari Yamada" userId="e57621f8-ec3c-449e-bb19-001fffcc008e" providerId="ADAL" clId="{BC0BD879-F267-5CCA-8DEA-E3B2DD07DA4E}" dt="2026-07-08T02:05:23.711" v="35851"/>
          <ac:spMkLst>
            <pc:docMk/>
            <pc:sldMk cId="936991953" sldId="2076139002"/>
            <ac:spMk id="36" creationId="{DE98F92E-58D9-FBAB-86ED-533592B95811}"/>
          </ac:spMkLst>
        </pc:spChg>
        <pc:spChg chg="mod">
          <ac:chgData name="Hironari Yamada" userId="e57621f8-ec3c-449e-bb19-001fffcc008e" providerId="ADAL" clId="{BC0BD879-F267-5CCA-8DEA-E3B2DD07DA4E}" dt="2026-07-08T02:05:23.711" v="35851"/>
          <ac:spMkLst>
            <pc:docMk/>
            <pc:sldMk cId="936991953" sldId="2076139002"/>
            <ac:spMk id="38" creationId="{5F55F169-206E-0068-FC6E-53AEE93AD229}"/>
          </ac:spMkLst>
        </pc:spChg>
        <pc:spChg chg="add del mod">
          <ac:chgData name="Hironari Yamada" userId="e57621f8-ec3c-449e-bb19-001fffcc008e" providerId="ADAL" clId="{BC0BD879-F267-5CCA-8DEA-E3B2DD07DA4E}" dt="2026-07-08T02:04:30.589" v="35625" actId="478"/>
          <ac:spMkLst>
            <pc:docMk/>
            <pc:sldMk cId="936991953" sldId="2076139002"/>
            <ac:spMk id="44" creationId="{5CA03D62-CCA9-F2B6-E895-72FA22F472FD}"/>
          </ac:spMkLst>
        </pc:spChg>
        <pc:spChg chg="add del mod">
          <ac:chgData name="Hironari Yamada" userId="e57621f8-ec3c-449e-bb19-001fffcc008e" providerId="ADAL" clId="{BC0BD879-F267-5CCA-8DEA-E3B2DD07DA4E}" dt="2026-07-08T02:04:30.589" v="35625" actId="478"/>
          <ac:spMkLst>
            <pc:docMk/>
            <pc:sldMk cId="936991953" sldId="2076139002"/>
            <ac:spMk id="56" creationId="{B45B69C3-97FE-F75A-9F2C-59C55A68FE00}"/>
          </ac:spMkLst>
        </pc:spChg>
        <pc:spChg chg="add mod">
          <ac:chgData name="Hironari Yamada" userId="e57621f8-ec3c-449e-bb19-001fffcc008e" providerId="ADAL" clId="{BC0BD879-F267-5CCA-8DEA-E3B2DD07DA4E}" dt="2026-07-08T02:05:45.929" v="35856" actId="1076"/>
          <ac:spMkLst>
            <pc:docMk/>
            <pc:sldMk cId="936991953" sldId="2076139002"/>
            <ac:spMk id="58" creationId="{DD875700-5C16-7576-A53C-A9F1CC6D326C}"/>
          </ac:spMkLst>
        </pc:spChg>
        <pc:spChg chg="add mod">
          <ac:chgData name="Hironari Yamada" userId="e57621f8-ec3c-449e-bb19-001fffcc008e" providerId="ADAL" clId="{BC0BD879-F267-5CCA-8DEA-E3B2DD07DA4E}" dt="2026-07-08T02:05:45.929" v="35856" actId="1076"/>
          <ac:spMkLst>
            <pc:docMk/>
            <pc:sldMk cId="936991953" sldId="2076139002"/>
            <ac:spMk id="59" creationId="{0564FB9D-B0C0-B5A8-BEE7-16FC51D418DF}"/>
          </ac:spMkLst>
        </pc:spChg>
        <pc:spChg chg="mod">
          <ac:chgData name="Hironari Yamada" userId="e57621f8-ec3c-449e-bb19-001fffcc008e" providerId="ADAL" clId="{BC0BD879-F267-5CCA-8DEA-E3B2DD07DA4E}" dt="2026-07-08T02:05:45.929" v="35856" actId="1076"/>
          <ac:spMkLst>
            <pc:docMk/>
            <pc:sldMk cId="936991953" sldId="2076139002"/>
            <ac:spMk id="68" creationId="{4B324BC9-BC3D-33F7-5A7E-AB7A8C3CB211}"/>
          </ac:spMkLst>
        </pc:spChg>
        <pc:spChg chg="add mod">
          <ac:chgData name="Hironari Yamada" userId="e57621f8-ec3c-449e-bb19-001fffcc008e" providerId="ADAL" clId="{BC0BD879-F267-5CCA-8DEA-E3B2DD07DA4E}" dt="2026-07-08T02:06:58.083" v="35858"/>
          <ac:spMkLst>
            <pc:docMk/>
            <pc:sldMk cId="936991953" sldId="2076139002"/>
            <ac:spMk id="78" creationId="{5EE21466-C7D1-D86E-00C7-3539A4F39511}"/>
          </ac:spMkLst>
        </pc:spChg>
        <pc:spChg chg="add mod">
          <ac:chgData name="Hironari Yamada" userId="e57621f8-ec3c-449e-bb19-001fffcc008e" providerId="ADAL" clId="{BC0BD879-F267-5CCA-8DEA-E3B2DD07DA4E}" dt="2026-07-08T02:06:58.083" v="35858"/>
          <ac:spMkLst>
            <pc:docMk/>
            <pc:sldMk cId="936991953" sldId="2076139002"/>
            <ac:spMk id="79" creationId="{129D5606-A91E-D8EC-24EE-930E4D0C0EEA}"/>
          </ac:spMkLst>
        </pc:spChg>
        <pc:spChg chg="add mod">
          <ac:chgData name="Hironari Yamada" userId="e57621f8-ec3c-449e-bb19-001fffcc008e" providerId="ADAL" clId="{BC0BD879-F267-5CCA-8DEA-E3B2DD07DA4E}" dt="2026-07-08T02:06:58.083" v="35858"/>
          <ac:spMkLst>
            <pc:docMk/>
            <pc:sldMk cId="936991953" sldId="2076139002"/>
            <ac:spMk id="80" creationId="{8D175614-9E75-4497-5152-68243F82E363}"/>
          </ac:spMkLst>
        </pc:spChg>
        <pc:spChg chg="mod">
          <ac:chgData name="Hironari Yamada" userId="e57621f8-ec3c-449e-bb19-001fffcc008e" providerId="ADAL" clId="{BC0BD879-F267-5CCA-8DEA-E3B2DD07DA4E}" dt="2026-07-08T02:06:58.083" v="35858"/>
          <ac:spMkLst>
            <pc:docMk/>
            <pc:sldMk cId="936991953" sldId="2076139002"/>
            <ac:spMk id="82" creationId="{66C4BAB7-D2DB-A7FE-334A-BDAB1DE9DEF0}"/>
          </ac:spMkLst>
        </pc:spChg>
        <pc:spChg chg="mod">
          <ac:chgData name="Hironari Yamada" userId="e57621f8-ec3c-449e-bb19-001fffcc008e" providerId="ADAL" clId="{BC0BD879-F267-5CCA-8DEA-E3B2DD07DA4E}" dt="2026-07-08T02:06:58.083" v="35858"/>
          <ac:spMkLst>
            <pc:docMk/>
            <pc:sldMk cId="936991953" sldId="2076139002"/>
            <ac:spMk id="87" creationId="{3BE25B07-BECE-991C-68CE-716793492444}"/>
          </ac:spMkLst>
        </pc:spChg>
        <pc:spChg chg="mod">
          <ac:chgData name="Hironari Yamada" userId="e57621f8-ec3c-449e-bb19-001fffcc008e" providerId="ADAL" clId="{BC0BD879-F267-5CCA-8DEA-E3B2DD07DA4E}" dt="2026-07-08T02:06:58.083" v="35858"/>
          <ac:spMkLst>
            <pc:docMk/>
            <pc:sldMk cId="936991953" sldId="2076139002"/>
            <ac:spMk id="88" creationId="{86C7FDE7-1523-BA59-DF7B-D59EA37460A4}"/>
          </ac:spMkLst>
        </pc:spChg>
        <pc:spChg chg="mod">
          <ac:chgData name="Hironari Yamada" userId="e57621f8-ec3c-449e-bb19-001fffcc008e" providerId="ADAL" clId="{BC0BD879-F267-5CCA-8DEA-E3B2DD07DA4E}" dt="2026-07-08T02:06:58.083" v="35858"/>
          <ac:spMkLst>
            <pc:docMk/>
            <pc:sldMk cId="936991953" sldId="2076139002"/>
            <ac:spMk id="90" creationId="{A647F850-4E88-34CC-2B8C-000C35E5202D}"/>
          </ac:spMkLst>
        </pc:spChg>
        <pc:spChg chg="mod">
          <ac:chgData name="Hironari Yamada" userId="e57621f8-ec3c-449e-bb19-001fffcc008e" providerId="ADAL" clId="{BC0BD879-F267-5CCA-8DEA-E3B2DD07DA4E}" dt="2026-07-08T02:06:58.083" v="35858"/>
          <ac:spMkLst>
            <pc:docMk/>
            <pc:sldMk cId="936991953" sldId="2076139002"/>
            <ac:spMk id="93" creationId="{67760405-B16B-AEFD-1D16-0C499730EBE3}"/>
          </ac:spMkLst>
        </pc:spChg>
        <pc:spChg chg="add mod">
          <ac:chgData name="Hironari Yamada" userId="e57621f8-ec3c-449e-bb19-001fffcc008e" providerId="ADAL" clId="{BC0BD879-F267-5CCA-8DEA-E3B2DD07DA4E}" dt="2026-07-08T02:06:58.083" v="35858"/>
          <ac:spMkLst>
            <pc:docMk/>
            <pc:sldMk cId="936991953" sldId="2076139002"/>
            <ac:spMk id="94" creationId="{575728AA-A296-3C52-778D-CF0A49ABAEB2}"/>
          </ac:spMkLst>
        </pc:spChg>
        <pc:spChg chg="add mod">
          <ac:chgData name="Hironari Yamada" userId="e57621f8-ec3c-449e-bb19-001fffcc008e" providerId="ADAL" clId="{BC0BD879-F267-5CCA-8DEA-E3B2DD07DA4E}" dt="2026-07-08T02:06:58.083" v="35858"/>
          <ac:spMkLst>
            <pc:docMk/>
            <pc:sldMk cId="936991953" sldId="2076139002"/>
            <ac:spMk id="95" creationId="{677751A4-98AC-6918-963F-0D5560E23056}"/>
          </ac:spMkLst>
        </pc:spChg>
        <pc:picChg chg="add del mod">
          <ac:chgData name="Hironari Yamada" userId="e57621f8-ec3c-449e-bb19-001fffcc008e" providerId="ADAL" clId="{BC0BD879-F267-5CCA-8DEA-E3B2DD07DA4E}" dt="2026-07-08T02:04:30.589" v="35625" actId="478"/>
          <ac:picMkLst>
            <pc:docMk/>
            <pc:sldMk cId="936991953" sldId="2076139002"/>
            <ac:picMk id="5" creationId="{2C6A840A-5901-8AD1-B7A0-D0BC3C1F0AE8}"/>
          </ac:picMkLst>
        </pc:picChg>
        <pc:picChg chg="add del mod">
          <ac:chgData name="Hironari Yamada" userId="e57621f8-ec3c-449e-bb19-001fffcc008e" providerId="ADAL" clId="{BC0BD879-F267-5CCA-8DEA-E3B2DD07DA4E}" dt="2026-07-08T02:04:30.589" v="35625" actId="478"/>
          <ac:picMkLst>
            <pc:docMk/>
            <pc:sldMk cId="936991953" sldId="2076139002"/>
            <ac:picMk id="7" creationId="{212B2560-1AFB-1ECB-21AC-264F04898435}"/>
          </ac:picMkLst>
        </pc:picChg>
      </pc:sldChg>
      <pc:sldChg chg="addSp delSp modSp add del mod">
        <pc:chgData name="Hironari Yamada" userId="e57621f8-ec3c-449e-bb19-001fffcc008e" providerId="ADAL" clId="{BC0BD879-F267-5CCA-8DEA-E3B2DD07DA4E}" dt="2026-07-07T00:52:44.027" v="32490" actId="2696"/>
        <pc:sldMkLst>
          <pc:docMk/>
          <pc:sldMk cId="4265746767" sldId="2076139003"/>
        </pc:sldMkLst>
      </pc:sldChg>
      <pc:sldChg chg="addSp delSp modSp add del mod">
        <pc:chgData name="Hironari Yamada" userId="e57621f8-ec3c-449e-bb19-001fffcc008e" providerId="ADAL" clId="{BC0BD879-F267-5CCA-8DEA-E3B2DD07DA4E}" dt="2026-07-07T00:52:44.017" v="32489" actId="2696"/>
        <pc:sldMkLst>
          <pc:docMk/>
          <pc:sldMk cId="1963172127" sldId="2076139004"/>
        </pc:sldMkLst>
      </pc:sldChg>
      <pc:sldChg chg="addSp delSp modSp add del mod">
        <pc:chgData name="Hironari Yamada" userId="e57621f8-ec3c-449e-bb19-001fffcc008e" providerId="ADAL" clId="{BC0BD879-F267-5CCA-8DEA-E3B2DD07DA4E}" dt="2026-07-07T00:52:44.014" v="32488" actId="2696"/>
        <pc:sldMkLst>
          <pc:docMk/>
          <pc:sldMk cId="872655444" sldId="2076139005"/>
        </pc:sldMkLst>
      </pc:sldChg>
      <pc:sldChg chg="modSp add del mod">
        <pc:chgData name="Hironari Yamada" userId="e57621f8-ec3c-449e-bb19-001fffcc008e" providerId="ADAL" clId="{BC0BD879-F267-5CCA-8DEA-E3B2DD07DA4E}" dt="2026-07-07T00:52:29.883" v="32459" actId="2696"/>
        <pc:sldMkLst>
          <pc:docMk/>
          <pc:sldMk cId="1046175951" sldId="2076139028"/>
        </pc:sldMkLst>
      </pc:sldChg>
      <pc:sldChg chg="modSp add del mod">
        <pc:chgData name="Hironari Yamada" userId="e57621f8-ec3c-449e-bb19-001fffcc008e" providerId="ADAL" clId="{BC0BD879-F267-5CCA-8DEA-E3B2DD07DA4E}" dt="2026-07-07T00:52:29.901" v="32465" actId="2696"/>
        <pc:sldMkLst>
          <pc:docMk/>
          <pc:sldMk cId="2466773821" sldId="2076139029"/>
        </pc:sldMkLst>
      </pc:sldChg>
      <pc:sldChg chg="modSp add mod ord">
        <pc:chgData name="Hironari Yamada" userId="e57621f8-ec3c-449e-bb19-001fffcc008e" providerId="ADAL" clId="{BC0BD879-F267-5CCA-8DEA-E3B2DD07DA4E}" dt="2026-07-07T02:29:01.820" v="33906" actId="20577"/>
        <pc:sldMkLst>
          <pc:docMk/>
          <pc:sldMk cId="2736878859" sldId="2076139030"/>
        </pc:sldMkLst>
        <pc:spChg chg="mod">
          <ac:chgData name="Hironari Yamada" userId="e57621f8-ec3c-449e-bb19-001fffcc008e" providerId="ADAL" clId="{BC0BD879-F267-5CCA-8DEA-E3B2DD07DA4E}" dt="2026-07-07T02:29:01.820" v="33906" actId="20577"/>
          <ac:spMkLst>
            <pc:docMk/>
            <pc:sldMk cId="2736878859" sldId="2076139030"/>
            <ac:spMk id="2" creationId="{A337B78F-DC9F-803E-4E9F-1688575F575F}"/>
          </ac:spMkLst>
        </pc:spChg>
      </pc:sldChg>
      <pc:sldChg chg="addSp delSp modSp add del mod">
        <pc:chgData name="Hironari Yamada" userId="e57621f8-ec3c-449e-bb19-001fffcc008e" providerId="ADAL" clId="{BC0BD879-F267-5CCA-8DEA-E3B2DD07DA4E}" dt="2026-07-07T00:52:29.899" v="32463" actId="2696"/>
        <pc:sldMkLst>
          <pc:docMk/>
          <pc:sldMk cId="3997154777" sldId="2076139031"/>
        </pc:sldMkLst>
      </pc:sldChg>
      <pc:sldChg chg="delSp modSp add del mod">
        <pc:chgData name="Hironari Yamada" userId="e57621f8-ec3c-449e-bb19-001fffcc008e" providerId="ADAL" clId="{BC0BD879-F267-5CCA-8DEA-E3B2DD07DA4E}" dt="2026-07-07T00:52:40.605" v="32482" actId="2696"/>
        <pc:sldMkLst>
          <pc:docMk/>
          <pc:sldMk cId="173466851" sldId="2076139032"/>
        </pc:sldMkLst>
      </pc:sldChg>
      <pc:sldChg chg="addSp modSp add del mod">
        <pc:chgData name="Hironari Yamada" userId="e57621f8-ec3c-449e-bb19-001fffcc008e" providerId="ADAL" clId="{BC0BD879-F267-5CCA-8DEA-E3B2DD07DA4E}" dt="2026-07-07T00:52:40.649" v="32486" actId="2696"/>
        <pc:sldMkLst>
          <pc:docMk/>
          <pc:sldMk cId="4287554038" sldId="2076139033"/>
        </pc:sldMkLst>
      </pc:sldChg>
      <pc:sldChg chg="modSp add mod">
        <pc:chgData name="Hironari Yamada" userId="e57621f8-ec3c-449e-bb19-001fffcc008e" providerId="ADAL" clId="{BC0BD879-F267-5CCA-8DEA-E3B2DD07DA4E}" dt="2026-07-08T02:02:52.296" v="35623" actId="20577"/>
        <pc:sldMkLst>
          <pc:docMk/>
          <pc:sldMk cId="1301920332" sldId="2076139034"/>
        </pc:sldMkLst>
        <pc:spChg chg="mod">
          <ac:chgData name="Hironari Yamada" userId="e57621f8-ec3c-449e-bb19-001fffcc008e" providerId="ADAL" clId="{BC0BD879-F267-5CCA-8DEA-E3B2DD07DA4E}" dt="2026-07-08T02:02:52.296" v="35623" actId="20577"/>
          <ac:spMkLst>
            <pc:docMk/>
            <pc:sldMk cId="1301920332" sldId="2076139034"/>
            <ac:spMk id="2" creationId="{96131B12-E246-C0E9-7E3E-92E5549997DC}"/>
          </ac:spMkLst>
        </pc:spChg>
      </pc:sldChg>
      <pc:sldChg chg="addSp delSp modSp add del mod">
        <pc:chgData name="Hironari Yamada" userId="e57621f8-ec3c-449e-bb19-001fffcc008e" providerId="ADAL" clId="{BC0BD879-F267-5CCA-8DEA-E3B2DD07DA4E}" dt="2026-07-07T00:52:44.001" v="32487" actId="2696"/>
        <pc:sldMkLst>
          <pc:docMk/>
          <pc:sldMk cId="3517711824" sldId="2076139035"/>
        </pc:sldMkLst>
      </pc:sldChg>
      <pc:sldChg chg="addSp delSp modSp add mod">
        <pc:chgData name="Hironari Yamada" userId="e57621f8-ec3c-449e-bb19-001fffcc008e" providerId="ADAL" clId="{BC0BD879-F267-5CCA-8DEA-E3B2DD07DA4E}" dt="2026-07-07T01:17:04.932" v="32685" actId="12"/>
        <pc:sldMkLst>
          <pc:docMk/>
          <pc:sldMk cId="4077887526" sldId="2076139035"/>
        </pc:sldMkLst>
        <pc:spChg chg="mod">
          <ac:chgData name="Hironari Yamada" userId="e57621f8-ec3c-449e-bb19-001fffcc008e" providerId="ADAL" clId="{BC0BD879-F267-5CCA-8DEA-E3B2DD07DA4E}" dt="2026-07-07T01:17:04.932" v="32685" actId="12"/>
          <ac:spMkLst>
            <pc:docMk/>
            <pc:sldMk cId="4077887526" sldId="2076139035"/>
            <ac:spMk id="3" creationId="{EFFF0BF2-4F31-7CE6-B64B-E08EA15C9D69}"/>
          </ac:spMkLst>
        </pc:spChg>
        <pc:spChg chg="add mod">
          <ac:chgData name="Hironari Yamada" userId="e57621f8-ec3c-449e-bb19-001fffcc008e" providerId="ADAL" clId="{BC0BD879-F267-5CCA-8DEA-E3B2DD07DA4E}" dt="2026-07-07T01:16:32.098" v="32653" actId="1076"/>
          <ac:spMkLst>
            <pc:docMk/>
            <pc:sldMk cId="4077887526" sldId="2076139035"/>
            <ac:spMk id="10" creationId="{BEB03FDC-C3E5-BFB9-AD31-763FD22193F0}"/>
          </ac:spMkLst>
        </pc:spChg>
        <pc:spChg chg="del">
          <ac:chgData name="Hironari Yamada" userId="e57621f8-ec3c-449e-bb19-001fffcc008e" providerId="ADAL" clId="{BC0BD879-F267-5CCA-8DEA-E3B2DD07DA4E}" dt="2026-07-07T01:16:00.765" v="32648" actId="478"/>
          <ac:spMkLst>
            <pc:docMk/>
            <pc:sldMk cId="4077887526" sldId="2076139035"/>
            <ac:spMk id="36" creationId="{8C954D0E-6430-D835-6742-8B14C000DBAB}"/>
          </ac:spMkLst>
        </pc:spChg>
        <pc:spChg chg="del">
          <ac:chgData name="Hironari Yamada" userId="e57621f8-ec3c-449e-bb19-001fffcc008e" providerId="ADAL" clId="{BC0BD879-F267-5CCA-8DEA-E3B2DD07DA4E}" dt="2026-07-07T01:16:00.765" v="32648" actId="478"/>
          <ac:spMkLst>
            <pc:docMk/>
            <pc:sldMk cId="4077887526" sldId="2076139035"/>
            <ac:spMk id="41" creationId="{110375B8-D0EC-DA8D-D022-5A2B28BA72C2}"/>
          </ac:spMkLst>
        </pc:spChg>
        <pc:spChg chg="del">
          <ac:chgData name="Hironari Yamada" userId="e57621f8-ec3c-449e-bb19-001fffcc008e" providerId="ADAL" clId="{BC0BD879-F267-5CCA-8DEA-E3B2DD07DA4E}" dt="2026-07-07T01:16:00.765" v="32648" actId="478"/>
          <ac:spMkLst>
            <pc:docMk/>
            <pc:sldMk cId="4077887526" sldId="2076139035"/>
            <ac:spMk id="44" creationId="{DA9B533B-E762-C2D4-493B-398C3E6D6F51}"/>
          </ac:spMkLst>
        </pc:spChg>
        <pc:spChg chg="del">
          <ac:chgData name="Hironari Yamada" userId="e57621f8-ec3c-449e-bb19-001fffcc008e" providerId="ADAL" clId="{BC0BD879-F267-5CCA-8DEA-E3B2DD07DA4E}" dt="2026-07-07T01:16:00.765" v="32648" actId="478"/>
          <ac:spMkLst>
            <pc:docMk/>
            <pc:sldMk cId="4077887526" sldId="2076139035"/>
            <ac:spMk id="47" creationId="{17C05919-8B41-38A2-0831-31C869EF405F}"/>
          </ac:spMkLst>
        </pc:spChg>
        <pc:spChg chg="del">
          <ac:chgData name="Hironari Yamada" userId="e57621f8-ec3c-449e-bb19-001fffcc008e" providerId="ADAL" clId="{BC0BD879-F267-5CCA-8DEA-E3B2DD07DA4E}" dt="2026-07-07T01:16:00.765" v="32648" actId="478"/>
          <ac:spMkLst>
            <pc:docMk/>
            <pc:sldMk cId="4077887526" sldId="2076139035"/>
            <ac:spMk id="48" creationId="{7C954BDB-18B0-8B1A-AA01-E15297A8A5B9}"/>
          </ac:spMkLst>
        </pc:spChg>
        <pc:spChg chg="del">
          <ac:chgData name="Hironari Yamada" userId="e57621f8-ec3c-449e-bb19-001fffcc008e" providerId="ADAL" clId="{BC0BD879-F267-5CCA-8DEA-E3B2DD07DA4E}" dt="2026-07-07T01:16:00.765" v="32648" actId="478"/>
          <ac:spMkLst>
            <pc:docMk/>
            <pc:sldMk cId="4077887526" sldId="2076139035"/>
            <ac:spMk id="50" creationId="{7CBDA23B-3A48-BA71-A3ED-CB68F09238DD}"/>
          </ac:spMkLst>
        </pc:spChg>
        <pc:spChg chg="del">
          <ac:chgData name="Hironari Yamada" userId="e57621f8-ec3c-449e-bb19-001fffcc008e" providerId="ADAL" clId="{BC0BD879-F267-5CCA-8DEA-E3B2DD07DA4E}" dt="2026-07-07T01:16:00.765" v="32648" actId="478"/>
          <ac:spMkLst>
            <pc:docMk/>
            <pc:sldMk cId="4077887526" sldId="2076139035"/>
            <ac:spMk id="52" creationId="{60990575-40EB-1FBC-93C6-0CD83FEC9B69}"/>
          </ac:spMkLst>
        </pc:spChg>
        <pc:spChg chg="del">
          <ac:chgData name="Hironari Yamada" userId="e57621f8-ec3c-449e-bb19-001fffcc008e" providerId="ADAL" clId="{BC0BD879-F267-5CCA-8DEA-E3B2DD07DA4E}" dt="2026-07-07T01:16:00.765" v="32648" actId="478"/>
          <ac:spMkLst>
            <pc:docMk/>
            <pc:sldMk cId="4077887526" sldId="2076139035"/>
            <ac:spMk id="60" creationId="{93C34AD2-0C3E-6C38-BC9A-E9BBCAEF9228}"/>
          </ac:spMkLst>
        </pc:spChg>
        <pc:spChg chg="del">
          <ac:chgData name="Hironari Yamada" userId="e57621f8-ec3c-449e-bb19-001fffcc008e" providerId="ADAL" clId="{BC0BD879-F267-5CCA-8DEA-E3B2DD07DA4E}" dt="2026-07-07T01:16:00.765" v="32648" actId="478"/>
          <ac:spMkLst>
            <pc:docMk/>
            <pc:sldMk cId="4077887526" sldId="2076139035"/>
            <ac:spMk id="64" creationId="{09CAC17B-B2E3-AEF3-B97E-36A31E0C09BD}"/>
          </ac:spMkLst>
        </pc:spChg>
        <pc:spChg chg="del">
          <ac:chgData name="Hironari Yamada" userId="e57621f8-ec3c-449e-bb19-001fffcc008e" providerId="ADAL" clId="{BC0BD879-F267-5CCA-8DEA-E3B2DD07DA4E}" dt="2026-07-07T01:16:00.765" v="32648" actId="478"/>
          <ac:spMkLst>
            <pc:docMk/>
            <pc:sldMk cId="4077887526" sldId="2076139035"/>
            <ac:spMk id="66" creationId="{C54C2380-E1CC-6D2F-9225-74A4F0BEE4C9}"/>
          </ac:spMkLst>
        </pc:spChg>
        <pc:picChg chg="add mod">
          <ac:chgData name="Hironari Yamada" userId="e57621f8-ec3c-449e-bb19-001fffcc008e" providerId="ADAL" clId="{BC0BD879-F267-5CCA-8DEA-E3B2DD07DA4E}" dt="2026-07-07T01:16:15.906" v="32650"/>
          <ac:picMkLst>
            <pc:docMk/>
            <pc:sldMk cId="4077887526" sldId="2076139035"/>
            <ac:picMk id="8" creationId="{AD098D83-4213-905D-FADB-94D5700DE668}"/>
          </ac:picMkLst>
        </pc:picChg>
      </pc:sldChg>
      <pc:sldChg chg="addSp delSp modSp add mod">
        <pc:chgData name="Hironari Yamada" userId="e57621f8-ec3c-449e-bb19-001fffcc008e" providerId="ADAL" clId="{BC0BD879-F267-5CCA-8DEA-E3B2DD07DA4E}" dt="2026-07-07T01:17:23.114" v="32688" actId="2711"/>
        <pc:sldMkLst>
          <pc:docMk/>
          <pc:sldMk cId="574298039" sldId="2076139036"/>
        </pc:sldMkLst>
        <pc:spChg chg="del">
          <ac:chgData name="Hironari Yamada" userId="e57621f8-ec3c-449e-bb19-001fffcc008e" providerId="ADAL" clId="{BC0BD879-F267-5CCA-8DEA-E3B2DD07DA4E}" dt="2026-07-07T01:17:15.621" v="32686" actId="478"/>
          <ac:spMkLst>
            <pc:docMk/>
            <pc:sldMk cId="574298039" sldId="2076139036"/>
            <ac:spMk id="3" creationId="{2463F9FD-7423-9B53-CBC7-9CC8E4B3D507}"/>
          </ac:spMkLst>
        </pc:spChg>
        <pc:spChg chg="add mod">
          <ac:chgData name="Hironari Yamada" userId="e57621f8-ec3c-449e-bb19-001fffcc008e" providerId="ADAL" clId="{BC0BD879-F267-5CCA-8DEA-E3B2DD07DA4E}" dt="2026-07-07T01:17:23.114" v="32688" actId="2711"/>
          <ac:spMkLst>
            <pc:docMk/>
            <pc:sldMk cId="574298039" sldId="2076139036"/>
            <ac:spMk id="5" creationId="{5CA48114-CFDD-BCD1-EC75-26438F4AF381}"/>
          </ac:spMkLst>
        </pc:spChg>
        <pc:spChg chg="del">
          <ac:chgData name="Hironari Yamada" userId="e57621f8-ec3c-449e-bb19-001fffcc008e" providerId="ADAL" clId="{BC0BD879-F267-5CCA-8DEA-E3B2DD07DA4E}" dt="2026-07-07T01:17:15.621" v="32686" actId="478"/>
          <ac:spMkLst>
            <pc:docMk/>
            <pc:sldMk cId="574298039" sldId="2076139036"/>
            <ac:spMk id="6" creationId="{604824F6-1EA1-69A4-A237-B3225156B743}"/>
          </ac:spMkLst>
        </pc:spChg>
        <pc:spChg chg="add mod">
          <ac:chgData name="Hironari Yamada" userId="e57621f8-ec3c-449e-bb19-001fffcc008e" providerId="ADAL" clId="{BC0BD879-F267-5CCA-8DEA-E3B2DD07DA4E}" dt="2026-07-07T01:17:23.114" v="32688" actId="2711"/>
          <ac:spMkLst>
            <pc:docMk/>
            <pc:sldMk cId="574298039" sldId="2076139036"/>
            <ac:spMk id="7" creationId="{8CA1701B-7BB7-7798-C2CE-9C2B35600B98}"/>
          </ac:spMkLst>
        </pc:spChg>
        <pc:spChg chg="mod">
          <ac:chgData name="Hironari Yamada" userId="e57621f8-ec3c-449e-bb19-001fffcc008e" providerId="ADAL" clId="{BC0BD879-F267-5CCA-8DEA-E3B2DD07DA4E}" dt="2026-07-07T01:16:50.943" v="32682" actId="20577"/>
          <ac:spMkLst>
            <pc:docMk/>
            <pc:sldMk cId="574298039" sldId="2076139036"/>
            <ac:spMk id="9" creationId="{1076C938-F328-F8B5-E3B5-ABBE4F958054}"/>
          </ac:spMkLst>
        </pc:spChg>
        <pc:spChg chg="del">
          <ac:chgData name="Hironari Yamada" userId="e57621f8-ec3c-449e-bb19-001fffcc008e" providerId="ADAL" clId="{BC0BD879-F267-5CCA-8DEA-E3B2DD07DA4E}" dt="2026-07-07T01:17:15.621" v="32686" actId="478"/>
          <ac:spMkLst>
            <pc:docMk/>
            <pc:sldMk cId="574298039" sldId="2076139036"/>
            <ac:spMk id="10" creationId="{4E01AE0D-4D9B-EFE0-4438-670D23CBB146}"/>
          </ac:spMkLst>
        </pc:spChg>
        <pc:spChg chg="add mod">
          <ac:chgData name="Hironari Yamada" userId="e57621f8-ec3c-449e-bb19-001fffcc008e" providerId="ADAL" clId="{BC0BD879-F267-5CCA-8DEA-E3B2DD07DA4E}" dt="2026-07-07T01:17:23.114" v="32688" actId="2711"/>
          <ac:spMkLst>
            <pc:docMk/>
            <pc:sldMk cId="574298039" sldId="2076139036"/>
            <ac:spMk id="11" creationId="{DB209F97-95E3-95B0-3D3E-228BF6C2AFF3}"/>
          </ac:spMkLst>
        </pc:spChg>
        <pc:spChg chg="add mod">
          <ac:chgData name="Hironari Yamada" userId="e57621f8-ec3c-449e-bb19-001fffcc008e" providerId="ADAL" clId="{BC0BD879-F267-5CCA-8DEA-E3B2DD07DA4E}" dt="2026-07-07T01:17:23.114" v="32688" actId="2711"/>
          <ac:spMkLst>
            <pc:docMk/>
            <pc:sldMk cId="574298039" sldId="2076139036"/>
            <ac:spMk id="12" creationId="{D6BFA883-5BA2-CA14-B660-0C05BC1AD6E1}"/>
          </ac:spMkLst>
        </pc:spChg>
        <pc:spChg chg="add mod">
          <ac:chgData name="Hironari Yamada" userId="e57621f8-ec3c-449e-bb19-001fffcc008e" providerId="ADAL" clId="{BC0BD879-F267-5CCA-8DEA-E3B2DD07DA4E}" dt="2026-07-07T01:17:23.114" v="32688" actId="2711"/>
          <ac:spMkLst>
            <pc:docMk/>
            <pc:sldMk cId="574298039" sldId="2076139036"/>
            <ac:spMk id="14" creationId="{83625890-1168-6544-C725-4C06CAA28983}"/>
          </ac:spMkLst>
        </pc:spChg>
        <pc:spChg chg="add mod">
          <ac:chgData name="Hironari Yamada" userId="e57621f8-ec3c-449e-bb19-001fffcc008e" providerId="ADAL" clId="{BC0BD879-F267-5CCA-8DEA-E3B2DD07DA4E}" dt="2026-07-07T01:17:23.114" v="32688" actId="2711"/>
          <ac:spMkLst>
            <pc:docMk/>
            <pc:sldMk cId="574298039" sldId="2076139036"/>
            <ac:spMk id="15" creationId="{9E477BD0-96B0-5A71-471F-38EEFE84EC1A}"/>
          </ac:spMkLst>
        </pc:spChg>
        <pc:spChg chg="add mod">
          <ac:chgData name="Hironari Yamada" userId="e57621f8-ec3c-449e-bb19-001fffcc008e" providerId="ADAL" clId="{BC0BD879-F267-5CCA-8DEA-E3B2DD07DA4E}" dt="2026-07-07T01:17:23.114" v="32688" actId="2711"/>
          <ac:spMkLst>
            <pc:docMk/>
            <pc:sldMk cId="574298039" sldId="2076139036"/>
            <ac:spMk id="37" creationId="{AD647393-61C0-829D-6E04-89CE748DBE92}"/>
          </ac:spMkLst>
        </pc:spChg>
        <pc:spChg chg="add mod">
          <ac:chgData name="Hironari Yamada" userId="e57621f8-ec3c-449e-bb19-001fffcc008e" providerId="ADAL" clId="{BC0BD879-F267-5CCA-8DEA-E3B2DD07DA4E}" dt="2026-07-07T01:17:23.114" v="32688" actId="2711"/>
          <ac:spMkLst>
            <pc:docMk/>
            <pc:sldMk cId="574298039" sldId="2076139036"/>
            <ac:spMk id="38" creationId="{518D09DE-5F31-D367-C253-7AD5E3B4FB5E}"/>
          </ac:spMkLst>
        </pc:spChg>
        <pc:spChg chg="add mod">
          <ac:chgData name="Hironari Yamada" userId="e57621f8-ec3c-449e-bb19-001fffcc008e" providerId="ADAL" clId="{BC0BD879-F267-5CCA-8DEA-E3B2DD07DA4E}" dt="2026-07-07T01:17:23.114" v="32688" actId="2711"/>
          <ac:spMkLst>
            <pc:docMk/>
            <pc:sldMk cId="574298039" sldId="2076139036"/>
            <ac:spMk id="41" creationId="{C755FB6A-D19C-7152-2757-48CE8E0FE153}"/>
          </ac:spMkLst>
        </pc:spChg>
        <pc:picChg chg="del">
          <ac:chgData name="Hironari Yamada" userId="e57621f8-ec3c-449e-bb19-001fffcc008e" providerId="ADAL" clId="{BC0BD879-F267-5CCA-8DEA-E3B2DD07DA4E}" dt="2026-07-07T01:17:15.621" v="32686" actId="478"/>
          <ac:picMkLst>
            <pc:docMk/>
            <pc:sldMk cId="574298039" sldId="2076139036"/>
            <ac:picMk id="8" creationId="{7093D77B-2B24-DAC9-B6C0-2A339CC9FBDC}"/>
          </ac:picMkLst>
        </pc:picChg>
        <pc:picChg chg="add mod">
          <ac:chgData name="Hironari Yamada" userId="e57621f8-ec3c-449e-bb19-001fffcc008e" providerId="ADAL" clId="{BC0BD879-F267-5CCA-8DEA-E3B2DD07DA4E}" dt="2026-07-07T01:17:16.072" v="32687"/>
          <ac:picMkLst>
            <pc:docMk/>
            <pc:sldMk cId="574298039" sldId="2076139036"/>
            <ac:picMk id="40" creationId="{2B29BE74-F895-BB71-38FD-623FECA28556}"/>
          </ac:picMkLst>
        </pc:picChg>
      </pc:sldChg>
      <pc:sldChg chg="addSp delSp modSp add mod modAnim">
        <pc:chgData name="Hironari Yamada" userId="e57621f8-ec3c-449e-bb19-001fffcc008e" providerId="ADAL" clId="{BC0BD879-F267-5CCA-8DEA-E3B2DD07DA4E}" dt="2026-07-07T01:46:18.649" v="33234" actId="2711"/>
        <pc:sldMkLst>
          <pc:docMk/>
          <pc:sldMk cId="3260278639" sldId="2076139037"/>
        </pc:sldMkLst>
        <pc:spChg chg="del">
          <ac:chgData name="Hironari Yamada" userId="e57621f8-ec3c-449e-bb19-001fffcc008e" providerId="ADAL" clId="{BC0BD879-F267-5CCA-8DEA-E3B2DD07DA4E}" dt="2026-07-07T01:44:46.586" v="33220" actId="478"/>
          <ac:spMkLst>
            <pc:docMk/>
            <pc:sldMk cId="3260278639" sldId="2076139037"/>
            <ac:spMk id="5" creationId="{71E42416-C5FD-7C1B-89EB-6838A8CECD0D}"/>
          </ac:spMkLst>
        </pc:spChg>
        <pc:spChg chg="add mod">
          <ac:chgData name="Hironari Yamada" userId="e57621f8-ec3c-449e-bb19-001fffcc008e" providerId="ADAL" clId="{BC0BD879-F267-5CCA-8DEA-E3B2DD07DA4E}" dt="2026-07-07T01:46:18.649" v="33234" actId="2711"/>
          <ac:spMkLst>
            <pc:docMk/>
            <pc:sldMk cId="3260278639" sldId="2076139037"/>
            <ac:spMk id="6" creationId="{1008A9F8-8C6A-D4F8-0458-5BB3FED59677}"/>
          </ac:spMkLst>
        </pc:spChg>
        <pc:spChg chg="del">
          <ac:chgData name="Hironari Yamada" userId="e57621f8-ec3c-449e-bb19-001fffcc008e" providerId="ADAL" clId="{BC0BD879-F267-5CCA-8DEA-E3B2DD07DA4E}" dt="2026-07-07T01:44:46.586" v="33220" actId="478"/>
          <ac:spMkLst>
            <pc:docMk/>
            <pc:sldMk cId="3260278639" sldId="2076139037"/>
            <ac:spMk id="7" creationId="{82D1826E-584A-F8E4-EFEC-D62760950DCE}"/>
          </ac:spMkLst>
        </pc:spChg>
        <pc:spChg chg="add mod">
          <ac:chgData name="Hironari Yamada" userId="e57621f8-ec3c-449e-bb19-001fffcc008e" providerId="ADAL" clId="{BC0BD879-F267-5CCA-8DEA-E3B2DD07DA4E}" dt="2026-07-07T01:46:18.649" v="33234" actId="2711"/>
          <ac:spMkLst>
            <pc:docMk/>
            <pc:sldMk cId="3260278639" sldId="2076139037"/>
            <ac:spMk id="8" creationId="{2C65B383-DF08-4DEA-56BC-200DD4009BCE}"/>
          </ac:spMkLst>
        </pc:spChg>
        <pc:spChg chg="mod">
          <ac:chgData name="Hironari Yamada" userId="e57621f8-ec3c-449e-bb19-001fffcc008e" providerId="ADAL" clId="{BC0BD879-F267-5CCA-8DEA-E3B2DD07DA4E}" dt="2026-07-07T01:31:05.831" v="32731" actId="20577"/>
          <ac:spMkLst>
            <pc:docMk/>
            <pc:sldMk cId="3260278639" sldId="2076139037"/>
            <ac:spMk id="9" creationId="{B27D3237-16F7-B0BF-C1A6-BE3ABFB16C48}"/>
          </ac:spMkLst>
        </pc:spChg>
        <pc:spChg chg="add mod">
          <ac:chgData name="Hironari Yamada" userId="e57621f8-ec3c-449e-bb19-001fffcc008e" providerId="ADAL" clId="{BC0BD879-F267-5CCA-8DEA-E3B2DD07DA4E}" dt="2026-07-07T01:46:18.649" v="33234" actId="2711"/>
          <ac:spMkLst>
            <pc:docMk/>
            <pc:sldMk cId="3260278639" sldId="2076139037"/>
            <ac:spMk id="10" creationId="{2037165D-AFB6-D6CC-4873-A20562369134}"/>
          </ac:spMkLst>
        </pc:spChg>
        <pc:spChg chg="del">
          <ac:chgData name="Hironari Yamada" userId="e57621f8-ec3c-449e-bb19-001fffcc008e" providerId="ADAL" clId="{BC0BD879-F267-5CCA-8DEA-E3B2DD07DA4E}" dt="2026-07-07T01:44:46.586" v="33220" actId="478"/>
          <ac:spMkLst>
            <pc:docMk/>
            <pc:sldMk cId="3260278639" sldId="2076139037"/>
            <ac:spMk id="11" creationId="{6BC41988-E806-7B91-5187-E5E13953DE4D}"/>
          </ac:spMkLst>
        </pc:spChg>
        <pc:spChg chg="del">
          <ac:chgData name="Hironari Yamada" userId="e57621f8-ec3c-449e-bb19-001fffcc008e" providerId="ADAL" clId="{BC0BD879-F267-5CCA-8DEA-E3B2DD07DA4E}" dt="2026-07-07T01:44:46.586" v="33220" actId="478"/>
          <ac:spMkLst>
            <pc:docMk/>
            <pc:sldMk cId="3260278639" sldId="2076139037"/>
            <ac:spMk id="12" creationId="{ED1976A2-111C-E67D-206D-D8A0821314E1}"/>
          </ac:spMkLst>
        </pc:spChg>
        <pc:spChg chg="del">
          <ac:chgData name="Hironari Yamada" userId="e57621f8-ec3c-449e-bb19-001fffcc008e" providerId="ADAL" clId="{BC0BD879-F267-5CCA-8DEA-E3B2DD07DA4E}" dt="2026-07-07T01:44:46.586" v="33220" actId="478"/>
          <ac:spMkLst>
            <pc:docMk/>
            <pc:sldMk cId="3260278639" sldId="2076139037"/>
            <ac:spMk id="14" creationId="{DB8B9602-B9DB-F131-3CBA-E03CFC6C4DBF}"/>
          </ac:spMkLst>
        </pc:spChg>
        <pc:spChg chg="del">
          <ac:chgData name="Hironari Yamada" userId="e57621f8-ec3c-449e-bb19-001fffcc008e" providerId="ADAL" clId="{BC0BD879-F267-5CCA-8DEA-E3B2DD07DA4E}" dt="2026-07-07T01:44:46.586" v="33220" actId="478"/>
          <ac:spMkLst>
            <pc:docMk/>
            <pc:sldMk cId="3260278639" sldId="2076139037"/>
            <ac:spMk id="15" creationId="{6E04A85F-C448-AD8C-F7BA-E64AC8DE62CC}"/>
          </ac:spMkLst>
        </pc:spChg>
        <pc:spChg chg="del">
          <ac:chgData name="Hironari Yamada" userId="e57621f8-ec3c-449e-bb19-001fffcc008e" providerId="ADAL" clId="{BC0BD879-F267-5CCA-8DEA-E3B2DD07DA4E}" dt="2026-07-07T01:44:46.586" v="33220" actId="478"/>
          <ac:spMkLst>
            <pc:docMk/>
            <pc:sldMk cId="3260278639" sldId="2076139037"/>
            <ac:spMk id="37" creationId="{22456694-8EEA-355A-B343-7FB373403B3D}"/>
          </ac:spMkLst>
        </pc:spChg>
        <pc:spChg chg="del">
          <ac:chgData name="Hironari Yamada" userId="e57621f8-ec3c-449e-bb19-001fffcc008e" providerId="ADAL" clId="{BC0BD879-F267-5CCA-8DEA-E3B2DD07DA4E}" dt="2026-07-07T01:44:46.586" v="33220" actId="478"/>
          <ac:spMkLst>
            <pc:docMk/>
            <pc:sldMk cId="3260278639" sldId="2076139037"/>
            <ac:spMk id="38" creationId="{6855EBD5-FCD4-AB93-5068-8EE8931D9568}"/>
          </ac:spMkLst>
        </pc:spChg>
        <pc:spChg chg="del">
          <ac:chgData name="Hironari Yamada" userId="e57621f8-ec3c-449e-bb19-001fffcc008e" providerId="ADAL" clId="{BC0BD879-F267-5CCA-8DEA-E3B2DD07DA4E}" dt="2026-07-07T01:44:46.586" v="33220" actId="478"/>
          <ac:spMkLst>
            <pc:docMk/>
            <pc:sldMk cId="3260278639" sldId="2076139037"/>
            <ac:spMk id="41" creationId="{7C5B1D07-7A16-3E94-97C9-2B928466D8BC}"/>
          </ac:spMkLst>
        </pc:spChg>
        <pc:spChg chg="add mod">
          <ac:chgData name="Hironari Yamada" userId="e57621f8-ec3c-449e-bb19-001fffcc008e" providerId="ADAL" clId="{BC0BD879-F267-5CCA-8DEA-E3B2DD07DA4E}" dt="2026-07-07T01:46:18.649" v="33234" actId="2711"/>
          <ac:spMkLst>
            <pc:docMk/>
            <pc:sldMk cId="3260278639" sldId="2076139037"/>
            <ac:spMk id="53" creationId="{BC6FF044-BD7C-DB65-C0CE-F45AD0E302F0}"/>
          </ac:spMkLst>
        </pc:spChg>
        <pc:spChg chg="add mod">
          <ac:chgData name="Hironari Yamada" userId="e57621f8-ec3c-449e-bb19-001fffcc008e" providerId="ADAL" clId="{BC0BD879-F267-5CCA-8DEA-E3B2DD07DA4E}" dt="2026-07-07T01:46:18.649" v="33234" actId="2711"/>
          <ac:spMkLst>
            <pc:docMk/>
            <pc:sldMk cId="3260278639" sldId="2076139037"/>
            <ac:spMk id="54" creationId="{5F4AEC41-CF1D-EF49-A661-12B7D94203E1}"/>
          </ac:spMkLst>
        </pc:spChg>
        <pc:spChg chg="add mod">
          <ac:chgData name="Hironari Yamada" userId="e57621f8-ec3c-449e-bb19-001fffcc008e" providerId="ADAL" clId="{BC0BD879-F267-5CCA-8DEA-E3B2DD07DA4E}" dt="2026-07-07T01:46:18.649" v="33234" actId="2711"/>
          <ac:spMkLst>
            <pc:docMk/>
            <pc:sldMk cId="3260278639" sldId="2076139037"/>
            <ac:spMk id="57" creationId="{3589EF89-B763-FB0A-E60D-2671CFF1454A}"/>
          </ac:spMkLst>
        </pc:spChg>
        <pc:spChg chg="add mod">
          <ac:chgData name="Hironari Yamada" userId="e57621f8-ec3c-449e-bb19-001fffcc008e" providerId="ADAL" clId="{BC0BD879-F267-5CCA-8DEA-E3B2DD07DA4E}" dt="2026-07-07T01:46:18.649" v="33234" actId="2711"/>
          <ac:spMkLst>
            <pc:docMk/>
            <pc:sldMk cId="3260278639" sldId="2076139037"/>
            <ac:spMk id="60" creationId="{7600C05F-9B61-1302-CF29-70129326A0AB}"/>
          </ac:spMkLst>
        </pc:spChg>
        <pc:spChg chg="add mod">
          <ac:chgData name="Hironari Yamada" userId="e57621f8-ec3c-449e-bb19-001fffcc008e" providerId="ADAL" clId="{BC0BD879-F267-5CCA-8DEA-E3B2DD07DA4E}" dt="2026-07-07T01:46:18.649" v="33234" actId="2711"/>
          <ac:spMkLst>
            <pc:docMk/>
            <pc:sldMk cId="3260278639" sldId="2076139037"/>
            <ac:spMk id="64" creationId="{17A2FD12-AE58-F1CA-D35B-3DEBF314F5D0}"/>
          </ac:spMkLst>
        </pc:spChg>
        <pc:spChg chg="add mod">
          <ac:chgData name="Hironari Yamada" userId="e57621f8-ec3c-449e-bb19-001fffcc008e" providerId="ADAL" clId="{BC0BD879-F267-5CCA-8DEA-E3B2DD07DA4E}" dt="2026-07-07T01:46:18.649" v="33234" actId="2711"/>
          <ac:spMkLst>
            <pc:docMk/>
            <pc:sldMk cId="3260278639" sldId="2076139037"/>
            <ac:spMk id="67" creationId="{DCCB7E39-06BD-3F2A-80E0-1E924440698B}"/>
          </ac:spMkLst>
        </pc:spChg>
        <pc:spChg chg="add mod">
          <ac:chgData name="Hironari Yamada" userId="e57621f8-ec3c-449e-bb19-001fffcc008e" providerId="ADAL" clId="{BC0BD879-F267-5CCA-8DEA-E3B2DD07DA4E}" dt="2026-07-07T01:46:18.649" v="33234" actId="2711"/>
          <ac:spMkLst>
            <pc:docMk/>
            <pc:sldMk cId="3260278639" sldId="2076139037"/>
            <ac:spMk id="68" creationId="{A9B9DA12-EC68-D8CE-1901-239F5813C691}"/>
          </ac:spMkLst>
        </pc:spChg>
        <pc:spChg chg="mod">
          <ac:chgData name="Hironari Yamada" userId="e57621f8-ec3c-449e-bb19-001fffcc008e" providerId="ADAL" clId="{BC0BD879-F267-5CCA-8DEA-E3B2DD07DA4E}" dt="2026-07-07T01:45:19.740" v="33226" actId="1076"/>
          <ac:spMkLst>
            <pc:docMk/>
            <pc:sldMk cId="3260278639" sldId="2076139037"/>
            <ac:spMk id="69" creationId="{6E88589B-4A03-616D-B8F8-535539AD49C7}"/>
          </ac:spMkLst>
        </pc:spChg>
        <pc:spChg chg="mod">
          <ac:chgData name="Hironari Yamada" userId="e57621f8-ec3c-449e-bb19-001fffcc008e" providerId="ADAL" clId="{BC0BD879-F267-5CCA-8DEA-E3B2DD07DA4E}" dt="2026-07-07T01:45:15.326" v="33225" actId="2711"/>
          <ac:spMkLst>
            <pc:docMk/>
            <pc:sldMk cId="3260278639" sldId="2076139037"/>
            <ac:spMk id="71" creationId="{E9AB8F61-3168-08D7-415A-AA198B62B85C}"/>
          </ac:spMkLst>
        </pc:spChg>
        <pc:spChg chg="add mod">
          <ac:chgData name="Hironari Yamada" userId="e57621f8-ec3c-449e-bb19-001fffcc008e" providerId="ADAL" clId="{BC0BD879-F267-5CCA-8DEA-E3B2DD07DA4E}" dt="2026-07-07T01:45:24.598" v="33228"/>
          <ac:spMkLst>
            <pc:docMk/>
            <pc:sldMk cId="3260278639" sldId="2076139037"/>
            <ac:spMk id="72" creationId="{7A90FC12-E668-FF1F-F677-C89131F189EC}"/>
          </ac:spMkLst>
        </pc:spChg>
        <pc:spChg chg="add mod">
          <ac:chgData name="Hironari Yamada" userId="e57621f8-ec3c-449e-bb19-001fffcc008e" providerId="ADAL" clId="{BC0BD879-F267-5CCA-8DEA-E3B2DD07DA4E}" dt="2026-07-07T01:45:23.903" v="33227"/>
          <ac:spMkLst>
            <pc:docMk/>
            <pc:sldMk cId="3260278639" sldId="2076139037"/>
            <ac:spMk id="73" creationId="{22597AAB-0A12-6D18-3079-A5ABB78DB2A0}"/>
          </ac:spMkLst>
        </pc:spChg>
        <pc:spChg chg="add mod">
          <ac:chgData name="Hironari Yamada" userId="e57621f8-ec3c-449e-bb19-001fffcc008e" providerId="ADAL" clId="{BC0BD879-F267-5CCA-8DEA-E3B2DD07DA4E}" dt="2026-07-07T01:45:23.903" v="33227"/>
          <ac:spMkLst>
            <pc:docMk/>
            <pc:sldMk cId="3260278639" sldId="2076139037"/>
            <ac:spMk id="74" creationId="{90C62B2C-D81A-F650-5D84-8F0A17662268}"/>
          </ac:spMkLst>
        </pc:spChg>
        <pc:spChg chg="add mod">
          <ac:chgData name="Hironari Yamada" userId="e57621f8-ec3c-449e-bb19-001fffcc008e" providerId="ADAL" clId="{BC0BD879-F267-5CCA-8DEA-E3B2DD07DA4E}" dt="2026-07-07T01:45:23.903" v="33227"/>
          <ac:spMkLst>
            <pc:docMk/>
            <pc:sldMk cId="3260278639" sldId="2076139037"/>
            <ac:spMk id="75" creationId="{1A2E845B-B05C-5A74-ED58-847AB8590AFC}"/>
          </ac:spMkLst>
        </pc:spChg>
        <pc:spChg chg="add mod">
          <ac:chgData name="Hironari Yamada" userId="e57621f8-ec3c-449e-bb19-001fffcc008e" providerId="ADAL" clId="{BC0BD879-F267-5CCA-8DEA-E3B2DD07DA4E}" dt="2026-07-07T01:45:23.903" v="33227"/>
          <ac:spMkLst>
            <pc:docMk/>
            <pc:sldMk cId="3260278639" sldId="2076139037"/>
            <ac:spMk id="87" creationId="{3FE37FB2-63B2-872D-F0F5-D7FC32AA682B}"/>
          </ac:spMkLst>
        </pc:spChg>
        <pc:spChg chg="add mod">
          <ac:chgData name="Hironari Yamada" userId="e57621f8-ec3c-449e-bb19-001fffcc008e" providerId="ADAL" clId="{BC0BD879-F267-5CCA-8DEA-E3B2DD07DA4E}" dt="2026-07-07T01:45:23.903" v="33227"/>
          <ac:spMkLst>
            <pc:docMk/>
            <pc:sldMk cId="3260278639" sldId="2076139037"/>
            <ac:spMk id="90" creationId="{DF7A82B8-9838-D923-DB55-613EC4A28061}"/>
          </ac:spMkLst>
        </pc:spChg>
        <pc:spChg chg="add mod">
          <ac:chgData name="Hironari Yamada" userId="e57621f8-ec3c-449e-bb19-001fffcc008e" providerId="ADAL" clId="{BC0BD879-F267-5CCA-8DEA-E3B2DD07DA4E}" dt="2026-07-07T01:45:23.903" v="33227"/>
          <ac:spMkLst>
            <pc:docMk/>
            <pc:sldMk cId="3260278639" sldId="2076139037"/>
            <ac:spMk id="93" creationId="{3C9FC1AF-32BE-BA1E-57FC-3A5B2DE484FA}"/>
          </ac:spMkLst>
        </pc:spChg>
        <pc:spChg chg="add mod">
          <ac:chgData name="Hironari Yamada" userId="e57621f8-ec3c-449e-bb19-001fffcc008e" providerId="ADAL" clId="{BC0BD879-F267-5CCA-8DEA-E3B2DD07DA4E}" dt="2026-07-07T01:45:23.903" v="33227"/>
          <ac:spMkLst>
            <pc:docMk/>
            <pc:sldMk cId="3260278639" sldId="2076139037"/>
            <ac:spMk id="99" creationId="{86400433-D9B4-21D0-8C1F-808E3A137861}"/>
          </ac:spMkLst>
        </pc:spChg>
        <pc:spChg chg="add mod">
          <ac:chgData name="Hironari Yamada" userId="e57621f8-ec3c-449e-bb19-001fffcc008e" providerId="ADAL" clId="{BC0BD879-F267-5CCA-8DEA-E3B2DD07DA4E}" dt="2026-07-07T01:45:23.903" v="33227"/>
          <ac:spMkLst>
            <pc:docMk/>
            <pc:sldMk cId="3260278639" sldId="2076139037"/>
            <ac:spMk id="100" creationId="{66B9ACC4-264D-058C-33AC-766C411880CB}"/>
          </ac:spMkLst>
        </pc:spChg>
        <pc:spChg chg="add mod">
          <ac:chgData name="Hironari Yamada" userId="e57621f8-ec3c-449e-bb19-001fffcc008e" providerId="ADAL" clId="{BC0BD879-F267-5CCA-8DEA-E3B2DD07DA4E}" dt="2026-07-07T01:45:23.903" v="33227"/>
          <ac:spMkLst>
            <pc:docMk/>
            <pc:sldMk cId="3260278639" sldId="2076139037"/>
            <ac:spMk id="104" creationId="{BB6F31FC-67F5-140F-421E-5270E639C8A0}"/>
          </ac:spMkLst>
        </pc:spChg>
        <pc:picChg chg="del">
          <ac:chgData name="Hironari Yamada" userId="e57621f8-ec3c-449e-bb19-001fffcc008e" providerId="ADAL" clId="{BC0BD879-F267-5CCA-8DEA-E3B2DD07DA4E}" dt="2026-07-07T01:44:46.586" v="33220" actId="478"/>
          <ac:picMkLst>
            <pc:docMk/>
            <pc:sldMk cId="3260278639" sldId="2076139037"/>
            <ac:picMk id="34" creationId="{C834AAD3-406A-5C25-432D-C08FC931C3F2}"/>
          </ac:picMkLst>
        </pc:picChg>
      </pc:sldChg>
      <pc:sldChg chg="addSp delSp modSp add mod ord">
        <pc:chgData name="Hironari Yamada" userId="e57621f8-ec3c-449e-bb19-001fffcc008e" providerId="ADAL" clId="{BC0BD879-F267-5CCA-8DEA-E3B2DD07DA4E}" dt="2026-07-07T01:38:26.642" v="33217" actId="20577"/>
        <pc:sldMkLst>
          <pc:docMk/>
          <pc:sldMk cId="3202806209" sldId="2076139038"/>
        </pc:sldMkLst>
        <pc:spChg chg="mod">
          <ac:chgData name="Hironari Yamada" userId="e57621f8-ec3c-449e-bb19-001fffcc008e" providerId="ADAL" clId="{BC0BD879-F267-5CCA-8DEA-E3B2DD07DA4E}" dt="2026-07-07T01:36:55.575" v="33178" actId="20577"/>
          <ac:spMkLst>
            <pc:docMk/>
            <pc:sldMk cId="3202806209" sldId="2076139038"/>
            <ac:spMk id="3" creationId="{13CE9210-429A-0A4A-2530-6B11D2BD9B88}"/>
          </ac:spMkLst>
        </pc:spChg>
        <pc:spChg chg="del">
          <ac:chgData name="Hironari Yamada" userId="e57621f8-ec3c-449e-bb19-001fffcc008e" providerId="ADAL" clId="{BC0BD879-F267-5CCA-8DEA-E3B2DD07DA4E}" dt="2026-07-07T01:31:20.846" v="32742" actId="478"/>
          <ac:spMkLst>
            <pc:docMk/>
            <pc:sldMk cId="3202806209" sldId="2076139038"/>
            <ac:spMk id="5" creationId="{A6898AFE-AA6A-9F7C-3491-37072F483D18}"/>
          </ac:spMkLst>
        </pc:spChg>
        <pc:spChg chg="mod">
          <ac:chgData name="Hironari Yamada" userId="e57621f8-ec3c-449e-bb19-001fffcc008e" providerId="ADAL" clId="{BC0BD879-F267-5CCA-8DEA-E3B2DD07DA4E}" dt="2026-07-07T01:35:25.544" v="32860" actId="20577"/>
          <ac:spMkLst>
            <pc:docMk/>
            <pc:sldMk cId="3202806209" sldId="2076139038"/>
            <ac:spMk id="6" creationId="{60EC4286-31E4-4A6C-EA1F-43DA3D85BE26}"/>
          </ac:spMkLst>
        </pc:spChg>
        <pc:spChg chg="mod">
          <ac:chgData name="Hironari Yamada" userId="e57621f8-ec3c-449e-bb19-001fffcc008e" providerId="ADAL" clId="{BC0BD879-F267-5CCA-8DEA-E3B2DD07DA4E}" dt="2026-07-07T01:31:17.061" v="32741" actId="20577"/>
          <ac:spMkLst>
            <pc:docMk/>
            <pc:sldMk cId="3202806209" sldId="2076139038"/>
            <ac:spMk id="9" creationId="{05D7809C-3465-2458-9DBC-AB467D3B975C}"/>
          </ac:spMkLst>
        </pc:spChg>
        <pc:spChg chg="mod">
          <ac:chgData name="Hironari Yamada" userId="e57621f8-ec3c-449e-bb19-001fffcc008e" providerId="ADAL" clId="{BC0BD879-F267-5CCA-8DEA-E3B2DD07DA4E}" dt="2026-07-07T01:34:29.774" v="32855" actId="1076"/>
          <ac:spMkLst>
            <pc:docMk/>
            <pc:sldMk cId="3202806209" sldId="2076139038"/>
            <ac:spMk id="10" creationId="{346FA466-E72F-1852-B3C6-6867861CE7EA}"/>
          </ac:spMkLst>
        </pc:spChg>
        <pc:spChg chg="mod">
          <ac:chgData name="Hironari Yamada" userId="e57621f8-ec3c-449e-bb19-001fffcc008e" providerId="ADAL" clId="{BC0BD879-F267-5CCA-8DEA-E3B2DD07DA4E}" dt="2026-07-07T01:33:17.560" v="32767" actId="692"/>
          <ac:spMkLst>
            <pc:docMk/>
            <pc:sldMk cId="3202806209" sldId="2076139038"/>
            <ac:spMk id="11" creationId="{6E909130-06A1-BE70-5B15-2A3331E6DF06}"/>
          </ac:spMkLst>
        </pc:spChg>
        <pc:spChg chg="mod">
          <ac:chgData name="Hironari Yamada" userId="e57621f8-ec3c-449e-bb19-001fffcc008e" providerId="ADAL" clId="{BC0BD879-F267-5CCA-8DEA-E3B2DD07DA4E}" dt="2026-07-07T01:32:20.819" v="32745" actId="20577"/>
          <ac:spMkLst>
            <pc:docMk/>
            <pc:sldMk cId="3202806209" sldId="2076139038"/>
            <ac:spMk id="17" creationId="{347E547F-D754-E244-3EF4-6B10E3F9C312}"/>
          </ac:spMkLst>
        </pc:spChg>
        <pc:spChg chg="add mod">
          <ac:chgData name="Hironari Yamada" userId="e57621f8-ec3c-449e-bb19-001fffcc008e" providerId="ADAL" clId="{BC0BD879-F267-5CCA-8DEA-E3B2DD07DA4E}" dt="2026-07-07T01:34:01.546" v="32828" actId="1076"/>
          <ac:spMkLst>
            <pc:docMk/>
            <pc:sldMk cId="3202806209" sldId="2076139038"/>
            <ac:spMk id="24" creationId="{549C3CB8-AF2B-0796-FCD1-324AA8B6EC06}"/>
          </ac:spMkLst>
        </pc:spChg>
        <pc:spChg chg="add mod">
          <ac:chgData name="Hironari Yamada" userId="e57621f8-ec3c-449e-bb19-001fffcc008e" providerId="ADAL" clId="{BC0BD879-F267-5CCA-8DEA-E3B2DD07DA4E}" dt="2026-07-07T01:34:01.546" v="32828" actId="1076"/>
          <ac:spMkLst>
            <pc:docMk/>
            <pc:sldMk cId="3202806209" sldId="2076139038"/>
            <ac:spMk id="25" creationId="{748C39CA-F541-37B9-EBF4-F4B972991E9C}"/>
          </ac:spMkLst>
        </pc:spChg>
        <pc:spChg chg="del">
          <ac:chgData name="Hironari Yamada" userId="e57621f8-ec3c-449e-bb19-001fffcc008e" providerId="ADAL" clId="{BC0BD879-F267-5CCA-8DEA-E3B2DD07DA4E}" dt="2026-07-07T01:31:20.846" v="32742" actId="478"/>
          <ac:spMkLst>
            <pc:docMk/>
            <pc:sldMk cId="3202806209" sldId="2076139038"/>
            <ac:spMk id="36" creationId="{A750E116-36B4-3A63-D3A7-D2E0582C00FA}"/>
          </ac:spMkLst>
        </pc:spChg>
        <pc:spChg chg="del">
          <ac:chgData name="Hironari Yamada" userId="e57621f8-ec3c-449e-bb19-001fffcc008e" providerId="ADAL" clId="{BC0BD879-F267-5CCA-8DEA-E3B2DD07DA4E}" dt="2026-07-07T01:31:20.846" v="32742" actId="478"/>
          <ac:spMkLst>
            <pc:docMk/>
            <pc:sldMk cId="3202806209" sldId="2076139038"/>
            <ac:spMk id="44" creationId="{ECAD158D-3D85-3565-DB87-CEFE74D88BD8}"/>
          </ac:spMkLst>
        </pc:spChg>
        <pc:spChg chg="del">
          <ac:chgData name="Hironari Yamada" userId="e57621f8-ec3c-449e-bb19-001fffcc008e" providerId="ADAL" clId="{BC0BD879-F267-5CCA-8DEA-E3B2DD07DA4E}" dt="2026-07-07T01:31:20.846" v="32742" actId="478"/>
          <ac:spMkLst>
            <pc:docMk/>
            <pc:sldMk cId="3202806209" sldId="2076139038"/>
            <ac:spMk id="48" creationId="{E19A6F5E-4D43-FEB3-48C6-4A6DC11D18D9}"/>
          </ac:spMkLst>
        </pc:spChg>
        <pc:spChg chg="del">
          <ac:chgData name="Hironari Yamada" userId="e57621f8-ec3c-449e-bb19-001fffcc008e" providerId="ADAL" clId="{BC0BD879-F267-5CCA-8DEA-E3B2DD07DA4E}" dt="2026-07-07T01:31:20.846" v="32742" actId="478"/>
          <ac:spMkLst>
            <pc:docMk/>
            <pc:sldMk cId="3202806209" sldId="2076139038"/>
            <ac:spMk id="50" creationId="{CAB17B40-65E1-32D7-0A25-6F38A6AF8763}"/>
          </ac:spMkLst>
        </pc:spChg>
        <pc:spChg chg="del">
          <ac:chgData name="Hironari Yamada" userId="e57621f8-ec3c-449e-bb19-001fffcc008e" providerId="ADAL" clId="{BC0BD879-F267-5CCA-8DEA-E3B2DD07DA4E}" dt="2026-07-07T01:31:20.846" v="32742" actId="478"/>
          <ac:spMkLst>
            <pc:docMk/>
            <pc:sldMk cId="3202806209" sldId="2076139038"/>
            <ac:spMk id="54" creationId="{A7DDD054-C97C-1D83-CB68-5037B02B91AB}"/>
          </ac:spMkLst>
        </pc:spChg>
        <pc:spChg chg="del">
          <ac:chgData name="Hironari Yamada" userId="e57621f8-ec3c-449e-bb19-001fffcc008e" providerId="ADAL" clId="{BC0BD879-F267-5CCA-8DEA-E3B2DD07DA4E}" dt="2026-07-07T01:31:20.846" v="32742" actId="478"/>
          <ac:spMkLst>
            <pc:docMk/>
            <pc:sldMk cId="3202806209" sldId="2076139038"/>
            <ac:spMk id="56" creationId="{4D8830B8-8D5E-3531-14BE-E98D729FA2C1}"/>
          </ac:spMkLst>
        </pc:spChg>
        <pc:spChg chg="del">
          <ac:chgData name="Hironari Yamada" userId="e57621f8-ec3c-449e-bb19-001fffcc008e" providerId="ADAL" clId="{BC0BD879-F267-5CCA-8DEA-E3B2DD07DA4E}" dt="2026-07-07T01:31:20.846" v="32742" actId="478"/>
          <ac:spMkLst>
            <pc:docMk/>
            <pc:sldMk cId="3202806209" sldId="2076139038"/>
            <ac:spMk id="58" creationId="{DD1DBF9F-652D-F6BA-CFD1-8E0E52E1CBE7}"/>
          </ac:spMkLst>
        </pc:spChg>
        <pc:spChg chg="del">
          <ac:chgData name="Hironari Yamada" userId="e57621f8-ec3c-449e-bb19-001fffcc008e" providerId="ADAL" clId="{BC0BD879-F267-5CCA-8DEA-E3B2DD07DA4E}" dt="2026-07-07T01:31:20.846" v="32742" actId="478"/>
          <ac:spMkLst>
            <pc:docMk/>
            <pc:sldMk cId="3202806209" sldId="2076139038"/>
            <ac:spMk id="60" creationId="{0FA4AE0F-B990-2D3E-EE25-63CBDF6CC838}"/>
          </ac:spMkLst>
        </pc:spChg>
        <pc:spChg chg="del">
          <ac:chgData name="Hironari Yamada" userId="e57621f8-ec3c-449e-bb19-001fffcc008e" providerId="ADAL" clId="{BC0BD879-F267-5CCA-8DEA-E3B2DD07DA4E}" dt="2026-07-07T01:31:20.846" v="32742" actId="478"/>
          <ac:spMkLst>
            <pc:docMk/>
            <pc:sldMk cId="3202806209" sldId="2076139038"/>
            <ac:spMk id="68" creationId="{081F194D-96BC-9DF9-EDAD-912B1D52B3B1}"/>
          </ac:spMkLst>
        </pc:spChg>
        <pc:spChg chg="mod">
          <ac:chgData name="Hironari Yamada" userId="e57621f8-ec3c-449e-bb19-001fffcc008e" providerId="ADAL" clId="{BC0BD879-F267-5CCA-8DEA-E3B2DD07DA4E}" dt="2026-07-07T01:34:01.546" v="32828" actId="1076"/>
          <ac:spMkLst>
            <pc:docMk/>
            <pc:sldMk cId="3202806209" sldId="2076139038"/>
            <ac:spMk id="74" creationId="{19381D6E-3D3A-0948-7328-7381EA15DF7D}"/>
          </ac:spMkLst>
        </pc:spChg>
        <pc:spChg chg="mod">
          <ac:chgData name="Hironari Yamada" userId="e57621f8-ec3c-449e-bb19-001fffcc008e" providerId="ADAL" clId="{BC0BD879-F267-5CCA-8DEA-E3B2DD07DA4E}" dt="2026-07-07T01:34:01.546" v="32828" actId="1076"/>
          <ac:spMkLst>
            <pc:docMk/>
            <pc:sldMk cId="3202806209" sldId="2076139038"/>
            <ac:spMk id="75" creationId="{997C7FE8-0B80-217B-5937-72B946A97E1D}"/>
          </ac:spMkLst>
        </pc:spChg>
        <pc:spChg chg="mod">
          <ac:chgData name="Hironari Yamada" userId="e57621f8-ec3c-449e-bb19-001fffcc008e" providerId="ADAL" clId="{BC0BD879-F267-5CCA-8DEA-E3B2DD07DA4E}" dt="2026-07-07T01:34:01.546" v="32828" actId="1076"/>
          <ac:spMkLst>
            <pc:docMk/>
            <pc:sldMk cId="3202806209" sldId="2076139038"/>
            <ac:spMk id="81" creationId="{C2321B64-DCE7-5DDE-A43E-59ED07D9AC3B}"/>
          </ac:spMkLst>
        </pc:spChg>
        <pc:spChg chg="mod">
          <ac:chgData name="Hironari Yamada" userId="e57621f8-ec3c-449e-bb19-001fffcc008e" providerId="ADAL" clId="{BC0BD879-F267-5CCA-8DEA-E3B2DD07DA4E}" dt="2026-07-07T01:34:01.546" v="32828" actId="1076"/>
          <ac:spMkLst>
            <pc:docMk/>
            <pc:sldMk cId="3202806209" sldId="2076139038"/>
            <ac:spMk id="88" creationId="{ADC28548-33B9-E76E-6DA8-CB2F1535DEFF}"/>
          </ac:spMkLst>
        </pc:spChg>
        <pc:spChg chg="mod">
          <ac:chgData name="Hironari Yamada" userId="e57621f8-ec3c-449e-bb19-001fffcc008e" providerId="ADAL" clId="{BC0BD879-F267-5CCA-8DEA-E3B2DD07DA4E}" dt="2026-07-07T01:34:01.546" v="32828" actId="1076"/>
          <ac:spMkLst>
            <pc:docMk/>
            <pc:sldMk cId="3202806209" sldId="2076139038"/>
            <ac:spMk id="90" creationId="{51F9AFD0-837C-0786-E41E-0CC28B9C9E98}"/>
          </ac:spMkLst>
        </pc:spChg>
        <pc:spChg chg="mod">
          <ac:chgData name="Hironari Yamada" userId="e57621f8-ec3c-449e-bb19-001fffcc008e" providerId="ADAL" clId="{BC0BD879-F267-5CCA-8DEA-E3B2DD07DA4E}" dt="2026-07-07T01:34:01.546" v="32828" actId="1076"/>
          <ac:spMkLst>
            <pc:docMk/>
            <pc:sldMk cId="3202806209" sldId="2076139038"/>
            <ac:spMk id="93" creationId="{3446A471-899D-A842-89DA-79769269026A}"/>
          </ac:spMkLst>
        </pc:spChg>
        <pc:spChg chg="mod">
          <ac:chgData name="Hironari Yamada" userId="e57621f8-ec3c-449e-bb19-001fffcc008e" providerId="ADAL" clId="{BC0BD879-F267-5CCA-8DEA-E3B2DD07DA4E}" dt="2026-07-07T01:34:01.546" v="32828" actId="1076"/>
          <ac:spMkLst>
            <pc:docMk/>
            <pc:sldMk cId="3202806209" sldId="2076139038"/>
            <ac:spMk id="94" creationId="{6F3608B3-3BE1-17D1-385D-F4000566F17F}"/>
          </ac:spMkLst>
        </pc:spChg>
        <pc:spChg chg="mod">
          <ac:chgData name="Hironari Yamada" userId="e57621f8-ec3c-449e-bb19-001fffcc008e" providerId="ADAL" clId="{BC0BD879-F267-5CCA-8DEA-E3B2DD07DA4E}" dt="2026-07-07T01:34:01.546" v="32828" actId="1076"/>
          <ac:spMkLst>
            <pc:docMk/>
            <pc:sldMk cId="3202806209" sldId="2076139038"/>
            <ac:spMk id="97" creationId="{FEA524E1-2EDD-86BD-C2B9-0EB4C1D1F339}"/>
          </ac:spMkLst>
        </pc:spChg>
        <pc:spChg chg="add del mod">
          <ac:chgData name="Hironari Yamada" userId="e57621f8-ec3c-449e-bb19-001fffcc008e" providerId="ADAL" clId="{BC0BD879-F267-5CCA-8DEA-E3B2DD07DA4E}" dt="2026-07-07T01:32:35.044" v="32748" actId="478"/>
          <ac:spMkLst>
            <pc:docMk/>
            <pc:sldMk cId="3202806209" sldId="2076139038"/>
            <ac:spMk id="99" creationId="{8AC63561-A6E7-D3CC-0094-690743D83763}"/>
          </ac:spMkLst>
        </pc:spChg>
        <pc:spChg chg="add mod">
          <ac:chgData name="Hironari Yamada" userId="e57621f8-ec3c-449e-bb19-001fffcc008e" providerId="ADAL" clId="{BC0BD879-F267-5CCA-8DEA-E3B2DD07DA4E}" dt="2026-07-07T01:37:38.581" v="33180" actId="207"/>
          <ac:spMkLst>
            <pc:docMk/>
            <pc:sldMk cId="3202806209" sldId="2076139038"/>
            <ac:spMk id="100" creationId="{95F75467-5D0B-3193-A1B0-4166959155FD}"/>
          </ac:spMkLst>
        </pc:spChg>
        <pc:spChg chg="add mod">
          <ac:chgData name="Hironari Yamada" userId="e57621f8-ec3c-449e-bb19-001fffcc008e" providerId="ADAL" clId="{BC0BD879-F267-5CCA-8DEA-E3B2DD07DA4E}" dt="2026-07-07T01:38:16.618" v="33200" actId="207"/>
          <ac:spMkLst>
            <pc:docMk/>
            <pc:sldMk cId="3202806209" sldId="2076139038"/>
            <ac:spMk id="114" creationId="{BBC91351-9B2B-C6EB-1B8B-83D113D37C4B}"/>
          </ac:spMkLst>
        </pc:spChg>
        <pc:spChg chg="add mod">
          <ac:chgData name="Hironari Yamada" userId="e57621f8-ec3c-449e-bb19-001fffcc008e" providerId="ADAL" clId="{BC0BD879-F267-5CCA-8DEA-E3B2DD07DA4E}" dt="2026-07-07T01:38:26.642" v="33217" actId="20577"/>
          <ac:spMkLst>
            <pc:docMk/>
            <pc:sldMk cId="3202806209" sldId="2076139038"/>
            <ac:spMk id="115" creationId="{1E643C30-B891-5711-653A-93AE1DAFF9C3}"/>
          </ac:spMkLst>
        </pc:spChg>
        <pc:picChg chg="del">
          <ac:chgData name="Hironari Yamada" userId="e57621f8-ec3c-449e-bb19-001fffcc008e" providerId="ADAL" clId="{BC0BD879-F267-5CCA-8DEA-E3B2DD07DA4E}" dt="2026-07-07T01:34:13.799" v="32847" actId="478"/>
          <ac:picMkLst>
            <pc:docMk/>
            <pc:sldMk cId="3202806209" sldId="2076139038"/>
            <ac:picMk id="8" creationId="{C95A54EB-ACEE-A330-45A6-589E9DC865CB}"/>
          </ac:picMkLst>
        </pc:picChg>
        <pc:picChg chg="add mod">
          <ac:chgData name="Hironari Yamada" userId="e57621f8-ec3c-449e-bb19-001fffcc008e" providerId="ADAL" clId="{BC0BD879-F267-5CCA-8DEA-E3B2DD07DA4E}" dt="2026-07-07T01:34:21.429" v="32852" actId="1076"/>
          <ac:picMkLst>
            <pc:docMk/>
            <pc:sldMk cId="3202806209" sldId="2076139038"/>
            <ac:picMk id="101" creationId="{B895D924-24EC-FFFE-953F-64F50F7B93FC}"/>
          </ac:picMkLst>
        </pc:picChg>
        <pc:picChg chg="add mod">
          <ac:chgData name="Hironari Yamada" userId="e57621f8-ec3c-449e-bb19-001fffcc008e" providerId="ADAL" clId="{BC0BD879-F267-5CCA-8DEA-E3B2DD07DA4E}" dt="2026-07-07T01:37:48.567" v="33184" actId="1076"/>
          <ac:picMkLst>
            <pc:docMk/>
            <pc:sldMk cId="3202806209" sldId="2076139038"/>
            <ac:picMk id="111" creationId="{822A6656-17F6-F985-7216-2F1CA98EBB1E}"/>
          </ac:picMkLst>
        </pc:picChg>
        <pc:picChg chg="add mod">
          <ac:chgData name="Hironari Yamada" userId="e57621f8-ec3c-449e-bb19-001fffcc008e" providerId="ADAL" clId="{BC0BD879-F267-5CCA-8DEA-E3B2DD07DA4E}" dt="2026-07-07T01:37:58.963" v="33188" actId="1076"/>
          <ac:picMkLst>
            <pc:docMk/>
            <pc:sldMk cId="3202806209" sldId="2076139038"/>
            <ac:picMk id="113" creationId="{B1F677DD-C02C-EB74-B665-5FD2BFC2EB2D}"/>
          </ac:picMkLst>
        </pc:picChg>
        <pc:cxnChg chg="mod">
          <ac:chgData name="Hironari Yamada" userId="e57621f8-ec3c-449e-bb19-001fffcc008e" providerId="ADAL" clId="{BC0BD879-F267-5CCA-8DEA-E3B2DD07DA4E}" dt="2026-07-07T01:34:26.348" v="32854" actId="14100"/>
          <ac:cxnSpMkLst>
            <pc:docMk/>
            <pc:sldMk cId="3202806209" sldId="2076139038"/>
            <ac:cxnSpMk id="16" creationId="{10E4647B-504C-32B9-09EE-52D0088F0E7C}"/>
          </ac:cxnSpMkLst>
        </pc:cxnChg>
        <pc:cxnChg chg="mod">
          <ac:chgData name="Hironari Yamada" userId="e57621f8-ec3c-449e-bb19-001fffcc008e" providerId="ADAL" clId="{BC0BD879-F267-5CCA-8DEA-E3B2DD07DA4E}" dt="2026-07-07T01:34:23.518" v="32853" actId="14100"/>
          <ac:cxnSpMkLst>
            <pc:docMk/>
            <pc:sldMk cId="3202806209" sldId="2076139038"/>
            <ac:cxnSpMk id="18" creationId="{4B5F9B0E-8912-011E-B28E-98EFEFF44F78}"/>
          </ac:cxnSpMkLst>
        </pc:cxnChg>
        <pc:cxnChg chg="mod">
          <ac:chgData name="Hironari Yamada" userId="e57621f8-ec3c-449e-bb19-001fffcc008e" providerId="ADAL" clId="{BC0BD879-F267-5CCA-8DEA-E3B2DD07DA4E}" dt="2026-07-07T01:34:21.429" v="32852" actId="1076"/>
          <ac:cxnSpMkLst>
            <pc:docMk/>
            <pc:sldMk cId="3202806209" sldId="2076139038"/>
            <ac:cxnSpMk id="20" creationId="{C9B746F2-0B76-35BF-C772-8C3D07FE211F}"/>
          </ac:cxnSpMkLst>
        </pc:cxnChg>
        <pc:cxnChg chg="add mod">
          <ac:chgData name="Hironari Yamada" userId="e57621f8-ec3c-449e-bb19-001fffcc008e" providerId="ADAL" clId="{BC0BD879-F267-5CCA-8DEA-E3B2DD07DA4E}" dt="2026-07-07T01:34:39.131" v="32859" actId="1076"/>
          <ac:cxnSpMkLst>
            <pc:docMk/>
            <pc:sldMk cId="3202806209" sldId="2076139038"/>
            <ac:cxnSpMk id="106" creationId="{50835A70-7CF0-6224-E306-DE4BBF774771}"/>
          </ac:cxnSpMkLst>
        </pc:cxnChg>
      </pc:sldChg>
      <pc:sldChg chg="addSp delSp modSp add del modAnim">
        <pc:chgData name="Hironari Yamada" userId="e57621f8-ec3c-449e-bb19-001fffcc008e" providerId="ADAL" clId="{BC0BD879-F267-5CCA-8DEA-E3B2DD07DA4E}" dt="2026-07-07T02:04:17.097" v="33822" actId="2696"/>
        <pc:sldMkLst>
          <pc:docMk/>
          <pc:sldMk cId="1779041537" sldId="2076139039"/>
        </pc:sldMkLst>
        <pc:spChg chg="add mod">
          <ac:chgData name="Hironari Yamada" userId="e57621f8-ec3c-449e-bb19-001fffcc008e" providerId="ADAL" clId="{BC0BD879-F267-5CCA-8DEA-E3B2DD07DA4E}" dt="2026-07-07T01:46:06.560" v="33233" actId="2711"/>
          <ac:spMkLst>
            <pc:docMk/>
            <pc:sldMk cId="1779041537" sldId="2076139039"/>
            <ac:spMk id="5" creationId="{0624838B-6FAC-C40D-3051-2382692CEAC1}"/>
          </ac:spMkLst>
        </pc:spChg>
        <pc:spChg chg="add mod">
          <ac:chgData name="Hironari Yamada" userId="e57621f8-ec3c-449e-bb19-001fffcc008e" providerId="ADAL" clId="{BC0BD879-F267-5CCA-8DEA-E3B2DD07DA4E}" dt="2026-07-07T01:46:06.560" v="33233" actId="2711"/>
          <ac:spMkLst>
            <pc:docMk/>
            <pc:sldMk cId="1779041537" sldId="2076139039"/>
            <ac:spMk id="7" creationId="{221BEBB9-8796-AE72-5319-2AD7FFDCD408}"/>
          </ac:spMkLst>
        </pc:spChg>
        <pc:spChg chg="del">
          <ac:chgData name="Hironari Yamada" userId="e57621f8-ec3c-449e-bb19-001fffcc008e" providerId="ADAL" clId="{BC0BD879-F267-5CCA-8DEA-E3B2DD07DA4E}" dt="2026-07-07T01:45:56.855" v="33230" actId="478"/>
          <ac:spMkLst>
            <pc:docMk/>
            <pc:sldMk cId="1779041537" sldId="2076139039"/>
            <ac:spMk id="8" creationId="{E85AD114-D7DF-A784-F418-3AE21684206F}"/>
          </ac:spMkLst>
        </pc:spChg>
        <pc:spChg chg="del">
          <ac:chgData name="Hironari Yamada" userId="e57621f8-ec3c-449e-bb19-001fffcc008e" providerId="ADAL" clId="{BC0BD879-F267-5CCA-8DEA-E3B2DD07DA4E}" dt="2026-07-07T01:45:56.855" v="33230" actId="478"/>
          <ac:spMkLst>
            <pc:docMk/>
            <pc:sldMk cId="1779041537" sldId="2076139039"/>
            <ac:spMk id="10" creationId="{2D9C96A6-F4AE-03EF-4BAF-EE908C3FDC61}"/>
          </ac:spMkLst>
        </pc:spChg>
        <pc:spChg chg="add mod">
          <ac:chgData name="Hironari Yamada" userId="e57621f8-ec3c-449e-bb19-001fffcc008e" providerId="ADAL" clId="{BC0BD879-F267-5CCA-8DEA-E3B2DD07DA4E}" dt="2026-07-07T01:46:06.560" v="33233" actId="2711"/>
          <ac:spMkLst>
            <pc:docMk/>
            <pc:sldMk cId="1779041537" sldId="2076139039"/>
            <ac:spMk id="15" creationId="{F856F7D6-8D71-DDA6-61C3-CD176BEFBC4C}"/>
          </ac:spMkLst>
        </pc:spChg>
        <pc:spChg chg="add mod">
          <ac:chgData name="Hironari Yamada" userId="e57621f8-ec3c-449e-bb19-001fffcc008e" providerId="ADAL" clId="{BC0BD879-F267-5CCA-8DEA-E3B2DD07DA4E}" dt="2026-07-07T01:46:06.560" v="33233" actId="2711"/>
          <ac:spMkLst>
            <pc:docMk/>
            <pc:sldMk cId="1779041537" sldId="2076139039"/>
            <ac:spMk id="27" creationId="{20B6BC00-B3A6-4A0E-43CC-C5406ADF9868}"/>
          </ac:spMkLst>
        </pc:spChg>
        <pc:spChg chg="add mod">
          <ac:chgData name="Hironari Yamada" userId="e57621f8-ec3c-449e-bb19-001fffcc008e" providerId="ADAL" clId="{BC0BD879-F267-5CCA-8DEA-E3B2DD07DA4E}" dt="2026-07-07T01:46:06.560" v="33233" actId="2711"/>
          <ac:spMkLst>
            <pc:docMk/>
            <pc:sldMk cId="1779041537" sldId="2076139039"/>
            <ac:spMk id="36" creationId="{07CE4102-DC64-A79E-B349-6E98E756BE8E}"/>
          </ac:spMkLst>
        </pc:spChg>
        <pc:spChg chg="add mod">
          <ac:chgData name="Hironari Yamada" userId="e57621f8-ec3c-449e-bb19-001fffcc008e" providerId="ADAL" clId="{BC0BD879-F267-5CCA-8DEA-E3B2DD07DA4E}" dt="2026-07-07T01:46:06.560" v="33233" actId="2711"/>
          <ac:spMkLst>
            <pc:docMk/>
            <pc:sldMk cId="1779041537" sldId="2076139039"/>
            <ac:spMk id="37" creationId="{FD30E959-1C96-ACFC-6750-7F290FB0594D}"/>
          </ac:spMkLst>
        </pc:spChg>
        <pc:spChg chg="add mod">
          <ac:chgData name="Hironari Yamada" userId="e57621f8-ec3c-449e-bb19-001fffcc008e" providerId="ADAL" clId="{BC0BD879-F267-5CCA-8DEA-E3B2DD07DA4E}" dt="2026-07-07T01:46:06.560" v="33233" actId="2711"/>
          <ac:spMkLst>
            <pc:docMk/>
            <pc:sldMk cId="1779041537" sldId="2076139039"/>
            <ac:spMk id="38" creationId="{D1EF329C-F80C-AF01-8092-671D61EA1BD7}"/>
          </ac:spMkLst>
        </pc:spChg>
        <pc:spChg chg="del">
          <ac:chgData name="Hironari Yamada" userId="e57621f8-ec3c-449e-bb19-001fffcc008e" providerId="ADAL" clId="{BC0BD879-F267-5CCA-8DEA-E3B2DD07DA4E}" dt="2026-07-07T01:45:56.855" v="33230" actId="478"/>
          <ac:spMkLst>
            <pc:docMk/>
            <pc:sldMk cId="1779041537" sldId="2076139039"/>
            <ac:spMk id="48" creationId="{1BD8909D-30E9-8E94-5AD1-2601A20C6041}"/>
          </ac:spMkLst>
        </pc:spChg>
        <pc:spChg chg="del">
          <ac:chgData name="Hironari Yamada" userId="e57621f8-ec3c-449e-bb19-001fffcc008e" providerId="ADAL" clId="{BC0BD879-F267-5CCA-8DEA-E3B2DD07DA4E}" dt="2026-07-07T01:45:56.855" v="33230" actId="478"/>
          <ac:spMkLst>
            <pc:docMk/>
            <pc:sldMk cId="1779041537" sldId="2076139039"/>
            <ac:spMk id="53" creationId="{6D61E58C-2FC6-FD69-1596-EFBBBBCDB38C}"/>
          </ac:spMkLst>
        </pc:spChg>
        <pc:spChg chg="del">
          <ac:chgData name="Hironari Yamada" userId="e57621f8-ec3c-449e-bb19-001fffcc008e" providerId="ADAL" clId="{BC0BD879-F267-5CCA-8DEA-E3B2DD07DA4E}" dt="2026-07-07T01:45:56.855" v="33230" actId="478"/>
          <ac:spMkLst>
            <pc:docMk/>
            <pc:sldMk cId="1779041537" sldId="2076139039"/>
            <ac:spMk id="54" creationId="{7D7ADCD7-E0DA-F03A-C90C-435B6D0FB6ED}"/>
          </ac:spMkLst>
        </pc:spChg>
        <pc:spChg chg="del">
          <ac:chgData name="Hironari Yamada" userId="e57621f8-ec3c-449e-bb19-001fffcc008e" providerId="ADAL" clId="{BC0BD879-F267-5CCA-8DEA-E3B2DD07DA4E}" dt="2026-07-07T01:45:56.855" v="33230" actId="478"/>
          <ac:spMkLst>
            <pc:docMk/>
            <pc:sldMk cId="1779041537" sldId="2076139039"/>
            <ac:spMk id="57" creationId="{A12985AE-D772-0EC5-388F-87182F1888FB}"/>
          </ac:spMkLst>
        </pc:spChg>
        <pc:spChg chg="del">
          <ac:chgData name="Hironari Yamada" userId="e57621f8-ec3c-449e-bb19-001fffcc008e" providerId="ADAL" clId="{BC0BD879-F267-5CCA-8DEA-E3B2DD07DA4E}" dt="2026-07-07T01:45:56.855" v="33230" actId="478"/>
          <ac:spMkLst>
            <pc:docMk/>
            <pc:sldMk cId="1779041537" sldId="2076139039"/>
            <ac:spMk id="64" creationId="{568CFAF0-D79F-1CE2-70AE-9ACC35E39924}"/>
          </ac:spMkLst>
        </pc:spChg>
        <pc:spChg chg="del">
          <ac:chgData name="Hironari Yamada" userId="e57621f8-ec3c-449e-bb19-001fffcc008e" providerId="ADAL" clId="{BC0BD879-F267-5CCA-8DEA-E3B2DD07DA4E}" dt="2026-07-07T01:45:56.855" v="33230" actId="478"/>
          <ac:spMkLst>
            <pc:docMk/>
            <pc:sldMk cId="1779041537" sldId="2076139039"/>
            <ac:spMk id="68" creationId="{42A4A113-D55A-F328-3640-CF7806B28A3C}"/>
          </ac:spMkLst>
        </pc:spChg>
        <pc:spChg chg="del">
          <ac:chgData name="Hironari Yamada" userId="e57621f8-ec3c-449e-bb19-001fffcc008e" providerId="ADAL" clId="{BC0BD879-F267-5CCA-8DEA-E3B2DD07DA4E}" dt="2026-07-07T01:45:56.855" v="33230" actId="478"/>
          <ac:spMkLst>
            <pc:docMk/>
            <pc:sldMk cId="1779041537" sldId="2076139039"/>
            <ac:spMk id="69" creationId="{8DB19FA3-0268-1F22-7A9A-1D3F134622A9}"/>
          </ac:spMkLst>
        </pc:spChg>
        <pc:spChg chg="del">
          <ac:chgData name="Hironari Yamada" userId="e57621f8-ec3c-449e-bb19-001fffcc008e" providerId="ADAL" clId="{BC0BD879-F267-5CCA-8DEA-E3B2DD07DA4E}" dt="2026-07-07T01:45:56.855" v="33230" actId="478"/>
          <ac:spMkLst>
            <pc:docMk/>
            <pc:sldMk cId="1779041537" sldId="2076139039"/>
            <ac:spMk id="71" creationId="{64DC787A-A955-911D-6222-F086887F03F7}"/>
          </ac:spMkLst>
        </pc:spChg>
        <pc:spChg chg="add mod">
          <ac:chgData name="Hironari Yamada" userId="e57621f8-ec3c-449e-bb19-001fffcc008e" providerId="ADAL" clId="{BC0BD879-F267-5CCA-8DEA-E3B2DD07DA4E}" dt="2026-07-07T01:46:06.560" v="33233" actId="2711"/>
          <ac:spMkLst>
            <pc:docMk/>
            <pc:sldMk cId="1779041537" sldId="2076139039"/>
            <ac:spMk id="75" creationId="{2F960E87-7CCE-7275-7DF6-59A1A7E48AA0}"/>
          </ac:spMkLst>
        </pc:spChg>
        <pc:spChg chg="add mod">
          <ac:chgData name="Hironari Yamada" userId="e57621f8-ec3c-449e-bb19-001fffcc008e" providerId="ADAL" clId="{BC0BD879-F267-5CCA-8DEA-E3B2DD07DA4E}" dt="2026-07-07T01:46:06.560" v="33233" actId="2711"/>
          <ac:spMkLst>
            <pc:docMk/>
            <pc:sldMk cId="1779041537" sldId="2076139039"/>
            <ac:spMk id="77" creationId="{07559435-6938-BC16-5177-F53526F1C89B}"/>
          </ac:spMkLst>
        </pc:spChg>
        <pc:spChg chg="add mod">
          <ac:chgData name="Hironari Yamada" userId="e57621f8-ec3c-449e-bb19-001fffcc008e" providerId="ADAL" clId="{BC0BD879-F267-5CCA-8DEA-E3B2DD07DA4E}" dt="2026-07-07T01:46:06.560" v="33233" actId="2711"/>
          <ac:spMkLst>
            <pc:docMk/>
            <pc:sldMk cId="1779041537" sldId="2076139039"/>
            <ac:spMk id="79" creationId="{B9A18F3F-DC2B-C091-2A37-801CDE6A9E5B}"/>
          </ac:spMkLst>
        </pc:spChg>
      </pc:sldChg>
      <pc:sldChg chg="add del">
        <pc:chgData name="Hironari Yamada" userId="e57621f8-ec3c-449e-bb19-001fffcc008e" providerId="ADAL" clId="{BC0BD879-F267-5CCA-8DEA-E3B2DD07DA4E}" dt="2026-07-07T01:44:42.527" v="33219"/>
        <pc:sldMkLst>
          <pc:docMk/>
          <pc:sldMk cId="3174681759" sldId="2076139039"/>
        </pc:sldMkLst>
      </pc:sldChg>
      <pc:sldChg chg="addSp delSp modSp add mod">
        <pc:chgData name="Hironari Yamada" userId="e57621f8-ec3c-449e-bb19-001fffcc008e" providerId="ADAL" clId="{BC0BD879-F267-5CCA-8DEA-E3B2DD07DA4E}" dt="2026-07-07T01:47:27.875" v="33265"/>
        <pc:sldMkLst>
          <pc:docMk/>
          <pc:sldMk cId="2745601565" sldId="2076139040"/>
        </pc:sldMkLst>
        <pc:spChg chg="mod">
          <ac:chgData name="Hironari Yamada" userId="e57621f8-ec3c-449e-bb19-001fffcc008e" providerId="ADAL" clId="{BC0BD879-F267-5CCA-8DEA-E3B2DD07DA4E}" dt="2026-07-07T01:46:57.140" v="33260" actId="20577"/>
          <ac:spMkLst>
            <pc:docMk/>
            <pc:sldMk cId="2745601565" sldId="2076139040"/>
            <ac:spMk id="3" creationId="{BF8F140B-BAD1-CE7A-7AC4-B10BA83A0471}"/>
          </ac:spMkLst>
        </pc:spChg>
        <pc:spChg chg="del">
          <ac:chgData name="Hironari Yamada" userId="e57621f8-ec3c-449e-bb19-001fffcc008e" providerId="ADAL" clId="{BC0BD879-F267-5CCA-8DEA-E3B2DD07DA4E}" dt="2026-07-07T01:47:01.692" v="33261" actId="478"/>
          <ac:spMkLst>
            <pc:docMk/>
            <pc:sldMk cId="2745601565" sldId="2076139040"/>
            <ac:spMk id="5" creationId="{E0CFB8F7-C377-86CD-2C8C-FF48B186CC16}"/>
          </ac:spMkLst>
        </pc:spChg>
        <pc:spChg chg="add mod">
          <ac:chgData name="Hironari Yamada" userId="e57621f8-ec3c-449e-bb19-001fffcc008e" providerId="ADAL" clId="{BC0BD879-F267-5CCA-8DEA-E3B2DD07DA4E}" dt="2026-07-07T01:47:19.163" v="33264" actId="2711"/>
          <ac:spMkLst>
            <pc:docMk/>
            <pc:sldMk cId="2745601565" sldId="2076139040"/>
            <ac:spMk id="6" creationId="{74F5D4D2-9AD3-7822-0E5E-29C2BBC251F2}"/>
          </ac:spMkLst>
        </pc:spChg>
        <pc:spChg chg="mod">
          <ac:chgData name="Hironari Yamada" userId="e57621f8-ec3c-449e-bb19-001fffcc008e" providerId="ADAL" clId="{BC0BD879-F267-5CCA-8DEA-E3B2DD07DA4E}" dt="2026-07-07T01:46:36.502" v="33250" actId="20577"/>
          <ac:spMkLst>
            <pc:docMk/>
            <pc:sldMk cId="2745601565" sldId="2076139040"/>
            <ac:spMk id="9" creationId="{41645B39-7442-82D5-AA11-CD28E3169D3C}"/>
          </ac:spMkLst>
        </pc:spChg>
        <pc:spChg chg="add mod">
          <ac:chgData name="Hironari Yamada" userId="e57621f8-ec3c-449e-bb19-001fffcc008e" providerId="ADAL" clId="{BC0BD879-F267-5CCA-8DEA-E3B2DD07DA4E}" dt="2026-07-07T01:47:19.163" v="33264" actId="2711"/>
          <ac:spMkLst>
            <pc:docMk/>
            <pc:sldMk cId="2745601565" sldId="2076139040"/>
            <ac:spMk id="10" creationId="{FAE3D14E-E3C8-F602-0201-E0A34D18FF2F}"/>
          </ac:spMkLst>
        </pc:spChg>
        <pc:spChg chg="del">
          <ac:chgData name="Hironari Yamada" userId="e57621f8-ec3c-449e-bb19-001fffcc008e" providerId="ADAL" clId="{BC0BD879-F267-5CCA-8DEA-E3B2DD07DA4E}" dt="2026-07-07T01:47:01.692" v="33261" actId="478"/>
          <ac:spMkLst>
            <pc:docMk/>
            <pc:sldMk cId="2745601565" sldId="2076139040"/>
            <ac:spMk id="21" creationId="{5925F027-F764-A17F-8FEF-4DB875AEA786}"/>
          </ac:spMkLst>
        </pc:spChg>
        <pc:spChg chg="del">
          <ac:chgData name="Hironari Yamada" userId="e57621f8-ec3c-449e-bb19-001fffcc008e" providerId="ADAL" clId="{BC0BD879-F267-5CCA-8DEA-E3B2DD07DA4E}" dt="2026-07-07T01:47:01.692" v="33261" actId="478"/>
          <ac:spMkLst>
            <pc:docMk/>
            <pc:sldMk cId="2745601565" sldId="2076139040"/>
            <ac:spMk id="24" creationId="{1DF54368-59D8-1050-F550-DA8D38468D06}"/>
          </ac:spMkLst>
        </pc:spChg>
        <pc:spChg chg="del">
          <ac:chgData name="Hironari Yamada" userId="e57621f8-ec3c-449e-bb19-001fffcc008e" providerId="ADAL" clId="{BC0BD879-F267-5CCA-8DEA-E3B2DD07DA4E}" dt="2026-07-07T01:47:08.783" v="33262" actId="478"/>
          <ac:spMkLst>
            <pc:docMk/>
            <pc:sldMk cId="2745601565" sldId="2076139040"/>
            <ac:spMk id="35" creationId="{128B6BA8-283B-79F4-57A3-7EFE938C61A1}"/>
          </ac:spMkLst>
        </pc:spChg>
        <pc:spChg chg="del">
          <ac:chgData name="Hironari Yamada" userId="e57621f8-ec3c-449e-bb19-001fffcc008e" providerId="ADAL" clId="{BC0BD879-F267-5CCA-8DEA-E3B2DD07DA4E}" dt="2026-07-07T01:47:01.692" v="33261" actId="478"/>
          <ac:spMkLst>
            <pc:docMk/>
            <pc:sldMk cId="2745601565" sldId="2076139040"/>
            <ac:spMk id="36" creationId="{B4F67817-8190-80BB-070D-9352219CD47D}"/>
          </ac:spMkLst>
        </pc:spChg>
        <pc:spChg chg="del">
          <ac:chgData name="Hironari Yamada" userId="e57621f8-ec3c-449e-bb19-001fffcc008e" providerId="ADAL" clId="{BC0BD879-F267-5CCA-8DEA-E3B2DD07DA4E}" dt="2026-07-07T01:47:01.692" v="33261" actId="478"/>
          <ac:spMkLst>
            <pc:docMk/>
            <pc:sldMk cId="2745601565" sldId="2076139040"/>
            <ac:spMk id="37" creationId="{309FEBDF-08E6-0438-E6AE-EB8267DA370A}"/>
          </ac:spMkLst>
        </pc:spChg>
        <pc:spChg chg="add mod">
          <ac:chgData name="Hironari Yamada" userId="e57621f8-ec3c-449e-bb19-001fffcc008e" providerId="ADAL" clId="{BC0BD879-F267-5CCA-8DEA-E3B2DD07DA4E}" dt="2026-07-07T01:47:19.163" v="33264" actId="2711"/>
          <ac:spMkLst>
            <pc:docMk/>
            <pc:sldMk cId="2745601565" sldId="2076139040"/>
            <ac:spMk id="43" creationId="{F5C5FACC-7395-7BDC-DE40-F21851B74137}"/>
          </ac:spMkLst>
        </pc:spChg>
        <pc:spChg chg="add mod">
          <ac:chgData name="Hironari Yamada" userId="e57621f8-ec3c-449e-bb19-001fffcc008e" providerId="ADAL" clId="{BC0BD879-F267-5CCA-8DEA-E3B2DD07DA4E}" dt="2026-07-07T01:47:19.163" v="33264" actId="2711"/>
          <ac:spMkLst>
            <pc:docMk/>
            <pc:sldMk cId="2745601565" sldId="2076139040"/>
            <ac:spMk id="44" creationId="{926598C4-F136-95F3-1CE3-DC89D2EF44AF}"/>
          </ac:spMkLst>
        </pc:spChg>
        <pc:spChg chg="add mod">
          <ac:chgData name="Hironari Yamada" userId="e57621f8-ec3c-449e-bb19-001fffcc008e" providerId="ADAL" clId="{BC0BD879-F267-5CCA-8DEA-E3B2DD07DA4E}" dt="2026-07-07T01:47:19.163" v="33264" actId="2711"/>
          <ac:spMkLst>
            <pc:docMk/>
            <pc:sldMk cId="2745601565" sldId="2076139040"/>
            <ac:spMk id="45" creationId="{86BB988E-BB65-E037-5A20-1483F17E53A2}"/>
          </ac:spMkLst>
        </pc:spChg>
        <pc:spChg chg="add mod">
          <ac:chgData name="Hironari Yamada" userId="e57621f8-ec3c-449e-bb19-001fffcc008e" providerId="ADAL" clId="{BC0BD879-F267-5CCA-8DEA-E3B2DD07DA4E}" dt="2026-07-07T01:47:19.163" v="33264" actId="2711"/>
          <ac:spMkLst>
            <pc:docMk/>
            <pc:sldMk cId="2745601565" sldId="2076139040"/>
            <ac:spMk id="46" creationId="{61536902-CA47-E81A-CAD0-D15C730BEEC5}"/>
          </ac:spMkLst>
        </pc:spChg>
        <pc:spChg chg="add mod">
          <ac:chgData name="Hironari Yamada" userId="e57621f8-ec3c-449e-bb19-001fffcc008e" providerId="ADAL" clId="{BC0BD879-F267-5CCA-8DEA-E3B2DD07DA4E}" dt="2026-07-07T01:47:27.875" v="33265"/>
          <ac:spMkLst>
            <pc:docMk/>
            <pc:sldMk cId="2745601565" sldId="2076139040"/>
            <ac:spMk id="51" creationId="{8A8479C9-73C4-C130-3FE6-5ADCC76CB371}"/>
          </ac:spMkLst>
        </pc:spChg>
        <pc:spChg chg="add mod">
          <ac:chgData name="Hironari Yamada" userId="e57621f8-ec3c-449e-bb19-001fffcc008e" providerId="ADAL" clId="{BC0BD879-F267-5CCA-8DEA-E3B2DD07DA4E}" dt="2026-07-07T01:47:27.875" v="33265"/>
          <ac:spMkLst>
            <pc:docMk/>
            <pc:sldMk cId="2745601565" sldId="2076139040"/>
            <ac:spMk id="53" creationId="{9C8EB64E-C128-F31D-9F17-D4CAE0BA34A9}"/>
          </ac:spMkLst>
        </pc:spChg>
        <pc:spChg chg="add mod">
          <ac:chgData name="Hironari Yamada" userId="e57621f8-ec3c-449e-bb19-001fffcc008e" providerId="ADAL" clId="{BC0BD879-F267-5CCA-8DEA-E3B2DD07DA4E}" dt="2026-07-07T01:47:27.875" v="33265"/>
          <ac:spMkLst>
            <pc:docMk/>
            <pc:sldMk cId="2745601565" sldId="2076139040"/>
            <ac:spMk id="54" creationId="{44616923-2D68-2701-4708-1E57A27609E3}"/>
          </ac:spMkLst>
        </pc:spChg>
        <pc:spChg chg="add mod">
          <ac:chgData name="Hironari Yamada" userId="e57621f8-ec3c-449e-bb19-001fffcc008e" providerId="ADAL" clId="{BC0BD879-F267-5CCA-8DEA-E3B2DD07DA4E}" dt="2026-07-07T01:47:27.875" v="33265"/>
          <ac:spMkLst>
            <pc:docMk/>
            <pc:sldMk cId="2745601565" sldId="2076139040"/>
            <ac:spMk id="55" creationId="{5BED58D9-C909-3696-A776-214C6FD6008C}"/>
          </ac:spMkLst>
        </pc:spChg>
        <pc:spChg chg="add mod">
          <ac:chgData name="Hironari Yamada" userId="e57621f8-ec3c-449e-bb19-001fffcc008e" providerId="ADAL" clId="{BC0BD879-F267-5CCA-8DEA-E3B2DD07DA4E}" dt="2026-07-07T01:47:27.875" v="33265"/>
          <ac:spMkLst>
            <pc:docMk/>
            <pc:sldMk cId="2745601565" sldId="2076139040"/>
            <ac:spMk id="56" creationId="{4EDEFA3D-0A20-F897-F8DD-B2453035687C}"/>
          </ac:spMkLst>
        </pc:spChg>
        <pc:spChg chg="add mod">
          <ac:chgData name="Hironari Yamada" userId="e57621f8-ec3c-449e-bb19-001fffcc008e" providerId="ADAL" clId="{BC0BD879-F267-5CCA-8DEA-E3B2DD07DA4E}" dt="2026-07-07T01:47:27.875" v="33265"/>
          <ac:spMkLst>
            <pc:docMk/>
            <pc:sldMk cId="2745601565" sldId="2076139040"/>
            <ac:spMk id="57" creationId="{25FF9EEE-666C-91AB-8C0D-A11D7284CDDE}"/>
          </ac:spMkLst>
        </pc:spChg>
        <pc:spChg chg="del">
          <ac:chgData name="Hironari Yamada" userId="e57621f8-ec3c-449e-bb19-001fffcc008e" providerId="ADAL" clId="{BC0BD879-F267-5CCA-8DEA-E3B2DD07DA4E}" dt="2026-07-07T01:47:01.692" v="33261" actId="478"/>
          <ac:spMkLst>
            <pc:docMk/>
            <pc:sldMk cId="2745601565" sldId="2076139040"/>
            <ac:spMk id="75" creationId="{6C207A22-D688-3E2E-5A98-37663AA60886}"/>
          </ac:spMkLst>
        </pc:spChg>
        <pc:spChg chg="del">
          <ac:chgData name="Hironari Yamada" userId="e57621f8-ec3c-449e-bb19-001fffcc008e" providerId="ADAL" clId="{BC0BD879-F267-5CCA-8DEA-E3B2DD07DA4E}" dt="2026-07-07T01:47:01.692" v="33261" actId="478"/>
          <ac:spMkLst>
            <pc:docMk/>
            <pc:sldMk cId="2745601565" sldId="2076139040"/>
            <ac:spMk id="76" creationId="{2B17B533-97CB-9CD2-57F6-15A7FCE43E77}"/>
          </ac:spMkLst>
        </pc:spChg>
        <pc:spChg chg="del">
          <ac:chgData name="Hironari Yamada" userId="e57621f8-ec3c-449e-bb19-001fffcc008e" providerId="ADAL" clId="{BC0BD879-F267-5CCA-8DEA-E3B2DD07DA4E}" dt="2026-07-07T01:47:01.692" v="33261" actId="478"/>
          <ac:spMkLst>
            <pc:docMk/>
            <pc:sldMk cId="2745601565" sldId="2076139040"/>
            <ac:spMk id="77" creationId="{1FA48C16-3432-8332-4495-57360086907A}"/>
          </ac:spMkLst>
        </pc:spChg>
        <pc:spChg chg="del">
          <ac:chgData name="Hironari Yamada" userId="e57621f8-ec3c-449e-bb19-001fffcc008e" providerId="ADAL" clId="{BC0BD879-F267-5CCA-8DEA-E3B2DD07DA4E}" dt="2026-07-07T01:47:01.692" v="33261" actId="478"/>
          <ac:spMkLst>
            <pc:docMk/>
            <pc:sldMk cId="2745601565" sldId="2076139040"/>
            <ac:spMk id="81" creationId="{7DC0581C-2C6F-F67F-AD88-AA101851F654}"/>
          </ac:spMkLst>
        </pc:spChg>
        <pc:spChg chg="del">
          <ac:chgData name="Hironari Yamada" userId="e57621f8-ec3c-449e-bb19-001fffcc008e" providerId="ADAL" clId="{BC0BD879-F267-5CCA-8DEA-E3B2DD07DA4E}" dt="2026-07-07T01:47:01.692" v="33261" actId="478"/>
          <ac:spMkLst>
            <pc:docMk/>
            <pc:sldMk cId="2745601565" sldId="2076139040"/>
            <ac:spMk id="82" creationId="{A3D09774-3667-ED65-0A84-B739F17ECB91}"/>
          </ac:spMkLst>
        </pc:spChg>
        <pc:picChg chg="add mod">
          <ac:chgData name="Hironari Yamada" userId="e57621f8-ec3c-449e-bb19-001fffcc008e" providerId="ADAL" clId="{BC0BD879-F267-5CCA-8DEA-E3B2DD07DA4E}" dt="2026-07-07T01:47:09.546" v="33263"/>
          <ac:picMkLst>
            <pc:docMk/>
            <pc:sldMk cId="2745601565" sldId="2076139040"/>
            <ac:picMk id="8" creationId="{7BA73884-2984-E167-FD1A-B8C49D493F0C}"/>
          </ac:picMkLst>
        </pc:picChg>
        <pc:picChg chg="add mod">
          <ac:chgData name="Hironari Yamada" userId="e57621f8-ec3c-449e-bb19-001fffcc008e" providerId="ADAL" clId="{BC0BD879-F267-5CCA-8DEA-E3B2DD07DA4E}" dt="2026-07-07T01:47:09.546" v="33263"/>
          <ac:picMkLst>
            <pc:docMk/>
            <pc:sldMk cId="2745601565" sldId="2076139040"/>
            <ac:picMk id="47" creationId="{80D9BD66-AC7B-8EAE-95E0-457735C6EE84}"/>
          </ac:picMkLst>
        </pc:picChg>
        <pc:picChg chg="add mod">
          <ac:chgData name="Hironari Yamada" userId="e57621f8-ec3c-449e-bb19-001fffcc008e" providerId="ADAL" clId="{BC0BD879-F267-5CCA-8DEA-E3B2DD07DA4E}" dt="2026-07-07T01:47:09.546" v="33263"/>
          <ac:picMkLst>
            <pc:docMk/>
            <pc:sldMk cId="2745601565" sldId="2076139040"/>
            <ac:picMk id="48" creationId="{4D0BA9F6-F94F-2A34-7EFD-1390AE2F06EA}"/>
          </ac:picMkLst>
        </pc:picChg>
        <pc:picChg chg="add mod">
          <ac:chgData name="Hironari Yamada" userId="e57621f8-ec3c-449e-bb19-001fffcc008e" providerId="ADAL" clId="{BC0BD879-F267-5CCA-8DEA-E3B2DD07DA4E}" dt="2026-07-07T01:47:27.875" v="33265"/>
          <ac:picMkLst>
            <pc:docMk/>
            <pc:sldMk cId="2745601565" sldId="2076139040"/>
            <ac:picMk id="52" creationId="{58E31679-34B3-9DED-C352-791B217B7078}"/>
          </ac:picMkLst>
        </pc:picChg>
        <pc:picChg chg="add mod">
          <ac:chgData name="Hironari Yamada" userId="e57621f8-ec3c-449e-bb19-001fffcc008e" providerId="ADAL" clId="{BC0BD879-F267-5CCA-8DEA-E3B2DD07DA4E}" dt="2026-07-07T01:47:27.875" v="33265"/>
          <ac:picMkLst>
            <pc:docMk/>
            <pc:sldMk cId="2745601565" sldId="2076139040"/>
            <ac:picMk id="58" creationId="{B9C90FF0-1DCF-2184-D86A-A831E4B86891}"/>
          </ac:picMkLst>
        </pc:picChg>
        <pc:picChg chg="add mod">
          <ac:chgData name="Hironari Yamada" userId="e57621f8-ec3c-449e-bb19-001fffcc008e" providerId="ADAL" clId="{BC0BD879-F267-5CCA-8DEA-E3B2DD07DA4E}" dt="2026-07-07T01:47:27.875" v="33265"/>
          <ac:picMkLst>
            <pc:docMk/>
            <pc:sldMk cId="2745601565" sldId="2076139040"/>
            <ac:picMk id="59" creationId="{796C46ED-4AE9-A7F7-A2EE-DE8590C68D85}"/>
          </ac:picMkLst>
        </pc:picChg>
        <pc:cxnChg chg="add mod">
          <ac:chgData name="Hironari Yamada" userId="e57621f8-ec3c-449e-bb19-001fffcc008e" providerId="ADAL" clId="{BC0BD879-F267-5CCA-8DEA-E3B2DD07DA4E}" dt="2026-07-07T01:47:09.546" v="33263"/>
          <ac:cxnSpMkLst>
            <pc:docMk/>
            <pc:sldMk cId="2745601565" sldId="2076139040"/>
            <ac:cxnSpMk id="50" creationId="{4E5859BD-1483-AB82-0FB5-01A61E93D8F9}"/>
          </ac:cxnSpMkLst>
        </pc:cxnChg>
        <pc:cxnChg chg="add mod">
          <ac:chgData name="Hironari Yamada" userId="e57621f8-ec3c-449e-bb19-001fffcc008e" providerId="ADAL" clId="{BC0BD879-F267-5CCA-8DEA-E3B2DD07DA4E}" dt="2026-07-07T01:47:27.875" v="33265"/>
          <ac:cxnSpMkLst>
            <pc:docMk/>
            <pc:sldMk cId="2745601565" sldId="2076139040"/>
            <ac:cxnSpMk id="60" creationId="{8124933F-8E13-AD1E-931D-B8829354CE4B}"/>
          </ac:cxnSpMkLst>
        </pc:cxnChg>
      </pc:sldChg>
      <pc:sldChg chg="addSp delSp modSp add mod">
        <pc:chgData name="Hironari Yamada" userId="e57621f8-ec3c-449e-bb19-001fffcc008e" providerId="ADAL" clId="{BC0BD879-F267-5CCA-8DEA-E3B2DD07DA4E}" dt="2026-07-07T01:50:10.533" v="33453" actId="1076"/>
        <pc:sldMkLst>
          <pc:docMk/>
          <pc:sldMk cId="997343007" sldId="2076139041"/>
        </pc:sldMkLst>
        <pc:spChg chg="mod">
          <ac:chgData name="Hironari Yamada" userId="e57621f8-ec3c-449e-bb19-001fffcc008e" providerId="ADAL" clId="{BC0BD879-F267-5CCA-8DEA-E3B2DD07DA4E}" dt="2026-07-07T01:48:48.060" v="33445" actId="27636"/>
          <ac:spMkLst>
            <pc:docMk/>
            <pc:sldMk cId="997343007" sldId="2076139041"/>
            <ac:spMk id="3" creationId="{028B8204-FD64-331C-7660-A8D867865542}"/>
          </ac:spMkLst>
        </pc:spChg>
        <pc:spChg chg="del">
          <ac:chgData name="Hironari Yamada" userId="e57621f8-ec3c-449e-bb19-001fffcc008e" providerId="ADAL" clId="{BC0BD879-F267-5CCA-8DEA-E3B2DD07DA4E}" dt="2026-07-07T01:47:48.233" v="33268" actId="478"/>
          <ac:spMkLst>
            <pc:docMk/>
            <pc:sldMk cId="997343007" sldId="2076139041"/>
            <ac:spMk id="6" creationId="{3A89E7C0-119F-7495-1505-0DEA4CBB978C}"/>
          </ac:spMkLst>
        </pc:spChg>
        <pc:spChg chg="mod">
          <ac:chgData name="Hironari Yamada" userId="e57621f8-ec3c-449e-bb19-001fffcc008e" providerId="ADAL" clId="{BC0BD879-F267-5CCA-8DEA-E3B2DD07DA4E}" dt="2026-07-07T01:47:35.204" v="33267"/>
          <ac:spMkLst>
            <pc:docMk/>
            <pc:sldMk cId="997343007" sldId="2076139041"/>
            <ac:spMk id="9" creationId="{DC04224B-02E5-52DC-F3C6-E237D8556802}"/>
          </ac:spMkLst>
        </pc:spChg>
        <pc:spChg chg="del">
          <ac:chgData name="Hironari Yamada" userId="e57621f8-ec3c-449e-bb19-001fffcc008e" providerId="ADAL" clId="{BC0BD879-F267-5CCA-8DEA-E3B2DD07DA4E}" dt="2026-07-07T01:47:48.233" v="33268" actId="478"/>
          <ac:spMkLst>
            <pc:docMk/>
            <pc:sldMk cId="997343007" sldId="2076139041"/>
            <ac:spMk id="10" creationId="{81D6D8A7-E042-BB81-EF59-A4D5D0E9CB68}"/>
          </ac:spMkLst>
        </pc:spChg>
        <pc:spChg chg="add mod">
          <ac:chgData name="Hironari Yamada" userId="e57621f8-ec3c-449e-bb19-001fffcc008e" providerId="ADAL" clId="{BC0BD879-F267-5CCA-8DEA-E3B2DD07DA4E}" dt="2026-07-07T01:50:10.533" v="33453" actId="1076"/>
          <ac:spMkLst>
            <pc:docMk/>
            <pc:sldMk cId="997343007" sldId="2076139041"/>
            <ac:spMk id="11" creationId="{FECF63AD-6A1D-3206-B96F-75F5E43D46B0}"/>
          </ac:spMkLst>
        </pc:spChg>
        <pc:spChg chg="del">
          <ac:chgData name="Hironari Yamada" userId="e57621f8-ec3c-449e-bb19-001fffcc008e" providerId="ADAL" clId="{BC0BD879-F267-5CCA-8DEA-E3B2DD07DA4E}" dt="2026-07-07T01:47:48.233" v="33268" actId="478"/>
          <ac:spMkLst>
            <pc:docMk/>
            <pc:sldMk cId="997343007" sldId="2076139041"/>
            <ac:spMk id="43" creationId="{65B88E7D-8D6C-E378-8F3D-5898148FDC5A}"/>
          </ac:spMkLst>
        </pc:spChg>
        <pc:spChg chg="del">
          <ac:chgData name="Hironari Yamada" userId="e57621f8-ec3c-449e-bb19-001fffcc008e" providerId="ADAL" clId="{BC0BD879-F267-5CCA-8DEA-E3B2DD07DA4E}" dt="2026-07-07T01:47:48.233" v="33268" actId="478"/>
          <ac:spMkLst>
            <pc:docMk/>
            <pc:sldMk cId="997343007" sldId="2076139041"/>
            <ac:spMk id="44" creationId="{C777CF59-A12F-3C97-EE12-8FE508427C1E}"/>
          </ac:spMkLst>
        </pc:spChg>
        <pc:spChg chg="del">
          <ac:chgData name="Hironari Yamada" userId="e57621f8-ec3c-449e-bb19-001fffcc008e" providerId="ADAL" clId="{BC0BD879-F267-5CCA-8DEA-E3B2DD07DA4E}" dt="2026-07-07T01:47:48.233" v="33268" actId="478"/>
          <ac:spMkLst>
            <pc:docMk/>
            <pc:sldMk cId="997343007" sldId="2076139041"/>
            <ac:spMk id="45" creationId="{BE0DC7D4-A16D-1CB7-39D7-D314FE8EC136}"/>
          </ac:spMkLst>
        </pc:spChg>
        <pc:spChg chg="del">
          <ac:chgData name="Hironari Yamada" userId="e57621f8-ec3c-449e-bb19-001fffcc008e" providerId="ADAL" clId="{BC0BD879-F267-5CCA-8DEA-E3B2DD07DA4E}" dt="2026-07-07T01:47:48.233" v="33268" actId="478"/>
          <ac:spMkLst>
            <pc:docMk/>
            <pc:sldMk cId="997343007" sldId="2076139041"/>
            <ac:spMk id="46" creationId="{1F2F559F-7EEC-624E-0783-F2E9A5F4A4F8}"/>
          </ac:spMkLst>
        </pc:spChg>
        <pc:picChg chg="add mod">
          <ac:chgData name="Hironari Yamada" userId="e57621f8-ec3c-449e-bb19-001fffcc008e" providerId="ADAL" clId="{BC0BD879-F267-5CCA-8DEA-E3B2DD07DA4E}" dt="2026-07-07T01:48:58.699" v="33447" actId="1076"/>
          <ac:picMkLst>
            <pc:docMk/>
            <pc:sldMk cId="997343007" sldId="2076139041"/>
            <ac:picMk id="5" creationId="{33235DFF-01CA-ABBD-88D5-A2E917763B0C}"/>
          </ac:picMkLst>
        </pc:picChg>
        <pc:picChg chg="del">
          <ac:chgData name="Hironari Yamada" userId="e57621f8-ec3c-449e-bb19-001fffcc008e" providerId="ADAL" clId="{BC0BD879-F267-5CCA-8DEA-E3B2DD07DA4E}" dt="2026-07-07T01:47:48.233" v="33268" actId="478"/>
          <ac:picMkLst>
            <pc:docMk/>
            <pc:sldMk cId="997343007" sldId="2076139041"/>
            <ac:picMk id="8" creationId="{E2BF4A06-0847-46AC-A0B2-02A556A3B54E}"/>
          </ac:picMkLst>
        </pc:picChg>
        <pc:picChg chg="del">
          <ac:chgData name="Hironari Yamada" userId="e57621f8-ec3c-449e-bb19-001fffcc008e" providerId="ADAL" clId="{BC0BD879-F267-5CCA-8DEA-E3B2DD07DA4E}" dt="2026-07-07T01:47:48.233" v="33268" actId="478"/>
          <ac:picMkLst>
            <pc:docMk/>
            <pc:sldMk cId="997343007" sldId="2076139041"/>
            <ac:picMk id="47" creationId="{788A33E7-498D-7143-11C3-A646C408A2D3}"/>
          </ac:picMkLst>
        </pc:picChg>
        <pc:picChg chg="del">
          <ac:chgData name="Hironari Yamada" userId="e57621f8-ec3c-449e-bb19-001fffcc008e" providerId="ADAL" clId="{BC0BD879-F267-5CCA-8DEA-E3B2DD07DA4E}" dt="2026-07-07T01:47:48.233" v="33268" actId="478"/>
          <ac:picMkLst>
            <pc:docMk/>
            <pc:sldMk cId="997343007" sldId="2076139041"/>
            <ac:picMk id="48" creationId="{09AE696C-886E-532A-C315-DA210B366BE6}"/>
          </ac:picMkLst>
        </pc:picChg>
        <pc:cxnChg chg="del">
          <ac:chgData name="Hironari Yamada" userId="e57621f8-ec3c-449e-bb19-001fffcc008e" providerId="ADAL" clId="{BC0BD879-F267-5CCA-8DEA-E3B2DD07DA4E}" dt="2026-07-07T01:47:48.233" v="33268" actId="478"/>
          <ac:cxnSpMkLst>
            <pc:docMk/>
            <pc:sldMk cId="997343007" sldId="2076139041"/>
            <ac:cxnSpMk id="49" creationId="{21F770C5-7F00-9ECB-314B-62433AA74F91}"/>
          </ac:cxnSpMkLst>
        </pc:cxnChg>
      </pc:sldChg>
      <pc:sldChg chg="addSp delSp modSp add mod">
        <pc:chgData name="Hironari Yamada" userId="e57621f8-ec3c-449e-bb19-001fffcc008e" providerId="ADAL" clId="{BC0BD879-F267-5CCA-8DEA-E3B2DD07DA4E}" dt="2026-07-07T02:03:52.841" v="33821"/>
        <pc:sldMkLst>
          <pc:docMk/>
          <pc:sldMk cId="4253850398" sldId="2076139042"/>
        </pc:sldMkLst>
        <pc:spChg chg="add del">
          <ac:chgData name="Hironari Yamada" userId="e57621f8-ec3c-449e-bb19-001fffcc008e" providerId="ADAL" clId="{BC0BD879-F267-5CCA-8DEA-E3B2DD07DA4E}" dt="2026-07-07T01:51:09.804" v="33473" actId="478"/>
          <ac:spMkLst>
            <pc:docMk/>
            <pc:sldMk cId="4253850398" sldId="2076139042"/>
            <ac:spMk id="3" creationId="{5920F52D-02F1-31C9-B491-F032C454DF32}"/>
          </ac:spMkLst>
        </pc:spChg>
        <pc:spChg chg="add del">
          <ac:chgData name="Hironari Yamada" userId="e57621f8-ec3c-449e-bb19-001fffcc008e" providerId="ADAL" clId="{BC0BD879-F267-5CCA-8DEA-E3B2DD07DA4E}" dt="2026-07-07T01:51:07.447" v="33472" actId="478"/>
          <ac:spMkLst>
            <pc:docMk/>
            <pc:sldMk cId="4253850398" sldId="2076139042"/>
            <ac:spMk id="4" creationId="{CCA990B4-1562-77E7-A10C-DAE0765AAF63}"/>
          </ac:spMkLst>
        </pc:spChg>
        <pc:spChg chg="add del mod">
          <ac:chgData name="Hironari Yamada" userId="e57621f8-ec3c-449e-bb19-001fffcc008e" providerId="ADAL" clId="{BC0BD879-F267-5CCA-8DEA-E3B2DD07DA4E}" dt="2026-07-07T01:51:07.447" v="33472" actId="478"/>
          <ac:spMkLst>
            <pc:docMk/>
            <pc:sldMk cId="4253850398" sldId="2076139042"/>
            <ac:spMk id="7" creationId="{AB208764-0073-B13C-ADB3-F117AC29DE7E}"/>
          </ac:spMkLst>
        </pc:spChg>
        <pc:spChg chg="mod">
          <ac:chgData name="Hironari Yamada" userId="e57621f8-ec3c-449e-bb19-001fffcc008e" providerId="ADAL" clId="{BC0BD879-F267-5CCA-8DEA-E3B2DD07DA4E}" dt="2026-07-07T01:50:40.432" v="33465" actId="20577"/>
          <ac:spMkLst>
            <pc:docMk/>
            <pc:sldMk cId="4253850398" sldId="2076139042"/>
            <ac:spMk id="9" creationId="{F3ECB82F-1B1C-3DB6-C416-FFFFDE4C6A91}"/>
          </ac:spMkLst>
        </pc:spChg>
        <pc:spChg chg="add mod">
          <ac:chgData name="Hironari Yamada" userId="e57621f8-ec3c-449e-bb19-001fffcc008e" providerId="ADAL" clId="{BC0BD879-F267-5CCA-8DEA-E3B2DD07DA4E}" dt="2026-07-07T01:51:06.163" v="33471" actId="2711"/>
          <ac:spMkLst>
            <pc:docMk/>
            <pc:sldMk cId="4253850398" sldId="2076139042"/>
            <ac:spMk id="10" creationId="{27D7FA98-F25C-C3B7-47BA-4EA356BEFD1D}"/>
          </ac:spMkLst>
        </pc:spChg>
        <pc:spChg chg="add del">
          <ac:chgData name="Hironari Yamada" userId="e57621f8-ec3c-449e-bb19-001fffcc008e" providerId="ADAL" clId="{BC0BD879-F267-5CCA-8DEA-E3B2DD07DA4E}" dt="2026-07-07T01:51:09.804" v="33473" actId="478"/>
          <ac:spMkLst>
            <pc:docMk/>
            <pc:sldMk cId="4253850398" sldId="2076139042"/>
            <ac:spMk id="11" creationId="{6801BE0B-E8D0-2D45-197F-171CE5120B6F}"/>
          </ac:spMkLst>
        </pc:spChg>
        <pc:spChg chg="add mod">
          <ac:chgData name="Hironari Yamada" userId="e57621f8-ec3c-449e-bb19-001fffcc008e" providerId="ADAL" clId="{BC0BD879-F267-5CCA-8DEA-E3B2DD07DA4E}" dt="2026-07-07T01:51:06.163" v="33471" actId="2711"/>
          <ac:spMkLst>
            <pc:docMk/>
            <pc:sldMk cId="4253850398" sldId="2076139042"/>
            <ac:spMk id="12" creationId="{4FC5AD54-9219-4118-C2C5-52ED43D8B85B}"/>
          </ac:spMkLst>
        </pc:spChg>
        <pc:spChg chg="add mod">
          <ac:chgData name="Hironari Yamada" userId="e57621f8-ec3c-449e-bb19-001fffcc008e" providerId="ADAL" clId="{BC0BD879-F267-5CCA-8DEA-E3B2DD07DA4E}" dt="2026-07-07T01:51:06.163" v="33471" actId="2711"/>
          <ac:spMkLst>
            <pc:docMk/>
            <pc:sldMk cId="4253850398" sldId="2076139042"/>
            <ac:spMk id="22" creationId="{E54129D4-4234-AB01-45AD-8074FE6EA9DB}"/>
          </ac:spMkLst>
        </pc:spChg>
        <pc:spChg chg="add mod">
          <ac:chgData name="Hironari Yamada" userId="e57621f8-ec3c-449e-bb19-001fffcc008e" providerId="ADAL" clId="{BC0BD879-F267-5CCA-8DEA-E3B2DD07DA4E}" dt="2026-07-07T01:51:06.163" v="33471" actId="2711"/>
          <ac:spMkLst>
            <pc:docMk/>
            <pc:sldMk cId="4253850398" sldId="2076139042"/>
            <ac:spMk id="25" creationId="{5954DCD1-1424-58DE-AE37-352F5719063D}"/>
          </ac:spMkLst>
        </pc:spChg>
        <pc:spChg chg="add mod">
          <ac:chgData name="Hironari Yamada" userId="e57621f8-ec3c-449e-bb19-001fffcc008e" providerId="ADAL" clId="{BC0BD879-F267-5CCA-8DEA-E3B2DD07DA4E}" dt="2026-07-07T01:51:06.163" v="33471" actId="2711"/>
          <ac:spMkLst>
            <pc:docMk/>
            <pc:sldMk cId="4253850398" sldId="2076139042"/>
            <ac:spMk id="27" creationId="{A1968994-4377-E429-09F1-1E891598CFC5}"/>
          </ac:spMkLst>
        </pc:spChg>
        <pc:spChg chg="add mod">
          <ac:chgData name="Hironari Yamada" userId="e57621f8-ec3c-449e-bb19-001fffcc008e" providerId="ADAL" clId="{BC0BD879-F267-5CCA-8DEA-E3B2DD07DA4E}" dt="2026-07-07T01:51:06.163" v="33471" actId="2711"/>
          <ac:spMkLst>
            <pc:docMk/>
            <pc:sldMk cId="4253850398" sldId="2076139042"/>
            <ac:spMk id="28" creationId="{82374169-515B-AE09-038F-FBE94C47AE62}"/>
          </ac:spMkLst>
        </pc:spChg>
        <pc:spChg chg="add mod">
          <ac:chgData name="Hironari Yamada" userId="e57621f8-ec3c-449e-bb19-001fffcc008e" providerId="ADAL" clId="{BC0BD879-F267-5CCA-8DEA-E3B2DD07DA4E}" dt="2026-07-07T01:51:06.163" v="33471" actId="2711"/>
          <ac:spMkLst>
            <pc:docMk/>
            <pc:sldMk cId="4253850398" sldId="2076139042"/>
            <ac:spMk id="37" creationId="{BFD0982A-EE72-C4CB-438F-0D2D888F1567}"/>
          </ac:spMkLst>
        </pc:spChg>
        <pc:spChg chg="add mod">
          <ac:chgData name="Hironari Yamada" userId="e57621f8-ec3c-449e-bb19-001fffcc008e" providerId="ADAL" clId="{BC0BD879-F267-5CCA-8DEA-E3B2DD07DA4E}" dt="2026-07-07T01:51:06.163" v="33471" actId="2711"/>
          <ac:spMkLst>
            <pc:docMk/>
            <pc:sldMk cId="4253850398" sldId="2076139042"/>
            <ac:spMk id="39" creationId="{AF6CFD05-487C-66D0-A9B5-E3BBF349E4C2}"/>
          </ac:spMkLst>
        </pc:spChg>
        <pc:spChg chg="mod">
          <ac:chgData name="Hironari Yamada" userId="e57621f8-ec3c-449e-bb19-001fffcc008e" providerId="ADAL" clId="{BC0BD879-F267-5CCA-8DEA-E3B2DD07DA4E}" dt="2026-07-07T01:51:06.163" v="33471" actId="2711"/>
          <ac:spMkLst>
            <pc:docMk/>
            <pc:sldMk cId="4253850398" sldId="2076139042"/>
            <ac:spMk id="46" creationId="{371D9814-EB75-FC95-BCEB-907EB0037687}"/>
          </ac:spMkLst>
        </pc:spChg>
        <pc:spChg chg="mod">
          <ac:chgData name="Hironari Yamada" userId="e57621f8-ec3c-449e-bb19-001fffcc008e" providerId="ADAL" clId="{BC0BD879-F267-5CCA-8DEA-E3B2DD07DA4E}" dt="2026-07-07T01:51:06.163" v="33471" actId="2711"/>
          <ac:spMkLst>
            <pc:docMk/>
            <pc:sldMk cId="4253850398" sldId="2076139042"/>
            <ac:spMk id="49" creationId="{9C9CA261-4A6B-4A7D-F80A-D74C921E6BDC}"/>
          </ac:spMkLst>
        </pc:spChg>
        <pc:spChg chg="add del mod">
          <ac:chgData name="Hironari Yamada" userId="e57621f8-ec3c-449e-bb19-001fffcc008e" providerId="ADAL" clId="{BC0BD879-F267-5CCA-8DEA-E3B2DD07DA4E}" dt="2026-07-07T01:51:11.599" v="33474" actId="478"/>
          <ac:spMkLst>
            <pc:docMk/>
            <pc:sldMk cId="4253850398" sldId="2076139042"/>
            <ac:spMk id="59" creationId="{050BF1FA-C53F-68FA-9F10-AFBB145130AB}"/>
          </ac:spMkLst>
        </pc:spChg>
        <pc:spChg chg="mod">
          <ac:chgData name="Hironari Yamada" userId="e57621f8-ec3c-449e-bb19-001fffcc008e" providerId="ADAL" clId="{BC0BD879-F267-5CCA-8DEA-E3B2DD07DA4E}" dt="2026-07-07T01:52:06.584" v="33484" actId="1076"/>
          <ac:spMkLst>
            <pc:docMk/>
            <pc:sldMk cId="4253850398" sldId="2076139042"/>
            <ac:spMk id="60" creationId="{CDD6720F-B8BC-7006-EE39-3C32DC8B6E3A}"/>
          </ac:spMkLst>
        </pc:spChg>
        <pc:spChg chg="add del mod">
          <ac:chgData name="Hironari Yamada" userId="e57621f8-ec3c-449e-bb19-001fffcc008e" providerId="ADAL" clId="{BC0BD879-F267-5CCA-8DEA-E3B2DD07DA4E}" dt="2026-07-07T02:03:42.384" v="33820" actId="478"/>
          <ac:spMkLst>
            <pc:docMk/>
            <pc:sldMk cId="4253850398" sldId="2076139042"/>
            <ac:spMk id="62" creationId="{24BB0649-734C-2469-40D2-1740BB18224B}"/>
          </ac:spMkLst>
        </pc:spChg>
        <pc:spChg chg="del mod">
          <ac:chgData name="Hironari Yamada" userId="e57621f8-ec3c-449e-bb19-001fffcc008e" providerId="ADAL" clId="{BC0BD879-F267-5CCA-8DEA-E3B2DD07DA4E}" dt="2026-07-07T02:03:42.384" v="33820" actId="478"/>
          <ac:spMkLst>
            <pc:docMk/>
            <pc:sldMk cId="4253850398" sldId="2076139042"/>
            <ac:spMk id="63" creationId="{B86ED8EF-3621-34E3-E4E3-CB37CEB8B076}"/>
          </ac:spMkLst>
        </pc:spChg>
        <pc:spChg chg="add del mod">
          <ac:chgData name="Hironari Yamada" userId="e57621f8-ec3c-449e-bb19-001fffcc008e" providerId="ADAL" clId="{BC0BD879-F267-5CCA-8DEA-E3B2DD07DA4E}" dt="2026-07-07T02:03:42.384" v="33820" actId="478"/>
          <ac:spMkLst>
            <pc:docMk/>
            <pc:sldMk cId="4253850398" sldId="2076139042"/>
            <ac:spMk id="64" creationId="{8F06BC4F-B94C-29BA-5CF2-9F865312BB9C}"/>
          </ac:spMkLst>
        </pc:spChg>
        <pc:spChg chg="mod">
          <ac:chgData name="Hironari Yamada" userId="e57621f8-ec3c-449e-bb19-001fffcc008e" providerId="ADAL" clId="{BC0BD879-F267-5CCA-8DEA-E3B2DD07DA4E}" dt="2026-07-07T01:51:58.890" v="33480" actId="1076"/>
          <ac:spMkLst>
            <pc:docMk/>
            <pc:sldMk cId="4253850398" sldId="2076139042"/>
            <ac:spMk id="65" creationId="{742AFCFD-B8DE-2C7D-3439-70DE1DB2C028}"/>
          </ac:spMkLst>
        </pc:spChg>
        <pc:spChg chg="mod">
          <ac:chgData name="Hironari Yamada" userId="e57621f8-ec3c-449e-bb19-001fffcc008e" providerId="ADAL" clId="{BC0BD879-F267-5CCA-8DEA-E3B2DD07DA4E}" dt="2026-07-07T01:51:58.890" v="33480" actId="1076"/>
          <ac:spMkLst>
            <pc:docMk/>
            <pc:sldMk cId="4253850398" sldId="2076139042"/>
            <ac:spMk id="67" creationId="{328266CF-D66C-32F3-5B2F-59566F8E9D09}"/>
          </ac:spMkLst>
        </pc:spChg>
        <pc:spChg chg="mod">
          <ac:chgData name="Hironari Yamada" userId="e57621f8-ec3c-449e-bb19-001fffcc008e" providerId="ADAL" clId="{BC0BD879-F267-5CCA-8DEA-E3B2DD07DA4E}" dt="2026-07-07T01:52:26.452" v="33488" actId="1076"/>
          <ac:spMkLst>
            <pc:docMk/>
            <pc:sldMk cId="4253850398" sldId="2076139042"/>
            <ac:spMk id="68" creationId="{149726ED-079C-2C01-D334-6414EA3062C6}"/>
          </ac:spMkLst>
        </pc:spChg>
        <pc:spChg chg="add del mod">
          <ac:chgData name="Hironari Yamada" userId="e57621f8-ec3c-449e-bb19-001fffcc008e" providerId="ADAL" clId="{BC0BD879-F267-5CCA-8DEA-E3B2DD07DA4E}" dt="2026-07-07T02:03:42.384" v="33820" actId="478"/>
          <ac:spMkLst>
            <pc:docMk/>
            <pc:sldMk cId="4253850398" sldId="2076139042"/>
            <ac:spMk id="69" creationId="{B7BBC07A-7851-E0E9-B771-CF06FA8E82A8}"/>
          </ac:spMkLst>
        </pc:spChg>
        <pc:spChg chg="add del mod">
          <ac:chgData name="Hironari Yamada" userId="e57621f8-ec3c-449e-bb19-001fffcc008e" providerId="ADAL" clId="{BC0BD879-F267-5CCA-8DEA-E3B2DD07DA4E}" dt="2026-07-07T02:03:42.384" v="33820" actId="478"/>
          <ac:spMkLst>
            <pc:docMk/>
            <pc:sldMk cId="4253850398" sldId="2076139042"/>
            <ac:spMk id="71" creationId="{A9DA54B4-DB3B-DCAF-5CEF-BD0A5B53CDA0}"/>
          </ac:spMkLst>
        </pc:spChg>
        <pc:spChg chg="add del mod">
          <ac:chgData name="Hironari Yamada" userId="e57621f8-ec3c-449e-bb19-001fffcc008e" providerId="ADAL" clId="{BC0BD879-F267-5CCA-8DEA-E3B2DD07DA4E}" dt="2026-07-07T02:03:42.384" v="33820" actId="478"/>
          <ac:spMkLst>
            <pc:docMk/>
            <pc:sldMk cId="4253850398" sldId="2076139042"/>
            <ac:spMk id="73" creationId="{6AB83857-30D5-D898-3E63-4389AE7A69B9}"/>
          </ac:spMkLst>
        </pc:spChg>
        <pc:spChg chg="mod">
          <ac:chgData name="Hironari Yamada" userId="e57621f8-ec3c-449e-bb19-001fffcc008e" providerId="ADAL" clId="{BC0BD879-F267-5CCA-8DEA-E3B2DD07DA4E}" dt="2026-07-07T01:51:58.890" v="33480" actId="1076"/>
          <ac:spMkLst>
            <pc:docMk/>
            <pc:sldMk cId="4253850398" sldId="2076139042"/>
            <ac:spMk id="74" creationId="{DB255F6B-93C3-25F5-0305-DC1942A4E8C6}"/>
          </ac:spMkLst>
        </pc:spChg>
        <pc:spChg chg="mod">
          <ac:chgData name="Hironari Yamada" userId="e57621f8-ec3c-449e-bb19-001fffcc008e" providerId="ADAL" clId="{BC0BD879-F267-5CCA-8DEA-E3B2DD07DA4E}" dt="2026-07-07T01:52:26.452" v="33488" actId="1076"/>
          <ac:spMkLst>
            <pc:docMk/>
            <pc:sldMk cId="4253850398" sldId="2076139042"/>
            <ac:spMk id="75" creationId="{C03A38BA-133B-4670-F406-D7F112EBEE94}"/>
          </ac:spMkLst>
        </pc:spChg>
        <pc:spChg chg="mod">
          <ac:chgData name="Hironari Yamada" userId="e57621f8-ec3c-449e-bb19-001fffcc008e" providerId="ADAL" clId="{BC0BD879-F267-5CCA-8DEA-E3B2DD07DA4E}" dt="2026-07-07T01:51:58.890" v="33480" actId="1076"/>
          <ac:spMkLst>
            <pc:docMk/>
            <pc:sldMk cId="4253850398" sldId="2076139042"/>
            <ac:spMk id="78" creationId="{99FBEC88-346A-332B-4887-C09FF1848634}"/>
          </ac:spMkLst>
        </pc:spChg>
        <pc:spChg chg="mod">
          <ac:chgData name="Hironari Yamada" userId="e57621f8-ec3c-449e-bb19-001fffcc008e" providerId="ADAL" clId="{BC0BD879-F267-5CCA-8DEA-E3B2DD07DA4E}" dt="2026-07-07T01:51:58.890" v="33480" actId="1076"/>
          <ac:spMkLst>
            <pc:docMk/>
            <pc:sldMk cId="4253850398" sldId="2076139042"/>
            <ac:spMk id="79" creationId="{FB4B0ED1-CDC0-816E-1217-34895E07BC8F}"/>
          </ac:spMkLst>
        </pc:spChg>
        <pc:spChg chg="del mod">
          <ac:chgData name="Hironari Yamada" userId="e57621f8-ec3c-449e-bb19-001fffcc008e" providerId="ADAL" clId="{BC0BD879-F267-5CCA-8DEA-E3B2DD07DA4E}" dt="2026-07-07T02:03:42.384" v="33820" actId="478"/>
          <ac:spMkLst>
            <pc:docMk/>
            <pc:sldMk cId="4253850398" sldId="2076139042"/>
            <ac:spMk id="80" creationId="{23EB55E5-7980-F2EA-2BD4-DDFE41AD7C6D}"/>
          </ac:spMkLst>
        </pc:spChg>
        <pc:spChg chg="mod">
          <ac:chgData name="Hironari Yamada" userId="e57621f8-ec3c-449e-bb19-001fffcc008e" providerId="ADAL" clId="{BC0BD879-F267-5CCA-8DEA-E3B2DD07DA4E}" dt="2026-07-07T01:52:20.606" v="33487" actId="1076"/>
          <ac:spMkLst>
            <pc:docMk/>
            <pc:sldMk cId="4253850398" sldId="2076139042"/>
            <ac:spMk id="88" creationId="{1BC4F79B-353E-B847-A412-3070108DB420}"/>
          </ac:spMkLst>
        </pc:spChg>
        <pc:spChg chg="add del mod">
          <ac:chgData name="Hironari Yamada" userId="e57621f8-ec3c-449e-bb19-001fffcc008e" providerId="ADAL" clId="{BC0BD879-F267-5CCA-8DEA-E3B2DD07DA4E}" dt="2026-07-07T02:03:42.384" v="33820" actId="478"/>
          <ac:spMkLst>
            <pc:docMk/>
            <pc:sldMk cId="4253850398" sldId="2076139042"/>
            <ac:spMk id="89" creationId="{E5C09AB3-28E1-E7BD-D5AF-1D566767D072}"/>
          </ac:spMkLst>
        </pc:spChg>
        <pc:spChg chg="mod">
          <ac:chgData name="Hironari Yamada" userId="e57621f8-ec3c-449e-bb19-001fffcc008e" providerId="ADAL" clId="{BC0BD879-F267-5CCA-8DEA-E3B2DD07DA4E}" dt="2026-07-07T01:52:13.279" v="33486" actId="1076"/>
          <ac:spMkLst>
            <pc:docMk/>
            <pc:sldMk cId="4253850398" sldId="2076139042"/>
            <ac:spMk id="90" creationId="{B7D6DF9A-C28E-DC5C-2E83-75707C346F56}"/>
          </ac:spMkLst>
        </pc:spChg>
        <pc:spChg chg="mod">
          <ac:chgData name="Hironari Yamada" userId="e57621f8-ec3c-449e-bb19-001fffcc008e" providerId="ADAL" clId="{BC0BD879-F267-5CCA-8DEA-E3B2DD07DA4E}" dt="2026-07-07T01:51:14.920" v="33476" actId="2711"/>
          <ac:spMkLst>
            <pc:docMk/>
            <pc:sldMk cId="4253850398" sldId="2076139042"/>
            <ac:spMk id="99" creationId="{3C4FBF6B-804A-2262-AF11-07C41AB849C1}"/>
          </ac:spMkLst>
        </pc:spChg>
        <pc:spChg chg="mod">
          <ac:chgData name="Hironari Yamada" userId="e57621f8-ec3c-449e-bb19-001fffcc008e" providerId="ADAL" clId="{BC0BD879-F267-5CCA-8DEA-E3B2DD07DA4E}" dt="2026-07-07T01:51:14.920" v="33476" actId="2711"/>
          <ac:spMkLst>
            <pc:docMk/>
            <pc:sldMk cId="4253850398" sldId="2076139042"/>
            <ac:spMk id="102" creationId="{6B362EA6-4AE6-A64E-D19C-1FD8E035378F}"/>
          </ac:spMkLst>
        </pc:spChg>
        <pc:spChg chg="mod">
          <ac:chgData name="Hironari Yamada" userId="e57621f8-ec3c-449e-bb19-001fffcc008e" providerId="ADAL" clId="{BC0BD879-F267-5CCA-8DEA-E3B2DD07DA4E}" dt="2026-07-07T01:51:14.920" v="33476" actId="2711"/>
          <ac:spMkLst>
            <pc:docMk/>
            <pc:sldMk cId="4253850398" sldId="2076139042"/>
            <ac:spMk id="103" creationId="{066AB1DE-3AFB-7DC8-E1F0-D86E64C61992}"/>
          </ac:spMkLst>
        </pc:spChg>
        <pc:spChg chg="add del mod">
          <ac:chgData name="Hironari Yamada" userId="e57621f8-ec3c-449e-bb19-001fffcc008e" providerId="ADAL" clId="{BC0BD879-F267-5CCA-8DEA-E3B2DD07DA4E}" dt="2026-07-07T02:03:42.384" v="33820" actId="478"/>
          <ac:spMkLst>
            <pc:docMk/>
            <pc:sldMk cId="4253850398" sldId="2076139042"/>
            <ac:spMk id="106" creationId="{959B49F3-1332-2085-B712-4F73F142062C}"/>
          </ac:spMkLst>
        </pc:spChg>
        <pc:spChg chg="del">
          <ac:chgData name="Hironari Yamada" userId="e57621f8-ec3c-449e-bb19-001fffcc008e" providerId="ADAL" clId="{BC0BD879-F267-5CCA-8DEA-E3B2DD07DA4E}" dt="2026-07-07T02:03:42.384" v="33820" actId="478"/>
          <ac:spMkLst>
            <pc:docMk/>
            <pc:sldMk cId="4253850398" sldId="2076139042"/>
            <ac:spMk id="107" creationId="{3B225D1E-B259-4C3E-BA11-58AF8101CA42}"/>
          </ac:spMkLst>
        </pc:spChg>
        <pc:spChg chg="add mod">
          <ac:chgData name="Hironari Yamada" userId="e57621f8-ec3c-449e-bb19-001fffcc008e" providerId="ADAL" clId="{BC0BD879-F267-5CCA-8DEA-E3B2DD07DA4E}" dt="2026-07-07T01:53:43.599" v="33731" actId="20577"/>
          <ac:spMkLst>
            <pc:docMk/>
            <pc:sldMk cId="4253850398" sldId="2076139042"/>
            <ac:spMk id="108" creationId="{47B20887-A00E-57D2-6B36-8EC166CFBEF8}"/>
          </ac:spMkLst>
        </pc:spChg>
        <pc:spChg chg="add mod">
          <ac:chgData name="Hironari Yamada" userId="e57621f8-ec3c-449e-bb19-001fffcc008e" providerId="ADAL" clId="{BC0BD879-F267-5CCA-8DEA-E3B2DD07DA4E}" dt="2026-07-07T02:03:52.841" v="33821"/>
          <ac:spMkLst>
            <pc:docMk/>
            <pc:sldMk cId="4253850398" sldId="2076139042"/>
            <ac:spMk id="109" creationId="{754930C5-94AA-648D-4E55-C455EAB7E08B}"/>
          </ac:spMkLst>
        </pc:spChg>
        <pc:spChg chg="add mod">
          <ac:chgData name="Hironari Yamada" userId="e57621f8-ec3c-449e-bb19-001fffcc008e" providerId="ADAL" clId="{BC0BD879-F267-5CCA-8DEA-E3B2DD07DA4E}" dt="2026-07-07T02:03:52.841" v="33821"/>
          <ac:spMkLst>
            <pc:docMk/>
            <pc:sldMk cId="4253850398" sldId="2076139042"/>
            <ac:spMk id="110" creationId="{7892FF65-83FE-D504-C0CA-77B6DA95A19E}"/>
          </ac:spMkLst>
        </pc:spChg>
        <pc:spChg chg="add mod">
          <ac:chgData name="Hironari Yamada" userId="e57621f8-ec3c-449e-bb19-001fffcc008e" providerId="ADAL" clId="{BC0BD879-F267-5CCA-8DEA-E3B2DD07DA4E}" dt="2026-07-07T02:03:52.841" v="33821"/>
          <ac:spMkLst>
            <pc:docMk/>
            <pc:sldMk cId="4253850398" sldId="2076139042"/>
            <ac:spMk id="115" creationId="{CC38E67C-4DAC-564F-5A18-3494FE6C441F}"/>
          </ac:spMkLst>
        </pc:spChg>
        <pc:spChg chg="add mod">
          <ac:chgData name="Hironari Yamada" userId="e57621f8-ec3c-449e-bb19-001fffcc008e" providerId="ADAL" clId="{BC0BD879-F267-5CCA-8DEA-E3B2DD07DA4E}" dt="2026-07-07T02:03:52.841" v="33821"/>
          <ac:spMkLst>
            <pc:docMk/>
            <pc:sldMk cId="4253850398" sldId="2076139042"/>
            <ac:spMk id="124" creationId="{0AAB9DE2-F70C-11F7-D67E-C2F8D8385ED8}"/>
          </ac:spMkLst>
        </pc:spChg>
        <pc:spChg chg="add mod">
          <ac:chgData name="Hironari Yamada" userId="e57621f8-ec3c-449e-bb19-001fffcc008e" providerId="ADAL" clId="{BC0BD879-F267-5CCA-8DEA-E3B2DD07DA4E}" dt="2026-07-07T02:03:52.841" v="33821"/>
          <ac:spMkLst>
            <pc:docMk/>
            <pc:sldMk cId="4253850398" sldId="2076139042"/>
            <ac:spMk id="131" creationId="{5DF4036D-55CC-D998-6DF2-BD3048820302}"/>
          </ac:spMkLst>
        </pc:spChg>
        <pc:spChg chg="add mod">
          <ac:chgData name="Hironari Yamada" userId="e57621f8-ec3c-449e-bb19-001fffcc008e" providerId="ADAL" clId="{BC0BD879-F267-5CCA-8DEA-E3B2DD07DA4E}" dt="2026-07-07T02:03:52.841" v="33821"/>
          <ac:spMkLst>
            <pc:docMk/>
            <pc:sldMk cId="4253850398" sldId="2076139042"/>
            <ac:spMk id="134" creationId="{7DFC24CD-8D66-E69D-AB8F-A2F69A989C80}"/>
          </ac:spMkLst>
        </pc:spChg>
        <pc:spChg chg="add mod">
          <ac:chgData name="Hironari Yamada" userId="e57621f8-ec3c-449e-bb19-001fffcc008e" providerId="ADAL" clId="{BC0BD879-F267-5CCA-8DEA-E3B2DD07DA4E}" dt="2026-07-07T02:03:52.841" v="33821"/>
          <ac:spMkLst>
            <pc:docMk/>
            <pc:sldMk cId="4253850398" sldId="2076139042"/>
            <ac:spMk id="135" creationId="{21DEDB68-E16E-2E66-3729-EF06B48FF830}"/>
          </ac:spMkLst>
        </pc:spChg>
        <pc:spChg chg="add mod">
          <ac:chgData name="Hironari Yamada" userId="e57621f8-ec3c-449e-bb19-001fffcc008e" providerId="ADAL" clId="{BC0BD879-F267-5CCA-8DEA-E3B2DD07DA4E}" dt="2026-07-07T02:03:52.841" v="33821"/>
          <ac:spMkLst>
            <pc:docMk/>
            <pc:sldMk cId="4253850398" sldId="2076139042"/>
            <ac:spMk id="138" creationId="{8961DDF5-63E1-779F-25BB-90716EB0981A}"/>
          </ac:spMkLst>
        </pc:spChg>
        <pc:spChg chg="add mod">
          <ac:chgData name="Hironari Yamada" userId="e57621f8-ec3c-449e-bb19-001fffcc008e" providerId="ADAL" clId="{BC0BD879-F267-5CCA-8DEA-E3B2DD07DA4E}" dt="2026-07-07T02:03:52.841" v="33821"/>
          <ac:spMkLst>
            <pc:docMk/>
            <pc:sldMk cId="4253850398" sldId="2076139042"/>
            <ac:spMk id="150" creationId="{016944B4-54BE-6373-1C6B-A05907AB9B85}"/>
          </ac:spMkLst>
        </pc:spChg>
        <pc:spChg chg="add mod">
          <ac:chgData name="Hironari Yamada" userId="e57621f8-ec3c-449e-bb19-001fffcc008e" providerId="ADAL" clId="{BC0BD879-F267-5CCA-8DEA-E3B2DD07DA4E}" dt="2026-07-07T02:03:52.841" v="33821"/>
          <ac:spMkLst>
            <pc:docMk/>
            <pc:sldMk cId="4253850398" sldId="2076139042"/>
            <ac:spMk id="153" creationId="{9D9DEE4F-4456-7B87-B464-5ADB31A7BF4D}"/>
          </ac:spMkLst>
        </pc:spChg>
        <pc:picChg chg="add del">
          <ac:chgData name="Hironari Yamada" userId="e57621f8-ec3c-449e-bb19-001fffcc008e" providerId="ADAL" clId="{BC0BD879-F267-5CCA-8DEA-E3B2DD07DA4E}" dt="2026-07-07T01:51:09.804" v="33473" actId="478"/>
          <ac:picMkLst>
            <pc:docMk/>
            <pc:sldMk cId="4253850398" sldId="2076139042"/>
            <ac:picMk id="5" creationId="{471F130B-F862-D3F0-9299-67AEC24F69B0}"/>
          </ac:picMkLst>
        </pc:picChg>
      </pc:sldChg>
      <pc:sldChg chg="addSp delSp modSp add mod">
        <pc:chgData name="Hironari Yamada" userId="e57621f8-ec3c-449e-bb19-001fffcc008e" providerId="ADAL" clId="{BC0BD879-F267-5CCA-8DEA-E3B2DD07DA4E}" dt="2026-07-07T01:54:59.378" v="33809"/>
        <pc:sldMkLst>
          <pc:docMk/>
          <pc:sldMk cId="1858609065" sldId="2076139043"/>
        </pc:sldMkLst>
        <pc:spChg chg="add del">
          <ac:chgData name="Hironari Yamada" userId="e57621f8-ec3c-449e-bb19-001fffcc008e" providerId="ADAL" clId="{BC0BD879-F267-5CCA-8DEA-E3B2DD07DA4E}" dt="2026-07-07T01:54:47.153" v="33796" actId="478"/>
          <ac:spMkLst>
            <pc:docMk/>
            <pc:sldMk cId="1858609065" sldId="2076139043"/>
            <ac:spMk id="4" creationId="{45F150FD-CE0C-65DC-C632-8EFED7492E9C}"/>
          </ac:spMkLst>
        </pc:spChg>
        <pc:spChg chg="add del">
          <ac:chgData name="Hironari Yamada" userId="e57621f8-ec3c-449e-bb19-001fffcc008e" providerId="ADAL" clId="{BC0BD879-F267-5CCA-8DEA-E3B2DD07DA4E}" dt="2026-07-07T01:54:45.921" v="33794" actId="478"/>
          <ac:spMkLst>
            <pc:docMk/>
            <pc:sldMk cId="1858609065" sldId="2076139043"/>
            <ac:spMk id="5" creationId="{60C4E8A3-A8E9-1FB3-69B4-2E91EA256BB0}"/>
          </ac:spMkLst>
        </pc:spChg>
        <pc:spChg chg="del">
          <ac:chgData name="Hironari Yamada" userId="e57621f8-ec3c-449e-bb19-001fffcc008e" providerId="ADAL" clId="{BC0BD879-F267-5CCA-8DEA-E3B2DD07DA4E}" dt="2026-07-07T01:54:55.904" v="33808" actId="478"/>
          <ac:spMkLst>
            <pc:docMk/>
            <pc:sldMk cId="1858609065" sldId="2076139043"/>
            <ac:spMk id="7" creationId="{65286BFF-3CF9-4D34-6328-9C779B82EA72}"/>
          </ac:spMkLst>
        </pc:spChg>
        <pc:spChg chg="mod">
          <ac:chgData name="Hironari Yamada" userId="e57621f8-ec3c-449e-bb19-001fffcc008e" providerId="ADAL" clId="{BC0BD879-F267-5CCA-8DEA-E3B2DD07DA4E}" dt="2026-07-07T01:54:53.281" v="33807" actId="20577"/>
          <ac:spMkLst>
            <pc:docMk/>
            <pc:sldMk cId="1858609065" sldId="2076139043"/>
            <ac:spMk id="9" creationId="{BB3C1272-9AD5-BC28-D504-15CC9334DED4}"/>
          </ac:spMkLst>
        </pc:spChg>
        <pc:spChg chg="add del">
          <ac:chgData name="Hironari Yamada" userId="e57621f8-ec3c-449e-bb19-001fffcc008e" providerId="ADAL" clId="{BC0BD879-F267-5CCA-8DEA-E3B2DD07DA4E}" dt="2026-07-07T01:54:49.846" v="33797" actId="478"/>
          <ac:spMkLst>
            <pc:docMk/>
            <pc:sldMk cId="1858609065" sldId="2076139043"/>
            <ac:spMk id="61" creationId="{644B4118-0446-B622-D9E0-336C74F4154C}"/>
          </ac:spMkLst>
        </pc:spChg>
        <pc:spChg chg="add del">
          <ac:chgData name="Hironari Yamada" userId="e57621f8-ec3c-449e-bb19-001fffcc008e" providerId="ADAL" clId="{BC0BD879-F267-5CCA-8DEA-E3B2DD07DA4E}" dt="2026-07-07T01:54:49.846" v="33797" actId="478"/>
          <ac:spMkLst>
            <pc:docMk/>
            <pc:sldMk cId="1858609065" sldId="2076139043"/>
            <ac:spMk id="65" creationId="{F8D81F25-BDE4-B852-398F-32B81511BDF3}"/>
          </ac:spMkLst>
        </pc:spChg>
        <pc:spChg chg="add del">
          <ac:chgData name="Hironari Yamada" userId="e57621f8-ec3c-449e-bb19-001fffcc008e" providerId="ADAL" clId="{BC0BD879-F267-5CCA-8DEA-E3B2DD07DA4E}" dt="2026-07-07T01:54:49.846" v="33797" actId="478"/>
          <ac:spMkLst>
            <pc:docMk/>
            <pc:sldMk cId="1858609065" sldId="2076139043"/>
            <ac:spMk id="66" creationId="{93A9E32C-E8C0-EB71-6310-C50917ED0B79}"/>
          </ac:spMkLst>
        </pc:spChg>
        <pc:spChg chg="add del">
          <ac:chgData name="Hironari Yamada" userId="e57621f8-ec3c-449e-bb19-001fffcc008e" providerId="ADAL" clId="{BC0BD879-F267-5CCA-8DEA-E3B2DD07DA4E}" dt="2026-07-07T01:54:49.846" v="33797" actId="478"/>
          <ac:spMkLst>
            <pc:docMk/>
            <pc:sldMk cId="1858609065" sldId="2076139043"/>
            <ac:spMk id="69" creationId="{96F68CBC-4795-4A6F-4FC5-721EE81B6A47}"/>
          </ac:spMkLst>
        </pc:spChg>
        <pc:spChg chg="add del">
          <ac:chgData name="Hironari Yamada" userId="e57621f8-ec3c-449e-bb19-001fffcc008e" providerId="ADAL" clId="{BC0BD879-F267-5CCA-8DEA-E3B2DD07DA4E}" dt="2026-07-07T01:54:49.846" v="33797" actId="478"/>
          <ac:spMkLst>
            <pc:docMk/>
            <pc:sldMk cId="1858609065" sldId="2076139043"/>
            <ac:spMk id="74" creationId="{58F2389F-5668-DDE4-CD33-567722C91DB7}"/>
          </ac:spMkLst>
        </pc:spChg>
        <pc:spChg chg="add del">
          <ac:chgData name="Hironari Yamada" userId="e57621f8-ec3c-449e-bb19-001fffcc008e" providerId="ADAL" clId="{BC0BD879-F267-5CCA-8DEA-E3B2DD07DA4E}" dt="2026-07-07T01:54:49.846" v="33797" actId="478"/>
          <ac:spMkLst>
            <pc:docMk/>
            <pc:sldMk cId="1858609065" sldId="2076139043"/>
            <ac:spMk id="79" creationId="{6C7B2806-48C2-66EF-5FD8-5F7EBBBFC380}"/>
          </ac:spMkLst>
        </pc:spChg>
        <pc:spChg chg="add del">
          <ac:chgData name="Hironari Yamada" userId="e57621f8-ec3c-449e-bb19-001fffcc008e" providerId="ADAL" clId="{BC0BD879-F267-5CCA-8DEA-E3B2DD07DA4E}" dt="2026-07-07T01:54:49.846" v="33797" actId="478"/>
          <ac:spMkLst>
            <pc:docMk/>
            <pc:sldMk cId="1858609065" sldId="2076139043"/>
            <ac:spMk id="80" creationId="{B16AA9D0-CDBF-5CEE-0531-A5C68B446DC7}"/>
          </ac:spMkLst>
        </pc:spChg>
        <pc:spChg chg="add del">
          <ac:chgData name="Hironari Yamada" userId="e57621f8-ec3c-449e-bb19-001fffcc008e" providerId="ADAL" clId="{BC0BD879-F267-5CCA-8DEA-E3B2DD07DA4E}" dt="2026-07-07T01:54:49.846" v="33797" actId="478"/>
          <ac:spMkLst>
            <pc:docMk/>
            <pc:sldMk cId="1858609065" sldId="2076139043"/>
            <ac:spMk id="87" creationId="{AF40767C-1EA1-072F-DB7B-2FB49A08B3AA}"/>
          </ac:spMkLst>
        </pc:spChg>
        <pc:spChg chg="del">
          <ac:chgData name="Hironari Yamada" userId="e57621f8-ec3c-449e-bb19-001fffcc008e" providerId="ADAL" clId="{BC0BD879-F267-5CCA-8DEA-E3B2DD07DA4E}" dt="2026-07-07T01:54:49.846" v="33797" actId="478"/>
          <ac:spMkLst>
            <pc:docMk/>
            <pc:sldMk cId="1858609065" sldId="2076139043"/>
            <ac:spMk id="107" creationId="{DB45A563-B4B4-0650-9E4B-816111ACB762}"/>
          </ac:spMkLst>
        </pc:spChg>
        <pc:spChg chg="add del">
          <ac:chgData name="Hironari Yamada" userId="e57621f8-ec3c-449e-bb19-001fffcc008e" providerId="ADAL" clId="{BC0BD879-F267-5CCA-8DEA-E3B2DD07DA4E}" dt="2026-07-07T01:54:49.846" v="33797" actId="478"/>
          <ac:spMkLst>
            <pc:docMk/>
            <pc:sldMk cId="1858609065" sldId="2076139043"/>
            <ac:spMk id="108" creationId="{D76A11E1-78D1-9915-EA9B-AD9D49053852}"/>
          </ac:spMkLst>
        </pc:spChg>
        <pc:graphicFrameChg chg="add mod">
          <ac:chgData name="Hironari Yamada" userId="e57621f8-ec3c-449e-bb19-001fffcc008e" providerId="ADAL" clId="{BC0BD879-F267-5CCA-8DEA-E3B2DD07DA4E}" dt="2026-07-07T01:54:59.378" v="33809"/>
          <ac:graphicFrameMkLst>
            <pc:docMk/>
            <pc:sldMk cId="1858609065" sldId="2076139043"/>
            <ac:graphicFrameMk id="8" creationId="{AE00495C-DF59-DD28-4A31-9C58D9711F66}"/>
          </ac:graphicFrameMkLst>
        </pc:graphicFrameChg>
      </pc:sldChg>
      <pc:sldChg chg="addSp delSp modSp add mod">
        <pc:chgData name="Hironari Yamada" userId="e57621f8-ec3c-449e-bb19-001fffcc008e" providerId="ADAL" clId="{BC0BD879-F267-5CCA-8DEA-E3B2DD07DA4E}" dt="2026-07-07T01:55:29.253" v="33819"/>
        <pc:sldMkLst>
          <pc:docMk/>
          <pc:sldMk cId="563858163" sldId="2076139044"/>
        </pc:sldMkLst>
        <pc:spChg chg="mod">
          <ac:chgData name="Hironari Yamada" userId="e57621f8-ec3c-449e-bb19-001fffcc008e" providerId="ADAL" clId="{BC0BD879-F267-5CCA-8DEA-E3B2DD07DA4E}" dt="2026-07-07T01:55:29.253" v="33819"/>
          <ac:spMkLst>
            <pc:docMk/>
            <pc:sldMk cId="563858163" sldId="2076139044"/>
            <ac:spMk id="9" creationId="{72E3DBD9-4B38-DB99-109D-E76E751A310F}"/>
          </ac:spMkLst>
        </pc:spChg>
        <pc:graphicFrameChg chg="add mod">
          <ac:chgData name="Hironari Yamada" userId="e57621f8-ec3c-449e-bb19-001fffcc008e" providerId="ADAL" clId="{BC0BD879-F267-5CCA-8DEA-E3B2DD07DA4E}" dt="2026-07-07T01:55:17.753" v="33815" actId="1076"/>
          <ac:graphicFrameMkLst>
            <pc:docMk/>
            <pc:sldMk cId="563858163" sldId="2076139044"/>
            <ac:graphicFrameMk id="3" creationId="{442D339E-43F0-359E-7ED1-1D117B75E796}"/>
          </ac:graphicFrameMkLst>
        </pc:graphicFrameChg>
        <pc:graphicFrameChg chg="del modGraphic">
          <ac:chgData name="Hironari Yamada" userId="e57621f8-ec3c-449e-bb19-001fffcc008e" providerId="ADAL" clId="{BC0BD879-F267-5CCA-8DEA-E3B2DD07DA4E}" dt="2026-07-07T01:55:13.066" v="33813" actId="478"/>
          <ac:graphicFrameMkLst>
            <pc:docMk/>
            <pc:sldMk cId="563858163" sldId="2076139044"/>
            <ac:graphicFrameMk id="8" creationId="{6C5194BD-8EBD-A6F1-BDDC-5BE790A21047}"/>
          </ac:graphicFrameMkLst>
        </pc:graphicFrameChg>
      </pc:sldChg>
      <pc:sldChg chg="addSp delSp modSp add mod">
        <pc:chgData name="Hironari Yamada" userId="e57621f8-ec3c-449e-bb19-001fffcc008e" providerId="ADAL" clId="{BC0BD879-F267-5CCA-8DEA-E3B2DD07DA4E}" dt="2026-07-07T02:10:14.266" v="33827" actId="1076"/>
        <pc:sldMkLst>
          <pc:docMk/>
          <pc:sldMk cId="3277136063" sldId="2076139045"/>
        </pc:sldMkLst>
        <pc:spChg chg="add mod">
          <ac:chgData name="Hironari Yamada" userId="e57621f8-ec3c-449e-bb19-001fffcc008e" providerId="ADAL" clId="{BC0BD879-F267-5CCA-8DEA-E3B2DD07DA4E}" dt="2026-07-07T02:10:14.266" v="33827" actId="1076"/>
          <ac:spMkLst>
            <pc:docMk/>
            <pc:sldMk cId="3277136063" sldId="2076139045"/>
            <ac:spMk id="6" creationId="{44BE65B0-56E3-85F8-AADA-1FAB0122AC6B}"/>
          </ac:spMkLst>
        </pc:spChg>
        <pc:spChg chg="add mod">
          <ac:chgData name="Hironari Yamada" userId="e57621f8-ec3c-449e-bb19-001fffcc008e" providerId="ADAL" clId="{BC0BD879-F267-5CCA-8DEA-E3B2DD07DA4E}" dt="2026-07-07T02:10:14.266" v="33827" actId="1076"/>
          <ac:spMkLst>
            <pc:docMk/>
            <pc:sldMk cId="3277136063" sldId="2076139045"/>
            <ac:spMk id="8" creationId="{5796FA69-EE1E-011C-BB9F-54FFD398EFA0}"/>
          </ac:spMkLst>
        </pc:spChg>
        <pc:spChg chg="mod">
          <ac:chgData name="Hironari Yamada" userId="e57621f8-ec3c-449e-bb19-001fffcc008e" providerId="ADAL" clId="{BC0BD879-F267-5CCA-8DEA-E3B2DD07DA4E}" dt="2026-07-07T02:10:00.871" v="33824"/>
          <ac:spMkLst>
            <pc:docMk/>
            <pc:sldMk cId="3277136063" sldId="2076139045"/>
            <ac:spMk id="9" creationId="{72F04E2C-B22B-CD3B-7CC4-66602227440D}"/>
          </ac:spMkLst>
        </pc:spChg>
        <pc:spChg chg="add mod">
          <ac:chgData name="Hironari Yamada" userId="e57621f8-ec3c-449e-bb19-001fffcc008e" providerId="ADAL" clId="{BC0BD879-F267-5CCA-8DEA-E3B2DD07DA4E}" dt="2026-07-07T02:10:14.266" v="33827" actId="1076"/>
          <ac:spMkLst>
            <pc:docMk/>
            <pc:sldMk cId="3277136063" sldId="2076139045"/>
            <ac:spMk id="10" creationId="{755D2CC4-DF18-556D-C24C-819F8DF026F4}"/>
          </ac:spMkLst>
        </pc:spChg>
        <pc:spChg chg="add mod">
          <ac:chgData name="Hironari Yamada" userId="e57621f8-ec3c-449e-bb19-001fffcc008e" providerId="ADAL" clId="{BC0BD879-F267-5CCA-8DEA-E3B2DD07DA4E}" dt="2026-07-07T02:10:14.266" v="33827" actId="1076"/>
          <ac:spMkLst>
            <pc:docMk/>
            <pc:sldMk cId="3277136063" sldId="2076139045"/>
            <ac:spMk id="19" creationId="{814732E8-9219-0BD6-7B9A-AC47A44C649E}"/>
          </ac:spMkLst>
        </pc:spChg>
        <pc:spChg chg="add mod">
          <ac:chgData name="Hironari Yamada" userId="e57621f8-ec3c-449e-bb19-001fffcc008e" providerId="ADAL" clId="{BC0BD879-F267-5CCA-8DEA-E3B2DD07DA4E}" dt="2026-07-07T02:10:14.266" v="33827" actId="1076"/>
          <ac:spMkLst>
            <pc:docMk/>
            <pc:sldMk cId="3277136063" sldId="2076139045"/>
            <ac:spMk id="34" creationId="{F545BEB9-E1EF-334C-8157-19BEB900FB34}"/>
          </ac:spMkLst>
        </pc:spChg>
        <pc:spChg chg="add mod">
          <ac:chgData name="Hironari Yamada" userId="e57621f8-ec3c-449e-bb19-001fffcc008e" providerId="ADAL" clId="{BC0BD879-F267-5CCA-8DEA-E3B2DD07DA4E}" dt="2026-07-07T02:10:14.266" v="33827" actId="1076"/>
          <ac:spMkLst>
            <pc:docMk/>
            <pc:sldMk cId="3277136063" sldId="2076139045"/>
            <ac:spMk id="50" creationId="{F26D6201-6318-BFB3-4E1D-C9240291C751}"/>
          </ac:spMkLst>
        </pc:spChg>
        <pc:spChg chg="add mod">
          <ac:chgData name="Hironari Yamada" userId="e57621f8-ec3c-449e-bb19-001fffcc008e" providerId="ADAL" clId="{BC0BD879-F267-5CCA-8DEA-E3B2DD07DA4E}" dt="2026-07-07T02:10:14.266" v="33827" actId="1076"/>
          <ac:spMkLst>
            <pc:docMk/>
            <pc:sldMk cId="3277136063" sldId="2076139045"/>
            <ac:spMk id="54" creationId="{890CCF40-1F9F-0EC2-DA2B-A170D226D88B}"/>
          </ac:spMkLst>
        </pc:spChg>
        <pc:spChg chg="add mod">
          <ac:chgData name="Hironari Yamada" userId="e57621f8-ec3c-449e-bb19-001fffcc008e" providerId="ADAL" clId="{BC0BD879-F267-5CCA-8DEA-E3B2DD07DA4E}" dt="2026-07-07T02:10:14.266" v="33827" actId="1076"/>
          <ac:spMkLst>
            <pc:docMk/>
            <pc:sldMk cId="3277136063" sldId="2076139045"/>
            <ac:spMk id="65" creationId="{841D4EEE-A278-1664-67D1-CA3469F95581}"/>
          </ac:spMkLst>
        </pc:spChg>
        <pc:spChg chg="add mod">
          <ac:chgData name="Hironari Yamada" userId="e57621f8-ec3c-449e-bb19-001fffcc008e" providerId="ADAL" clId="{BC0BD879-F267-5CCA-8DEA-E3B2DD07DA4E}" dt="2026-07-07T02:10:14.266" v="33827" actId="1076"/>
          <ac:spMkLst>
            <pc:docMk/>
            <pc:sldMk cId="3277136063" sldId="2076139045"/>
            <ac:spMk id="67" creationId="{F3282E24-B43D-2DA5-63A0-4B0AFA715DD8}"/>
          </ac:spMkLst>
        </pc:spChg>
        <pc:spChg chg="add mod">
          <ac:chgData name="Hironari Yamada" userId="e57621f8-ec3c-449e-bb19-001fffcc008e" providerId="ADAL" clId="{BC0BD879-F267-5CCA-8DEA-E3B2DD07DA4E}" dt="2026-07-07T02:10:14.266" v="33827" actId="1076"/>
          <ac:spMkLst>
            <pc:docMk/>
            <pc:sldMk cId="3277136063" sldId="2076139045"/>
            <ac:spMk id="69" creationId="{19EF1E5A-A824-8B1B-34F9-F447AE8B31FA}"/>
          </ac:spMkLst>
        </pc:spChg>
        <pc:graphicFrameChg chg="del">
          <ac:chgData name="Hironari Yamada" userId="e57621f8-ec3c-449e-bb19-001fffcc008e" providerId="ADAL" clId="{BC0BD879-F267-5CCA-8DEA-E3B2DD07DA4E}" dt="2026-07-07T02:10:04.166" v="33825" actId="478"/>
          <ac:graphicFrameMkLst>
            <pc:docMk/>
            <pc:sldMk cId="3277136063" sldId="2076139045"/>
            <ac:graphicFrameMk id="3" creationId="{EDE6090B-3CC1-92A2-BE8E-E2B82C119D21}"/>
          </ac:graphicFrameMkLst>
        </pc:graphicFrameChg>
      </pc:sldChg>
      <pc:sldChg chg="addSp delSp modSp add mod">
        <pc:chgData name="Hironari Yamada" userId="e57621f8-ec3c-449e-bb19-001fffcc008e" providerId="ADAL" clId="{BC0BD879-F267-5CCA-8DEA-E3B2DD07DA4E}" dt="2026-07-07T02:10:39.283" v="33834"/>
        <pc:sldMkLst>
          <pc:docMk/>
          <pc:sldMk cId="1307894115" sldId="2076139046"/>
        </pc:sldMkLst>
        <pc:spChg chg="mod">
          <ac:chgData name="Hironari Yamada" userId="e57621f8-ec3c-449e-bb19-001fffcc008e" providerId="ADAL" clId="{BC0BD879-F267-5CCA-8DEA-E3B2DD07DA4E}" dt="2026-07-07T02:10:39.283" v="33834"/>
          <ac:spMkLst>
            <pc:docMk/>
            <pc:sldMk cId="1307894115" sldId="2076139046"/>
            <ac:spMk id="9" creationId="{C968BB33-0D2B-F3CA-4F52-9F4653468B96}"/>
          </ac:spMkLst>
        </pc:spChg>
        <pc:spChg chg="del">
          <ac:chgData name="Hironari Yamada" userId="e57621f8-ec3c-449e-bb19-001fffcc008e" providerId="ADAL" clId="{BC0BD879-F267-5CCA-8DEA-E3B2DD07DA4E}" dt="2026-07-07T02:10:24.572" v="33829" actId="478"/>
          <ac:spMkLst>
            <pc:docMk/>
            <pc:sldMk cId="1307894115" sldId="2076139046"/>
            <ac:spMk id="12" creationId="{B7170E52-2216-B410-9375-E8E06E3BB00A}"/>
          </ac:spMkLst>
        </pc:spChg>
        <pc:spChg chg="del">
          <ac:chgData name="Hironari Yamada" userId="e57621f8-ec3c-449e-bb19-001fffcc008e" providerId="ADAL" clId="{BC0BD879-F267-5CCA-8DEA-E3B2DD07DA4E}" dt="2026-07-07T02:10:24.572" v="33829" actId="478"/>
          <ac:spMkLst>
            <pc:docMk/>
            <pc:sldMk cId="1307894115" sldId="2076139046"/>
            <ac:spMk id="19" creationId="{992AB066-AA38-E43E-0077-AC81B755BA2F}"/>
          </ac:spMkLst>
        </pc:spChg>
        <pc:spChg chg="del">
          <ac:chgData name="Hironari Yamada" userId="e57621f8-ec3c-449e-bb19-001fffcc008e" providerId="ADAL" clId="{BC0BD879-F267-5CCA-8DEA-E3B2DD07DA4E}" dt="2026-07-07T02:10:24.572" v="33829" actId="478"/>
          <ac:spMkLst>
            <pc:docMk/>
            <pc:sldMk cId="1307894115" sldId="2076139046"/>
            <ac:spMk id="20" creationId="{5A2147A9-F133-F9E0-9BC3-745220CAC63D}"/>
          </ac:spMkLst>
        </pc:spChg>
        <pc:spChg chg="del">
          <ac:chgData name="Hironari Yamada" userId="e57621f8-ec3c-449e-bb19-001fffcc008e" providerId="ADAL" clId="{BC0BD879-F267-5CCA-8DEA-E3B2DD07DA4E}" dt="2026-07-07T02:10:24.572" v="33829" actId="478"/>
          <ac:spMkLst>
            <pc:docMk/>
            <pc:sldMk cId="1307894115" sldId="2076139046"/>
            <ac:spMk id="24" creationId="{17E202DB-8B51-6A82-3A55-AFCCEB86DEB9}"/>
          </ac:spMkLst>
        </pc:spChg>
        <pc:spChg chg="del">
          <ac:chgData name="Hironari Yamada" userId="e57621f8-ec3c-449e-bb19-001fffcc008e" providerId="ADAL" clId="{BC0BD879-F267-5CCA-8DEA-E3B2DD07DA4E}" dt="2026-07-07T02:10:24.572" v="33829" actId="478"/>
          <ac:spMkLst>
            <pc:docMk/>
            <pc:sldMk cId="1307894115" sldId="2076139046"/>
            <ac:spMk id="39" creationId="{EE9E1A33-E29B-54E1-5A14-5CC1E97362F7}"/>
          </ac:spMkLst>
        </pc:spChg>
        <pc:spChg chg="del">
          <ac:chgData name="Hironari Yamada" userId="e57621f8-ec3c-449e-bb19-001fffcc008e" providerId="ADAL" clId="{BC0BD879-F267-5CCA-8DEA-E3B2DD07DA4E}" dt="2026-07-07T02:10:24.572" v="33829" actId="478"/>
          <ac:spMkLst>
            <pc:docMk/>
            <pc:sldMk cId="1307894115" sldId="2076139046"/>
            <ac:spMk id="55" creationId="{D83E4591-3432-95AD-3331-D0FECA3C7BE1}"/>
          </ac:spMkLst>
        </pc:spChg>
        <pc:spChg chg="del">
          <ac:chgData name="Hironari Yamada" userId="e57621f8-ec3c-449e-bb19-001fffcc008e" providerId="ADAL" clId="{BC0BD879-F267-5CCA-8DEA-E3B2DD07DA4E}" dt="2026-07-07T02:10:24.572" v="33829" actId="478"/>
          <ac:spMkLst>
            <pc:docMk/>
            <pc:sldMk cId="1307894115" sldId="2076139046"/>
            <ac:spMk id="62" creationId="{07A7F669-17C3-3352-253D-002FAE1965CE}"/>
          </ac:spMkLst>
        </pc:spChg>
        <pc:spChg chg="del">
          <ac:chgData name="Hironari Yamada" userId="e57621f8-ec3c-449e-bb19-001fffcc008e" providerId="ADAL" clId="{BC0BD879-F267-5CCA-8DEA-E3B2DD07DA4E}" dt="2026-07-07T02:10:24.572" v="33829" actId="478"/>
          <ac:spMkLst>
            <pc:docMk/>
            <pc:sldMk cId="1307894115" sldId="2076139046"/>
            <ac:spMk id="64" creationId="{5DDE587D-AAE8-8B4E-C79B-625F487DE760}"/>
          </ac:spMkLst>
        </pc:spChg>
        <pc:spChg chg="del">
          <ac:chgData name="Hironari Yamada" userId="e57621f8-ec3c-449e-bb19-001fffcc008e" providerId="ADAL" clId="{BC0BD879-F267-5CCA-8DEA-E3B2DD07DA4E}" dt="2026-07-07T02:10:24.572" v="33829" actId="478"/>
          <ac:spMkLst>
            <pc:docMk/>
            <pc:sldMk cId="1307894115" sldId="2076139046"/>
            <ac:spMk id="67" creationId="{492110A3-B147-18D0-CF1A-B4FED815CDD2}"/>
          </ac:spMkLst>
        </pc:spChg>
        <pc:spChg chg="del">
          <ac:chgData name="Hironari Yamada" userId="e57621f8-ec3c-449e-bb19-001fffcc008e" providerId="ADAL" clId="{BC0BD879-F267-5CCA-8DEA-E3B2DD07DA4E}" dt="2026-07-07T02:10:24.572" v="33829" actId="478"/>
          <ac:spMkLst>
            <pc:docMk/>
            <pc:sldMk cId="1307894115" sldId="2076139046"/>
            <ac:spMk id="70" creationId="{9D739F2F-DBF9-3B66-3076-46376C8BF936}"/>
          </ac:spMkLst>
        </pc:spChg>
        <pc:spChg chg="mod">
          <ac:chgData name="Hironari Yamada" userId="e57621f8-ec3c-449e-bb19-001fffcc008e" providerId="ADAL" clId="{BC0BD879-F267-5CCA-8DEA-E3B2DD07DA4E}" dt="2026-07-07T02:10:32.264" v="33830"/>
          <ac:spMkLst>
            <pc:docMk/>
            <pc:sldMk cId="1307894115" sldId="2076139046"/>
            <ac:spMk id="84" creationId="{63C42954-EFC3-E633-3343-4DCEDBD7155E}"/>
          </ac:spMkLst>
        </pc:spChg>
        <pc:spChg chg="mod">
          <ac:chgData name="Hironari Yamada" userId="e57621f8-ec3c-449e-bb19-001fffcc008e" providerId="ADAL" clId="{BC0BD879-F267-5CCA-8DEA-E3B2DD07DA4E}" dt="2026-07-07T02:10:32.264" v="33830"/>
          <ac:spMkLst>
            <pc:docMk/>
            <pc:sldMk cId="1307894115" sldId="2076139046"/>
            <ac:spMk id="88" creationId="{10625B79-278F-46AD-83C5-7AF020065003}"/>
          </ac:spMkLst>
        </pc:spChg>
        <pc:spChg chg="add mod">
          <ac:chgData name="Hironari Yamada" userId="e57621f8-ec3c-449e-bb19-001fffcc008e" providerId="ADAL" clId="{BC0BD879-F267-5CCA-8DEA-E3B2DD07DA4E}" dt="2026-07-07T02:10:32.264" v="33830"/>
          <ac:spMkLst>
            <pc:docMk/>
            <pc:sldMk cId="1307894115" sldId="2076139046"/>
            <ac:spMk id="97" creationId="{550F35A7-BC43-C41E-F020-01CB39972B28}"/>
          </ac:spMkLst>
        </pc:spChg>
        <pc:spChg chg="add mod">
          <ac:chgData name="Hironari Yamada" userId="e57621f8-ec3c-449e-bb19-001fffcc008e" providerId="ADAL" clId="{BC0BD879-F267-5CCA-8DEA-E3B2DD07DA4E}" dt="2026-07-07T02:10:32.264" v="33830"/>
          <ac:spMkLst>
            <pc:docMk/>
            <pc:sldMk cId="1307894115" sldId="2076139046"/>
            <ac:spMk id="122" creationId="{1F696CD4-C92C-1990-BF72-6C6052592701}"/>
          </ac:spMkLst>
        </pc:spChg>
        <pc:spChg chg="add mod">
          <ac:chgData name="Hironari Yamada" userId="e57621f8-ec3c-449e-bb19-001fffcc008e" providerId="ADAL" clId="{BC0BD879-F267-5CCA-8DEA-E3B2DD07DA4E}" dt="2026-07-07T02:10:32.264" v="33830"/>
          <ac:spMkLst>
            <pc:docMk/>
            <pc:sldMk cId="1307894115" sldId="2076139046"/>
            <ac:spMk id="124" creationId="{5363BA64-27F9-BA58-934D-04A0A95BEC58}"/>
          </ac:spMkLst>
        </pc:spChg>
        <pc:spChg chg="add mod">
          <ac:chgData name="Hironari Yamada" userId="e57621f8-ec3c-449e-bb19-001fffcc008e" providerId="ADAL" clId="{BC0BD879-F267-5CCA-8DEA-E3B2DD07DA4E}" dt="2026-07-07T02:10:32.264" v="33830"/>
          <ac:spMkLst>
            <pc:docMk/>
            <pc:sldMk cId="1307894115" sldId="2076139046"/>
            <ac:spMk id="134" creationId="{609E0CB0-F3B1-9FE1-1426-CD682A2C8396}"/>
          </ac:spMkLst>
        </pc:spChg>
        <pc:spChg chg="add mod">
          <ac:chgData name="Hironari Yamada" userId="e57621f8-ec3c-449e-bb19-001fffcc008e" providerId="ADAL" clId="{BC0BD879-F267-5CCA-8DEA-E3B2DD07DA4E}" dt="2026-07-07T02:10:32.264" v="33830"/>
          <ac:spMkLst>
            <pc:docMk/>
            <pc:sldMk cId="1307894115" sldId="2076139046"/>
            <ac:spMk id="137" creationId="{C8B6C703-92B7-4CE0-A121-BA21B6154600}"/>
          </ac:spMkLst>
        </pc:spChg>
        <pc:spChg chg="add mod">
          <ac:chgData name="Hironari Yamada" userId="e57621f8-ec3c-449e-bb19-001fffcc008e" providerId="ADAL" clId="{BC0BD879-F267-5CCA-8DEA-E3B2DD07DA4E}" dt="2026-07-07T02:10:32.264" v="33830"/>
          <ac:spMkLst>
            <pc:docMk/>
            <pc:sldMk cId="1307894115" sldId="2076139046"/>
            <ac:spMk id="142" creationId="{EDC4FB92-97AA-4959-845A-94B84C6D68B4}"/>
          </ac:spMkLst>
        </pc:spChg>
        <pc:spChg chg="add mod">
          <ac:chgData name="Hironari Yamada" userId="e57621f8-ec3c-449e-bb19-001fffcc008e" providerId="ADAL" clId="{BC0BD879-F267-5CCA-8DEA-E3B2DD07DA4E}" dt="2026-07-07T02:10:32.264" v="33830"/>
          <ac:spMkLst>
            <pc:docMk/>
            <pc:sldMk cId="1307894115" sldId="2076139046"/>
            <ac:spMk id="151" creationId="{D543D8E4-30FF-7406-1600-49179021FBF3}"/>
          </ac:spMkLst>
        </pc:spChg>
        <pc:spChg chg="add mod">
          <ac:chgData name="Hironari Yamada" userId="e57621f8-ec3c-449e-bb19-001fffcc008e" providerId="ADAL" clId="{BC0BD879-F267-5CCA-8DEA-E3B2DD07DA4E}" dt="2026-07-07T02:10:32.264" v="33830"/>
          <ac:spMkLst>
            <pc:docMk/>
            <pc:sldMk cId="1307894115" sldId="2076139046"/>
            <ac:spMk id="160" creationId="{FDC1C365-756F-FA79-F659-17D3AAA37E5E}"/>
          </ac:spMkLst>
        </pc:spChg>
      </pc:sldChg>
      <pc:sldChg chg="addSp delSp modSp add mod">
        <pc:chgData name="Hironari Yamada" userId="e57621f8-ec3c-449e-bb19-001fffcc008e" providerId="ADAL" clId="{BC0BD879-F267-5CCA-8DEA-E3B2DD07DA4E}" dt="2026-07-07T02:26:06.851" v="33840" actId="1076"/>
        <pc:sldMkLst>
          <pc:docMk/>
          <pc:sldMk cId="1511164455" sldId="2076139047"/>
        </pc:sldMkLst>
        <pc:spChg chg="add mod">
          <ac:chgData name="Hironari Yamada" userId="e57621f8-ec3c-449e-bb19-001fffcc008e" providerId="ADAL" clId="{BC0BD879-F267-5CCA-8DEA-E3B2DD07DA4E}" dt="2026-07-07T02:26:06.851" v="33840" actId="1076"/>
          <ac:spMkLst>
            <pc:docMk/>
            <pc:sldMk cId="1511164455" sldId="2076139047"/>
            <ac:spMk id="5" creationId="{03F3DA7F-640D-4E16-E357-720944DFF5EC}"/>
          </ac:spMkLst>
        </pc:spChg>
        <pc:spChg chg="mod">
          <ac:chgData name="Hironari Yamada" userId="e57621f8-ec3c-449e-bb19-001fffcc008e" providerId="ADAL" clId="{BC0BD879-F267-5CCA-8DEA-E3B2DD07DA4E}" dt="2026-07-07T02:25:54.409" v="33836"/>
          <ac:spMkLst>
            <pc:docMk/>
            <pc:sldMk cId="1511164455" sldId="2076139047"/>
            <ac:spMk id="9" creationId="{26A04D20-D0A6-1CEE-989E-26DEA021F41F}"/>
          </ac:spMkLst>
        </pc:spChg>
        <pc:spChg chg="del">
          <ac:chgData name="Hironari Yamada" userId="e57621f8-ec3c-449e-bb19-001fffcc008e" providerId="ADAL" clId="{BC0BD879-F267-5CCA-8DEA-E3B2DD07DA4E}" dt="2026-07-07T02:25:58.720" v="33837" actId="478"/>
          <ac:spMkLst>
            <pc:docMk/>
            <pc:sldMk cId="1511164455" sldId="2076139047"/>
            <ac:spMk id="93" creationId="{8C3D9C46-123C-CD21-E52E-135D58342DFF}"/>
          </ac:spMkLst>
        </pc:spChg>
        <pc:spChg chg="del">
          <ac:chgData name="Hironari Yamada" userId="e57621f8-ec3c-449e-bb19-001fffcc008e" providerId="ADAL" clId="{BC0BD879-F267-5CCA-8DEA-E3B2DD07DA4E}" dt="2026-07-07T02:25:58.720" v="33837" actId="478"/>
          <ac:spMkLst>
            <pc:docMk/>
            <pc:sldMk cId="1511164455" sldId="2076139047"/>
            <ac:spMk id="97" creationId="{3618D663-A900-F502-EE76-FABCC6F23A74}"/>
          </ac:spMkLst>
        </pc:spChg>
        <pc:spChg chg="del">
          <ac:chgData name="Hironari Yamada" userId="e57621f8-ec3c-449e-bb19-001fffcc008e" providerId="ADAL" clId="{BC0BD879-F267-5CCA-8DEA-E3B2DD07DA4E}" dt="2026-07-07T02:25:58.720" v="33837" actId="478"/>
          <ac:spMkLst>
            <pc:docMk/>
            <pc:sldMk cId="1511164455" sldId="2076139047"/>
            <ac:spMk id="122" creationId="{8925A226-72AD-37FE-AA38-E2E17B990FA5}"/>
          </ac:spMkLst>
        </pc:spChg>
        <pc:spChg chg="del">
          <ac:chgData name="Hironari Yamada" userId="e57621f8-ec3c-449e-bb19-001fffcc008e" providerId="ADAL" clId="{BC0BD879-F267-5CCA-8DEA-E3B2DD07DA4E}" dt="2026-07-07T02:25:58.720" v="33837" actId="478"/>
          <ac:spMkLst>
            <pc:docMk/>
            <pc:sldMk cId="1511164455" sldId="2076139047"/>
            <ac:spMk id="129" creationId="{9CE52388-0594-164E-E18F-6B5F8319C8DB}"/>
          </ac:spMkLst>
        </pc:spChg>
        <pc:spChg chg="del">
          <ac:chgData name="Hironari Yamada" userId="e57621f8-ec3c-449e-bb19-001fffcc008e" providerId="ADAL" clId="{BC0BD879-F267-5CCA-8DEA-E3B2DD07DA4E}" dt="2026-07-07T02:25:58.720" v="33837" actId="478"/>
          <ac:spMkLst>
            <pc:docMk/>
            <pc:sldMk cId="1511164455" sldId="2076139047"/>
            <ac:spMk id="133" creationId="{ED6F3F80-9C38-F210-CF24-EEC5189B8BC8}"/>
          </ac:spMkLst>
        </pc:spChg>
        <pc:spChg chg="del">
          <ac:chgData name="Hironari Yamada" userId="e57621f8-ec3c-449e-bb19-001fffcc008e" providerId="ADAL" clId="{BC0BD879-F267-5CCA-8DEA-E3B2DD07DA4E}" dt="2026-07-07T02:25:58.720" v="33837" actId="478"/>
          <ac:spMkLst>
            <pc:docMk/>
            <pc:sldMk cId="1511164455" sldId="2076139047"/>
            <ac:spMk id="135" creationId="{D6995C9B-7DC6-51F8-CCB3-00860D12B138}"/>
          </ac:spMkLst>
        </pc:spChg>
        <pc:spChg chg="del">
          <ac:chgData name="Hironari Yamada" userId="e57621f8-ec3c-449e-bb19-001fffcc008e" providerId="ADAL" clId="{BC0BD879-F267-5CCA-8DEA-E3B2DD07DA4E}" dt="2026-07-07T02:25:58.720" v="33837" actId="478"/>
          <ac:spMkLst>
            <pc:docMk/>
            <pc:sldMk cId="1511164455" sldId="2076139047"/>
            <ac:spMk id="136" creationId="{912F8418-9A61-AB26-D7AE-EBF0107A2B56}"/>
          </ac:spMkLst>
        </pc:spChg>
        <pc:spChg chg="del">
          <ac:chgData name="Hironari Yamada" userId="e57621f8-ec3c-449e-bb19-001fffcc008e" providerId="ADAL" clId="{BC0BD879-F267-5CCA-8DEA-E3B2DD07DA4E}" dt="2026-07-07T02:25:58.720" v="33837" actId="478"/>
          <ac:spMkLst>
            <pc:docMk/>
            <pc:sldMk cId="1511164455" sldId="2076139047"/>
            <ac:spMk id="145" creationId="{17066D7C-BBF6-E50A-4E62-A9A7B59660E5}"/>
          </ac:spMkLst>
        </pc:spChg>
        <pc:spChg chg="del">
          <ac:chgData name="Hironari Yamada" userId="e57621f8-ec3c-449e-bb19-001fffcc008e" providerId="ADAL" clId="{BC0BD879-F267-5CCA-8DEA-E3B2DD07DA4E}" dt="2026-07-07T02:25:58.720" v="33837" actId="478"/>
          <ac:spMkLst>
            <pc:docMk/>
            <pc:sldMk cId="1511164455" sldId="2076139047"/>
            <ac:spMk id="148" creationId="{CA13948C-7B3F-3D35-0030-DB80499DF092}"/>
          </ac:spMkLst>
        </pc:spChg>
        <pc:spChg chg="del">
          <ac:chgData name="Hironari Yamada" userId="e57621f8-ec3c-449e-bb19-001fffcc008e" providerId="ADAL" clId="{BC0BD879-F267-5CCA-8DEA-E3B2DD07DA4E}" dt="2026-07-07T02:25:58.720" v="33837" actId="478"/>
          <ac:spMkLst>
            <pc:docMk/>
            <pc:sldMk cId="1511164455" sldId="2076139047"/>
            <ac:spMk id="160" creationId="{9D2A04B6-63FE-F13E-CA22-87D816320894}"/>
          </ac:spMkLst>
        </pc:spChg>
      </pc:sldChg>
      <pc:sldChg chg="addSp delSp modSp add mod">
        <pc:chgData name="Hironari Yamada" userId="e57621f8-ec3c-449e-bb19-001fffcc008e" providerId="ADAL" clId="{BC0BD879-F267-5CCA-8DEA-E3B2DD07DA4E}" dt="2026-07-07T02:26:32.097" v="33848" actId="1076"/>
        <pc:sldMkLst>
          <pc:docMk/>
          <pc:sldMk cId="3783860835" sldId="2076139048"/>
        </pc:sldMkLst>
        <pc:spChg chg="del">
          <ac:chgData name="Hironari Yamada" userId="e57621f8-ec3c-449e-bb19-001fffcc008e" providerId="ADAL" clId="{BC0BD879-F267-5CCA-8DEA-E3B2DD07DA4E}" dt="2026-07-07T02:26:21.156" v="33843" actId="478"/>
          <ac:spMkLst>
            <pc:docMk/>
            <pc:sldMk cId="3783860835" sldId="2076139048"/>
            <ac:spMk id="5" creationId="{26E66AAB-EBE8-6772-1279-1DDB088C079E}"/>
          </ac:spMkLst>
        </pc:spChg>
        <pc:spChg chg="add del mod">
          <ac:chgData name="Hironari Yamada" userId="e57621f8-ec3c-449e-bb19-001fffcc008e" providerId="ADAL" clId="{BC0BD879-F267-5CCA-8DEA-E3B2DD07DA4E}" dt="2026-07-07T02:26:29.050" v="33846" actId="478"/>
          <ac:spMkLst>
            <pc:docMk/>
            <pc:sldMk cId="3783860835" sldId="2076139048"/>
            <ac:spMk id="6" creationId="{D1DB3167-1DB8-531C-16F6-015AF6252164}"/>
          </ac:spMkLst>
        </pc:spChg>
        <pc:spChg chg="add mod">
          <ac:chgData name="Hironari Yamada" userId="e57621f8-ec3c-449e-bb19-001fffcc008e" providerId="ADAL" clId="{BC0BD879-F267-5CCA-8DEA-E3B2DD07DA4E}" dt="2026-07-07T02:26:26.849" v="33845"/>
          <ac:spMkLst>
            <pc:docMk/>
            <pc:sldMk cId="3783860835" sldId="2076139048"/>
            <ac:spMk id="7" creationId="{F273F308-E853-F970-5EAB-29A885369E03}"/>
          </ac:spMkLst>
        </pc:spChg>
        <pc:spChg chg="add mod">
          <ac:chgData name="Hironari Yamada" userId="e57621f8-ec3c-449e-bb19-001fffcc008e" providerId="ADAL" clId="{BC0BD879-F267-5CCA-8DEA-E3B2DD07DA4E}" dt="2026-07-07T02:26:32.097" v="33848" actId="1076"/>
          <ac:spMkLst>
            <pc:docMk/>
            <pc:sldMk cId="3783860835" sldId="2076139048"/>
            <ac:spMk id="8" creationId="{645E6EB9-66F8-75F4-7B34-8B5740B9628E}"/>
          </ac:spMkLst>
        </pc:spChg>
        <pc:spChg chg="mod">
          <ac:chgData name="Hironari Yamada" userId="e57621f8-ec3c-449e-bb19-001fffcc008e" providerId="ADAL" clId="{BC0BD879-F267-5CCA-8DEA-E3B2DD07DA4E}" dt="2026-07-07T02:26:18.252" v="33842"/>
          <ac:spMkLst>
            <pc:docMk/>
            <pc:sldMk cId="3783860835" sldId="2076139048"/>
            <ac:spMk id="9" creationId="{49A21735-A72B-01A9-DDDD-61DE24499498}"/>
          </ac:spMkLst>
        </pc:spChg>
      </pc:sldChg>
      <pc:sldChg chg="addSp delSp modSp add mod">
        <pc:chgData name="Hironari Yamada" userId="e57621f8-ec3c-449e-bb19-001fffcc008e" providerId="ADAL" clId="{BC0BD879-F267-5CCA-8DEA-E3B2DD07DA4E}" dt="2026-07-07T03:47:01.598" v="34112" actId="2711"/>
        <pc:sldMkLst>
          <pc:docMk/>
          <pc:sldMk cId="2701387845" sldId="2076139049"/>
        </pc:sldMkLst>
        <pc:spChg chg="mod">
          <ac:chgData name="Hironari Yamada" userId="e57621f8-ec3c-449e-bb19-001fffcc008e" providerId="ADAL" clId="{BC0BD879-F267-5CCA-8DEA-E3B2DD07DA4E}" dt="2026-07-07T02:30:10.904" v="33930"/>
          <ac:spMkLst>
            <pc:docMk/>
            <pc:sldMk cId="2701387845" sldId="2076139049"/>
            <ac:spMk id="3" creationId="{75FB1AB8-2ED9-656D-C11C-B0ECB3849923}"/>
          </ac:spMkLst>
        </pc:spChg>
        <pc:spChg chg="add mod">
          <ac:chgData name="Hironari Yamada" userId="e57621f8-ec3c-449e-bb19-001fffcc008e" providerId="ADAL" clId="{BC0BD879-F267-5CCA-8DEA-E3B2DD07DA4E}" dt="2026-07-07T02:31:09.158" v="33933" actId="115"/>
          <ac:spMkLst>
            <pc:docMk/>
            <pc:sldMk cId="2701387845" sldId="2076139049"/>
            <ac:spMk id="6" creationId="{4FC6426A-6783-06CE-5CC0-198E8FCEEADB}"/>
          </ac:spMkLst>
        </pc:spChg>
        <pc:spChg chg="add mod">
          <ac:chgData name="Hironari Yamada" userId="e57621f8-ec3c-449e-bb19-001fffcc008e" providerId="ADAL" clId="{BC0BD879-F267-5CCA-8DEA-E3B2DD07DA4E}" dt="2026-07-07T02:31:02.041" v="33931"/>
          <ac:spMkLst>
            <pc:docMk/>
            <pc:sldMk cId="2701387845" sldId="2076139049"/>
            <ac:spMk id="7" creationId="{D69FA3F1-9EEC-5A64-8CD8-DD13794F8F3C}"/>
          </ac:spMkLst>
        </pc:spChg>
        <pc:spChg chg="add mod">
          <ac:chgData name="Hironari Yamada" userId="e57621f8-ec3c-449e-bb19-001fffcc008e" providerId="ADAL" clId="{BC0BD879-F267-5CCA-8DEA-E3B2DD07DA4E}" dt="2026-07-07T03:47:01.598" v="34112" actId="2711"/>
          <ac:spMkLst>
            <pc:docMk/>
            <pc:sldMk cId="2701387845" sldId="2076139049"/>
            <ac:spMk id="8" creationId="{1D6C0D7B-D2FC-0250-97EC-AE9323871306}"/>
          </ac:spMkLst>
        </pc:spChg>
        <pc:spChg chg="mod">
          <ac:chgData name="Hironari Yamada" userId="e57621f8-ec3c-449e-bb19-001fffcc008e" providerId="ADAL" clId="{BC0BD879-F267-5CCA-8DEA-E3B2DD07DA4E}" dt="2026-07-07T02:29:47.525" v="33928" actId="20577"/>
          <ac:spMkLst>
            <pc:docMk/>
            <pc:sldMk cId="2701387845" sldId="2076139049"/>
            <ac:spMk id="9" creationId="{AA002B8F-170D-7EE3-C109-DB8C2D46F517}"/>
          </ac:spMkLst>
        </pc:spChg>
        <pc:spChg chg="del">
          <ac:chgData name="Hironari Yamada" userId="e57621f8-ec3c-449e-bb19-001fffcc008e" providerId="ADAL" clId="{BC0BD879-F267-5CCA-8DEA-E3B2DD07DA4E}" dt="2026-07-07T02:29:53.632" v="33929" actId="478"/>
          <ac:spMkLst>
            <pc:docMk/>
            <pc:sldMk cId="2701387845" sldId="2076139049"/>
            <ac:spMk id="11" creationId="{7B1AB759-2EF6-C5D8-D9F0-BC50CD57F147}"/>
          </ac:spMkLst>
        </pc:spChg>
        <pc:picChg chg="del">
          <ac:chgData name="Hironari Yamada" userId="e57621f8-ec3c-449e-bb19-001fffcc008e" providerId="ADAL" clId="{BC0BD879-F267-5CCA-8DEA-E3B2DD07DA4E}" dt="2026-07-07T02:29:53.632" v="33929" actId="478"/>
          <ac:picMkLst>
            <pc:docMk/>
            <pc:sldMk cId="2701387845" sldId="2076139049"/>
            <ac:picMk id="5" creationId="{DF9D7D7F-9F7A-D320-0818-416EE18C97A9}"/>
          </ac:picMkLst>
        </pc:picChg>
      </pc:sldChg>
      <pc:sldChg chg="addSp delSp modSp add mod">
        <pc:chgData name="Hironari Yamada" userId="e57621f8-ec3c-449e-bb19-001fffcc008e" providerId="ADAL" clId="{BC0BD879-F267-5CCA-8DEA-E3B2DD07DA4E}" dt="2026-07-08T00:32:53.159" v="34206"/>
        <pc:sldMkLst>
          <pc:docMk/>
          <pc:sldMk cId="3123881109" sldId="2076139050"/>
        </pc:sldMkLst>
        <pc:spChg chg="del">
          <ac:chgData name="Hironari Yamada" userId="e57621f8-ec3c-449e-bb19-001fffcc008e" providerId="ADAL" clId="{BC0BD879-F267-5CCA-8DEA-E3B2DD07DA4E}" dt="2026-07-08T00:31:03.612" v="34116" actId="478"/>
          <ac:spMkLst>
            <pc:docMk/>
            <pc:sldMk cId="3123881109" sldId="2076139050"/>
            <ac:spMk id="3" creationId="{7BD807EF-CD8C-F30A-E943-A9848FB63C7D}"/>
          </ac:spMkLst>
        </pc:spChg>
        <pc:spChg chg="del">
          <ac:chgData name="Hironari Yamada" userId="e57621f8-ec3c-449e-bb19-001fffcc008e" providerId="ADAL" clId="{BC0BD879-F267-5CCA-8DEA-E3B2DD07DA4E}" dt="2026-07-08T00:30:53.257" v="34115" actId="478"/>
          <ac:spMkLst>
            <pc:docMk/>
            <pc:sldMk cId="3123881109" sldId="2076139050"/>
            <ac:spMk id="6" creationId="{1C34BB6C-8B96-8473-AC7C-D10858F6F9B4}"/>
          </ac:spMkLst>
        </pc:spChg>
        <pc:spChg chg="del">
          <ac:chgData name="Hironari Yamada" userId="e57621f8-ec3c-449e-bb19-001fffcc008e" providerId="ADAL" clId="{BC0BD879-F267-5CCA-8DEA-E3B2DD07DA4E}" dt="2026-07-08T00:30:53.257" v="34115" actId="478"/>
          <ac:spMkLst>
            <pc:docMk/>
            <pc:sldMk cId="3123881109" sldId="2076139050"/>
            <ac:spMk id="7" creationId="{3B3972C5-E1A1-11C2-7C56-75083A93D1B3}"/>
          </ac:spMkLst>
        </pc:spChg>
        <pc:spChg chg="del">
          <ac:chgData name="Hironari Yamada" userId="e57621f8-ec3c-449e-bb19-001fffcc008e" providerId="ADAL" clId="{BC0BD879-F267-5CCA-8DEA-E3B2DD07DA4E}" dt="2026-07-08T00:30:53.257" v="34115" actId="478"/>
          <ac:spMkLst>
            <pc:docMk/>
            <pc:sldMk cId="3123881109" sldId="2076139050"/>
            <ac:spMk id="8" creationId="{32F313A6-46B9-C75C-47A3-990C5FE62528}"/>
          </ac:spMkLst>
        </pc:spChg>
        <pc:spChg chg="mod">
          <ac:chgData name="Hironari Yamada" userId="e57621f8-ec3c-449e-bb19-001fffcc008e" providerId="ADAL" clId="{BC0BD879-F267-5CCA-8DEA-E3B2DD07DA4E}" dt="2026-07-08T00:30:49.093" v="34114"/>
          <ac:spMkLst>
            <pc:docMk/>
            <pc:sldMk cId="3123881109" sldId="2076139050"/>
            <ac:spMk id="9" creationId="{788E75CD-E178-57DD-D56A-8FC12FF1D895}"/>
          </ac:spMkLst>
        </pc:spChg>
        <pc:spChg chg="add del mod">
          <ac:chgData name="Hironari Yamada" userId="e57621f8-ec3c-449e-bb19-001fffcc008e" providerId="ADAL" clId="{BC0BD879-F267-5CCA-8DEA-E3B2DD07DA4E}" dt="2026-07-08T00:31:06.480" v="34117" actId="478"/>
          <ac:spMkLst>
            <pc:docMk/>
            <pc:sldMk cId="3123881109" sldId="2076139050"/>
            <ac:spMk id="10" creationId="{44E7A31E-539A-68A8-6259-23EE6F366A62}"/>
          </ac:spMkLst>
        </pc:spChg>
        <pc:spChg chg="add mod">
          <ac:chgData name="Hironari Yamada" userId="e57621f8-ec3c-449e-bb19-001fffcc008e" providerId="ADAL" clId="{BC0BD879-F267-5CCA-8DEA-E3B2DD07DA4E}" dt="2026-07-08T00:31:10.734" v="34119" actId="1076"/>
          <ac:spMkLst>
            <pc:docMk/>
            <pc:sldMk cId="3123881109" sldId="2076139050"/>
            <ac:spMk id="11" creationId="{BC2C27ED-9CE4-6CC7-344D-6149D8558392}"/>
          </ac:spMkLst>
        </pc:spChg>
        <pc:spChg chg="mod">
          <ac:chgData name="Hironari Yamada" userId="e57621f8-ec3c-449e-bb19-001fffcc008e" providerId="ADAL" clId="{BC0BD879-F267-5CCA-8DEA-E3B2DD07DA4E}" dt="2026-07-08T00:31:07.278" v="34118"/>
          <ac:spMkLst>
            <pc:docMk/>
            <pc:sldMk cId="3123881109" sldId="2076139050"/>
            <ac:spMk id="13" creationId="{C707625D-E80B-1BC9-EEB8-1684688D3954}"/>
          </ac:spMkLst>
        </pc:spChg>
        <pc:spChg chg="mod">
          <ac:chgData name="Hironari Yamada" userId="e57621f8-ec3c-449e-bb19-001fffcc008e" providerId="ADAL" clId="{BC0BD879-F267-5CCA-8DEA-E3B2DD07DA4E}" dt="2026-07-08T00:31:07.278" v="34118"/>
          <ac:spMkLst>
            <pc:docMk/>
            <pc:sldMk cId="3123881109" sldId="2076139050"/>
            <ac:spMk id="14" creationId="{CB6E1D72-7674-1807-5E17-7F943C02FF04}"/>
          </ac:spMkLst>
        </pc:spChg>
        <pc:spChg chg="add mod">
          <ac:chgData name="Hironari Yamada" userId="e57621f8-ec3c-449e-bb19-001fffcc008e" providerId="ADAL" clId="{BC0BD879-F267-5CCA-8DEA-E3B2DD07DA4E}" dt="2026-07-08T00:31:10.734" v="34119" actId="1076"/>
          <ac:spMkLst>
            <pc:docMk/>
            <pc:sldMk cId="3123881109" sldId="2076139050"/>
            <ac:spMk id="20" creationId="{68A81174-31CD-474D-D86A-960CF9827219}"/>
          </ac:spMkLst>
        </pc:spChg>
        <pc:spChg chg="mod">
          <ac:chgData name="Hironari Yamada" userId="e57621f8-ec3c-449e-bb19-001fffcc008e" providerId="ADAL" clId="{BC0BD879-F267-5CCA-8DEA-E3B2DD07DA4E}" dt="2026-07-08T00:31:10.734" v="34119" actId="1076"/>
          <ac:spMkLst>
            <pc:docMk/>
            <pc:sldMk cId="3123881109" sldId="2076139050"/>
            <ac:spMk id="22" creationId="{B4EBC09A-3A66-8D3B-A91B-3CE4BC896432}"/>
          </ac:spMkLst>
        </pc:spChg>
        <pc:spChg chg="add mod">
          <ac:chgData name="Hironari Yamada" userId="e57621f8-ec3c-449e-bb19-001fffcc008e" providerId="ADAL" clId="{BC0BD879-F267-5CCA-8DEA-E3B2DD07DA4E}" dt="2026-07-08T00:31:10.734" v="34119" actId="1076"/>
          <ac:spMkLst>
            <pc:docMk/>
            <pc:sldMk cId="3123881109" sldId="2076139050"/>
            <ac:spMk id="28" creationId="{488CB472-18BC-C505-215F-3FF3D8DBFA59}"/>
          </ac:spMkLst>
        </pc:spChg>
        <pc:spChg chg="mod">
          <ac:chgData name="Hironari Yamada" userId="e57621f8-ec3c-449e-bb19-001fffcc008e" providerId="ADAL" clId="{BC0BD879-F267-5CCA-8DEA-E3B2DD07DA4E}" dt="2026-07-08T00:31:10.734" v="34119" actId="1076"/>
          <ac:spMkLst>
            <pc:docMk/>
            <pc:sldMk cId="3123881109" sldId="2076139050"/>
            <ac:spMk id="37" creationId="{DBA1BE27-C1F6-695C-D446-02192757E467}"/>
          </ac:spMkLst>
        </pc:spChg>
        <pc:spChg chg="add mod">
          <ac:chgData name="Hironari Yamada" userId="e57621f8-ec3c-449e-bb19-001fffcc008e" providerId="ADAL" clId="{BC0BD879-F267-5CCA-8DEA-E3B2DD07DA4E}" dt="2026-07-08T00:31:10.734" v="34119" actId="1076"/>
          <ac:spMkLst>
            <pc:docMk/>
            <pc:sldMk cId="3123881109" sldId="2076139050"/>
            <ac:spMk id="42" creationId="{9021BE8C-F57B-3937-989D-D5CA9DE8A92A}"/>
          </ac:spMkLst>
        </pc:spChg>
        <pc:spChg chg="mod">
          <ac:chgData name="Hironari Yamada" userId="e57621f8-ec3c-449e-bb19-001fffcc008e" providerId="ADAL" clId="{BC0BD879-F267-5CCA-8DEA-E3B2DD07DA4E}" dt="2026-07-08T00:31:57.312" v="34194" actId="20577"/>
          <ac:spMkLst>
            <pc:docMk/>
            <pc:sldMk cId="3123881109" sldId="2076139050"/>
            <ac:spMk id="47" creationId="{70A0E94C-5518-6852-D147-33FC1D45B484}"/>
          </ac:spMkLst>
        </pc:spChg>
        <pc:spChg chg="add mod">
          <ac:chgData name="Hironari Yamada" userId="e57621f8-ec3c-449e-bb19-001fffcc008e" providerId="ADAL" clId="{BC0BD879-F267-5CCA-8DEA-E3B2DD07DA4E}" dt="2026-07-08T00:31:10.734" v="34119" actId="1076"/>
          <ac:spMkLst>
            <pc:docMk/>
            <pc:sldMk cId="3123881109" sldId="2076139050"/>
            <ac:spMk id="49" creationId="{FF3377F7-4746-4F00-319E-664688732527}"/>
          </ac:spMkLst>
        </pc:spChg>
        <pc:spChg chg="mod">
          <ac:chgData name="Hironari Yamada" userId="e57621f8-ec3c-449e-bb19-001fffcc008e" providerId="ADAL" clId="{BC0BD879-F267-5CCA-8DEA-E3B2DD07DA4E}" dt="2026-07-08T00:32:35.472" v="34205" actId="20577"/>
          <ac:spMkLst>
            <pc:docMk/>
            <pc:sldMk cId="3123881109" sldId="2076139050"/>
            <ac:spMk id="50" creationId="{F348FBEA-1EAE-E0F9-5643-FDDDC93ABCAE}"/>
          </ac:spMkLst>
        </pc:spChg>
        <pc:spChg chg="add mod">
          <ac:chgData name="Hironari Yamada" userId="e57621f8-ec3c-449e-bb19-001fffcc008e" providerId="ADAL" clId="{BC0BD879-F267-5CCA-8DEA-E3B2DD07DA4E}" dt="2026-07-08T00:31:10.734" v="34119" actId="1076"/>
          <ac:spMkLst>
            <pc:docMk/>
            <pc:sldMk cId="3123881109" sldId="2076139050"/>
            <ac:spMk id="51" creationId="{4333CC69-580B-3FA6-3E57-615F856E7E5C}"/>
          </ac:spMkLst>
        </pc:spChg>
        <pc:spChg chg="add mod">
          <ac:chgData name="Hironari Yamada" userId="e57621f8-ec3c-449e-bb19-001fffcc008e" providerId="ADAL" clId="{BC0BD879-F267-5CCA-8DEA-E3B2DD07DA4E}" dt="2026-07-08T00:31:39.532" v="34192" actId="20577"/>
          <ac:spMkLst>
            <pc:docMk/>
            <pc:sldMk cId="3123881109" sldId="2076139050"/>
            <ac:spMk id="52" creationId="{25BA56D9-7D41-236C-256E-3B0A4DDBC7C8}"/>
          </ac:spMkLst>
        </pc:spChg>
        <pc:spChg chg="add mod">
          <ac:chgData name="Hironari Yamada" userId="e57621f8-ec3c-449e-bb19-001fffcc008e" providerId="ADAL" clId="{BC0BD879-F267-5CCA-8DEA-E3B2DD07DA4E}" dt="2026-07-08T00:31:10.734" v="34119" actId="1076"/>
          <ac:spMkLst>
            <pc:docMk/>
            <pc:sldMk cId="3123881109" sldId="2076139050"/>
            <ac:spMk id="53" creationId="{9E8924E7-7273-0981-8128-D61F71416893}"/>
          </ac:spMkLst>
        </pc:spChg>
        <pc:spChg chg="mod">
          <ac:chgData name="Hironari Yamada" userId="e57621f8-ec3c-449e-bb19-001fffcc008e" providerId="ADAL" clId="{BC0BD879-F267-5CCA-8DEA-E3B2DD07DA4E}" dt="2026-07-08T00:32:53.159" v="34206"/>
          <ac:spMkLst>
            <pc:docMk/>
            <pc:sldMk cId="3123881109" sldId="2076139050"/>
            <ac:spMk id="59" creationId="{DDE9B7C1-67BD-23F1-1CE6-A3FF8004FF93}"/>
          </ac:spMkLst>
        </pc:spChg>
        <pc:spChg chg="add mod">
          <ac:chgData name="Hironari Yamada" userId="e57621f8-ec3c-449e-bb19-001fffcc008e" providerId="ADAL" clId="{BC0BD879-F267-5CCA-8DEA-E3B2DD07DA4E}" dt="2026-07-08T00:32:53.159" v="34206"/>
          <ac:spMkLst>
            <pc:docMk/>
            <pc:sldMk cId="3123881109" sldId="2076139050"/>
            <ac:spMk id="62" creationId="{0A81AF09-C816-66AE-F9C7-AE8B16FB2100}"/>
          </ac:spMkLst>
        </pc:spChg>
        <pc:spChg chg="add mod">
          <ac:chgData name="Hironari Yamada" userId="e57621f8-ec3c-449e-bb19-001fffcc008e" providerId="ADAL" clId="{BC0BD879-F267-5CCA-8DEA-E3B2DD07DA4E}" dt="2026-07-08T00:32:53.159" v="34206"/>
          <ac:spMkLst>
            <pc:docMk/>
            <pc:sldMk cId="3123881109" sldId="2076139050"/>
            <ac:spMk id="66" creationId="{FB818133-1F14-21F4-3507-69BAF71440AA}"/>
          </ac:spMkLst>
        </pc:spChg>
        <pc:spChg chg="add mod">
          <ac:chgData name="Hironari Yamada" userId="e57621f8-ec3c-449e-bb19-001fffcc008e" providerId="ADAL" clId="{BC0BD879-F267-5CCA-8DEA-E3B2DD07DA4E}" dt="2026-07-08T00:32:53.159" v="34206"/>
          <ac:spMkLst>
            <pc:docMk/>
            <pc:sldMk cId="3123881109" sldId="2076139050"/>
            <ac:spMk id="91" creationId="{0C3ADF75-10F8-186F-C10C-BBC774D1D501}"/>
          </ac:spMkLst>
        </pc:spChg>
        <pc:spChg chg="add mod">
          <ac:chgData name="Hironari Yamada" userId="e57621f8-ec3c-449e-bb19-001fffcc008e" providerId="ADAL" clId="{BC0BD879-F267-5CCA-8DEA-E3B2DD07DA4E}" dt="2026-07-08T00:32:53.159" v="34206"/>
          <ac:spMkLst>
            <pc:docMk/>
            <pc:sldMk cId="3123881109" sldId="2076139050"/>
            <ac:spMk id="95" creationId="{82759409-5F2C-7E91-61D3-8E7572544802}"/>
          </ac:spMkLst>
        </pc:spChg>
        <pc:spChg chg="add mod">
          <ac:chgData name="Hironari Yamada" userId="e57621f8-ec3c-449e-bb19-001fffcc008e" providerId="ADAL" clId="{BC0BD879-F267-5CCA-8DEA-E3B2DD07DA4E}" dt="2026-07-08T00:32:53.159" v="34206"/>
          <ac:spMkLst>
            <pc:docMk/>
            <pc:sldMk cId="3123881109" sldId="2076139050"/>
            <ac:spMk id="96" creationId="{CE988FC9-FB48-41F2-008F-BDFB5F4193D3}"/>
          </ac:spMkLst>
        </pc:spChg>
        <pc:spChg chg="add mod">
          <ac:chgData name="Hironari Yamada" userId="e57621f8-ec3c-449e-bb19-001fffcc008e" providerId="ADAL" clId="{BC0BD879-F267-5CCA-8DEA-E3B2DD07DA4E}" dt="2026-07-08T00:32:53.159" v="34206"/>
          <ac:spMkLst>
            <pc:docMk/>
            <pc:sldMk cId="3123881109" sldId="2076139050"/>
            <ac:spMk id="97" creationId="{29C11B5C-3768-17FB-1618-D895565ADCD2}"/>
          </ac:spMkLst>
        </pc:spChg>
        <pc:spChg chg="add mod">
          <ac:chgData name="Hironari Yamada" userId="e57621f8-ec3c-449e-bb19-001fffcc008e" providerId="ADAL" clId="{BC0BD879-F267-5CCA-8DEA-E3B2DD07DA4E}" dt="2026-07-08T00:32:53.159" v="34206"/>
          <ac:spMkLst>
            <pc:docMk/>
            <pc:sldMk cId="3123881109" sldId="2076139050"/>
            <ac:spMk id="98" creationId="{5364CFD2-61DB-96C5-3DF7-C7145CA6753E}"/>
          </ac:spMkLst>
        </pc:spChg>
        <pc:spChg chg="add mod">
          <ac:chgData name="Hironari Yamada" userId="e57621f8-ec3c-449e-bb19-001fffcc008e" providerId="ADAL" clId="{BC0BD879-F267-5CCA-8DEA-E3B2DD07DA4E}" dt="2026-07-08T00:32:53.159" v="34206"/>
          <ac:spMkLst>
            <pc:docMk/>
            <pc:sldMk cId="3123881109" sldId="2076139050"/>
            <ac:spMk id="101" creationId="{71DF675B-8315-29AC-5817-BE916C6B7A22}"/>
          </ac:spMkLst>
        </pc:spChg>
        <pc:spChg chg="add mod">
          <ac:chgData name="Hironari Yamada" userId="e57621f8-ec3c-449e-bb19-001fffcc008e" providerId="ADAL" clId="{BC0BD879-F267-5CCA-8DEA-E3B2DD07DA4E}" dt="2026-07-08T00:32:53.159" v="34206"/>
          <ac:spMkLst>
            <pc:docMk/>
            <pc:sldMk cId="3123881109" sldId="2076139050"/>
            <ac:spMk id="102" creationId="{DF414773-3E06-4D82-4460-D6F54039DD72}"/>
          </ac:spMkLst>
        </pc:spChg>
      </pc:sldChg>
      <pc:sldChg chg="addSp delSp modSp add mod delAnim modAnim">
        <pc:chgData name="Hironari Yamada" userId="e57621f8-ec3c-449e-bb19-001fffcc008e" providerId="ADAL" clId="{BC0BD879-F267-5CCA-8DEA-E3B2DD07DA4E}" dt="2026-07-08T01:09:19.305" v="35313" actId="20577"/>
        <pc:sldMkLst>
          <pc:docMk/>
          <pc:sldMk cId="1088802191" sldId="2076139051"/>
        </pc:sldMkLst>
        <pc:spChg chg="add del mod">
          <ac:chgData name="Hironari Yamada" userId="e57621f8-ec3c-449e-bb19-001fffcc008e" providerId="ADAL" clId="{BC0BD879-F267-5CCA-8DEA-E3B2DD07DA4E}" dt="2026-07-08T00:35:27.331" v="34246" actId="478"/>
          <ac:spMkLst>
            <pc:docMk/>
            <pc:sldMk cId="1088802191" sldId="2076139051"/>
            <ac:spMk id="3" creationId="{51B96B52-04DB-22F9-DA91-FC3B8AB9A836}"/>
          </ac:spMkLst>
        </pc:spChg>
        <pc:spChg chg="add del mod">
          <ac:chgData name="Hironari Yamada" userId="e57621f8-ec3c-449e-bb19-001fffcc008e" providerId="ADAL" clId="{BC0BD879-F267-5CCA-8DEA-E3B2DD07DA4E}" dt="2026-07-08T00:35:27.331" v="34246" actId="478"/>
          <ac:spMkLst>
            <pc:docMk/>
            <pc:sldMk cId="1088802191" sldId="2076139051"/>
            <ac:spMk id="5" creationId="{9DBDCB31-899E-479E-774C-90D5FFF2C93D}"/>
          </ac:spMkLst>
        </pc:spChg>
        <pc:spChg chg="del">
          <ac:chgData name="Hironari Yamada" userId="e57621f8-ec3c-449e-bb19-001fffcc008e" providerId="ADAL" clId="{BC0BD879-F267-5CCA-8DEA-E3B2DD07DA4E}" dt="2026-07-08T00:33:45.479" v="34211" actId="478"/>
          <ac:spMkLst>
            <pc:docMk/>
            <pc:sldMk cId="1088802191" sldId="2076139051"/>
            <ac:spMk id="6" creationId="{8E08F445-3455-4886-422C-F14BA267FCE8}"/>
          </ac:spMkLst>
        </pc:spChg>
        <pc:spChg chg="mod">
          <ac:chgData name="Hironari Yamada" userId="e57621f8-ec3c-449e-bb19-001fffcc008e" providerId="ADAL" clId="{BC0BD879-F267-5CCA-8DEA-E3B2DD07DA4E}" dt="2026-07-08T00:35:40.175" v="34250" actId="1076"/>
          <ac:spMkLst>
            <pc:docMk/>
            <pc:sldMk cId="1088802191" sldId="2076139051"/>
            <ac:spMk id="7" creationId="{A357F9E2-CDA5-772D-012E-BD0FA27EDE63}"/>
          </ac:spMkLst>
        </pc:spChg>
        <pc:spChg chg="del">
          <ac:chgData name="Hironari Yamada" userId="e57621f8-ec3c-449e-bb19-001fffcc008e" providerId="ADAL" clId="{BC0BD879-F267-5CCA-8DEA-E3B2DD07DA4E}" dt="2026-07-08T00:33:14.894" v="34208" actId="478"/>
          <ac:spMkLst>
            <pc:docMk/>
            <pc:sldMk cId="1088802191" sldId="2076139051"/>
            <ac:spMk id="11" creationId="{A84861BD-CF8A-6E0A-1AE9-73393EC4478E}"/>
          </ac:spMkLst>
        </pc:spChg>
        <pc:spChg chg="del">
          <ac:chgData name="Hironari Yamada" userId="e57621f8-ec3c-449e-bb19-001fffcc008e" providerId="ADAL" clId="{BC0BD879-F267-5CCA-8DEA-E3B2DD07DA4E}" dt="2026-07-08T00:33:14.894" v="34208" actId="478"/>
          <ac:spMkLst>
            <pc:docMk/>
            <pc:sldMk cId="1088802191" sldId="2076139051"/>
            <ac:spMk id="16" creationId="{1E3693FA-8A11-1926-D059-0F0255AB0D48}"/>
          </ac:spMkLst>
        </pc:spChg>
        <pc:spChg chg="del">
          <ac:chgData name="Hironari Yamada" userId="e57621f8-ec3c-449e-bb19-001fffcc008e" providerId="ADAL" clId="{BC0BD879-F267-5CCA-8DEA-E3B2DD07DA4E}" dt="2026-07-08T00:33:14.894" v="34208" actId="478"/>
          <ac:spMkLst>
            <pc:docMk/>
            <pc:sldMk cId="1088802191" sldId="2076139051"/>
            <ac:spMk id="20" creationId="{7CF734E8-1F67-0544-3E48-3C1FBF4D8CD7}"/>
          </ac:spMkLst>
        </pc:spChg>
        <pc:spChg chg="del">
          <ac:chgData name="Hironari Yamada" userId="e57621f8-ec3c-449e-bb19-001fffcc008e" providerId="ADAL" clId="{BC0BD879-F267-5CCA-8DEA-E3B2DD07DA4E}" dt="2026-07-08T00:33:14.894" v="34208" actId="478"/>
          <ac:spMkLst>
            <pc:docMk/>
            <pc:sldMk cId="1088802191" sldId="2076139051"/>
            <ac:spMk id="22" creationId="{F7921769-F606-0280-BD68-92A81669AEF7}"/>
          </ac:spMkLst>
        </pc:spChg>
        <pc:spChg chg="del">
          <ac:chgData name="Hironari Yamada" userId="e57621f8-ec3c-449e-bb19-001fffcc008e" providerId="ADAL" clId="{BC0BD879-F267-5CCA-8DEA-E3B2DD07DA4E}" dt="2026-07-08T00:33:14.894" v="34208" actId="478"/>
          <ac:spMkLst>
            <pc:docMk/>
            <pc:sldMk cId="1088802191" sldId="2076139051"/>
            <ac:spMk id="35" creationId="{4F65B646-C0F8-8FB0-E34E-67821CA2861E}"/>
          </ac:spMkLst>
        </pc:spChg>
        <pc:spChg chg="del">
          <ac:chgData name="Hironari Yamada" userId="e57621f8-ec3c-449e-bb19-001fffcc008e" providerId="ADAL" clId="{BC0BD879-F267-5CCA-8DEA-E3B2DD07DA4E}" dt="2026-07-08T00:33:14.894" v="34208" actId="478"/>
          <ac:spMkLst>
            <pc:docMk/>
            <pc:sldMk cId="1088802191" sldId="2076139051"/>
            <ac:spMk id="37" creationId="{D257B679-1B80-1223-508D-87855F89DE89}"/>
          </ac:spMkLst>
        </pc:spChg>
        <pc:spChg chg="del">
          <ac:chgData name="Hironari Yamada" userId="e57621f8-ec3c-449e-bb19-001fffcc008e" providerId="ADAL" clId="{BC0BD879-F267-5CCA-8DEA-E3B2DD07DA4E}" dt="2026-07-08T00:33:14.894" v="34208" actId="478"/>
          <ac:spMkLst>
            <pc:docMk/>
            <pc:sldMk cId="1088802191" sldId="2076139051"/>
            <ac:spMk id="40" creationId="{55458565-5468-526A-B5FE-D65C553F3F49}"/>
          </ac:spMkLst>
        </pc:spChg>
        <pc:spChg chg="del">
          <ac:chgData name="Hironari Yamada" userId="e57621f8-ec3c-449e-bb19-001fffcc008e" providerId="ADAL" clId="{BC0BD879-F267-5CCA-8DEA-E3B2DD07DA4E}" dt="2026-07-08T00:33:14.894" v="34208" actId="478"/>
          <ac:spMkLst>
            <pc:docMk/>
            <pc:sldMk cId="1088802191" sldId="2076139051"/>
            <ac:spMk id="45" creationId="{4133009F-1DF9-F536-658F-F0D989B6F369}"/>
          </ac:spMkLst>
        </pc:spChg>
        <pc:spChg chg="del">
          <ac:chgData name="Hironari Yamada" userId="e57621f8-ec3c-449e-bb19-001fffcc008e" providerId="ADAL" clId="{BC0BD879-F267-5CCA-8DEA-E3B2DD07DA4E}" dt="2026-07-08T00:33:17.043" v="34209" actId="478"/>
          <ac:spMkLst>
            <pc:docMk/>
            <pc:sldMk cId="1088802191" sldId="2076139051"/>
            <ac:spMk id="50" creationId="{94E8F331-A1DD-1490-4405-4794AD6D62A6}"/>
          </ac:spMkLst>
        </pc:spChg>
        <pc:spChg chg="del">
          <ac:chgData name="Hironari Yamada" userId="e57621f8-ec3c-449e-bb19-001fffcc008e" providerId="ADAL" clId="{BC0BD879-F267-5CCA-8DEA-E3B2DD07DA4E}" dt="2026-07-08T00:33:14.894" v="34208" actId="478"/>
          <ac:spMkLst>
            <pc:docMk/>
            <pc:sldMk cId="1088802191" sldId="2076139051"/>
            <ac:spMk id="55" creationId="{F6305296-7841-EEFD-1422-D2825824A27A}"/>
          </ac:spMkLst>
        </pc:spChg>
        <pc:spChg chg="del">
          <ac:chgData name="Hironari Yamada" userId="e57621f8-ec3c-449e-bb19-001fffcc008e" providerId="ADAL" clId="{BC0BD879-F267-5CCA-8DEA-E3B2DD07DA4E}" dt="2026-07-08T00:33:14.894" v="34208" actId="478"/>
          <ac:spMkLst>
            <pc:docMk/>
            <pc:sldMk cId="1088802191" sldId="2076139051"/>
            <ac:spMk id="56" creationId="{F9703F9F-3855-4631-29A2-BAE96F1227D5}"/>
          </ac:spMkLst>
        </pc:spChg>
        <pc:spChg chg="add mod">
          <ac:chgData name="Hironari Yamada" userId="e57621f8-ec3c-449e-bb19-001fffcc008e" providerId="ADAL" clId="{BC0BD879-F267-5CCA-8DEA-E3B2DD07DA4E}" dt="2026-07-08T00:35:40.175" v="34250" actId="1076"/>
          <ac:spMkLst>
            <pc:docMk/>
            <pc:sldMk cId="1088802191" sldId="2076139051"/>
            <ac:spMk id="59" creationId="{16638CDC-BC1B-4B9B-0E88-B3F5058093C7}"/>
          </ac:spMkLst>
        </pc:spChg>
        <pc:spChg chg="mod">
          <ac:chgData name="Hironari Yamada" userId="e57621f8-ec3c-449e-bb19-001fffcc008e" providerId="ADAL" clId="{BC0BD879-F267-5CCA-8DEA-E3B2DD07DA4E}" dt="2026-07-08T00:35:40.175" v="34250" actId="1076"/>
          <ac:spMkLst>
            <pc:docMk/>
            <pc:sldMk cId="1088802191" sldId="2076139051"/>
            <ac:spMk id="64" creationId="{933319FA-5971-B369-6F19-FF1C55C2C668}"/>
          </ac:spMkLst>
        </pc:spChg>
        <pc:spChg chg="add mod">
          <ac:chgData name="Hironari Yamada" userId="e57621f8-ec3c-449e-bb19-001fffcc008e" providerId="ADAL" clId="{BC0BD879-F267-5CCA-8DEA-E3B2DD07DA4E}" dt="2026-07-08T00:35:40.175" v="34250" actId="1076"/>
          <ac:spMkLst>
            <pc:docMk/>
            <pc:sldMk cId="1088802191" sldId="2076139051"/>
            <ac:spMk id="65" creationId="{7BACD687-5C59-505F-9C66-14A5A6C61F47}"/>
          </ac:spMkLst>
        </pc:spChg>
        <pc:spChg chg="add mod">
          <ac:chgData name="Hironari Yamada" userId="e57621f8-ec3c-449e-bb19-001fffcc008e" providerId="ADAL" clId="{BC0BD879-F267-5CCA-8DEA-E3B2DD07DA4E}" dt="2026-07-08T00:35:40.175" v="34250" actId="1076"/>
          <ac:spMkLst>
            <pc:docMk/>
            <pc:sldMk cId="1088802191" sldId="2076139051"/>
            <ac:spMk id="68" creationId="{FCB44B9F-E49A-5003-2724-630F83B10CF8}"/>
          </ac:spMkLst>
        </pc:spChg>
        <pc:spChg chg="add mod">
          <ac:chgData name="Hironari Yamada" userId="e57621f8-ec3c-449e-bb19-001fffcc008e" providerId="ADAL" clId="{BC0BD879-F267-5CCA-8DEA-E3B2DD07DA4E}" dt="2026-07-08T00:35:40.175" v="34250" actId="1076"/>
          <ac:spMkLst>
            <pc:docMk/>
            <pc:sldMk cId="1088802191" sldId="2076139051"/>
            <ac:spMk id="71" creationId="{66677B37-03D6-4FBA-68FD-04E1B6BB5FE7}"/>
          </ac:spMkLst>
        </pc:spChg>
        <pc:spChg chg="add del mod">
          <ac:chgData name="Hironari Yamada" userId="e57621f8-ec3c-449e-bb19-001fffcc008e" providerId="ADAL" clId="{BC0BD879-F267-5CCA-8DEA-E3B2DD07DA4E}" dt="2026-07-08T00:35:24.326" v="34245" actId="478"/>
          <ac:spMkLst>
            <pc:docMk/>
            <pc:sldMk cId="1088802191" sldId="2076139051"/>
            <ac:spMk id="75" creationId="{820F58B6-3968-62A4-E7DB-6F2443DF7817}"/>
          </ac:spMkLst>
        </pc:spChg>
        <pc:spChg chg="add del mod">
          <ac:chgData name="Hironari Yamada" userId="e57621f8-ec3c-449e-bb19-001fffcc008e" providerId="ADAL" clId="{BC0BD879-F267-5CCA-8DEA-E3B2DD07DA4E}" dt="2026-07-08T00:35:24.326" v="34245" actId="478"/>
          <ac:spMkLst>
            <pc:docMk/>
            <pc:sldMk cId="1088802191" sldId="2076139051"/>
            <ac:spMk id="77" creationId="{7FC5BB57-FC87-2378-23DF-2BBB4A0D6AD7}"/>
          </ac:spMkLst>
        </pc:spChg>
        <pc:spChg chg="add del mod">
          <ac:chgData name="Hironari Yamada" userId="e57621f8-ec3c-449e-bb19-001fffcc008e" providerId="ADAL" clId="{BC0BD879-F267-5CCA-8DEA-E3B2DD07DA4E}" dt="2026-07-08T00:35:24.326" v="34245" actId="478"/>
          <ac:spMkLst>
            <pc:docMk/>
            <pc:sldMk cId="1088802191" sldId="2076139051"/>
            <ac:spMk id="78" creationId="{F8727C5D-FCB8-B550-4609-7A44C83ECF7A}"/>
          </ac:spMkLst>
        </pc:spChg>
        <pc:spChg chg="add del mod">
          <ac:chgData name="Hironari Yamada" userId="e57621f8-ec3c-449e-bb19-001fffcc008e" providerId="ADAL" clId="{BC0BD879-F267-5CCA-8DEA-E3B2DD07DA4E}" dt="2026-07-08T00:35:24.326" v="34245" actId="478"/>
          <ac:spMkLst>
            <pc:docMk/>
            <pc:sldMk cId="1088802191" sldId="2076139051"/>
            <ac:spMk id="79" creationId="{CBB36D8F-F8AE-BDD3-92E4-16C577886187}"/>
          </ac:spMkLst>
        </pc:spChg>
        <pc:spChg chg="del">
          <ac:chgData name="Hironari Yamada" userId="e57621f8-ec3c-449e-bb19-001fffcc008e" providerId="ADAL" clId="{BC0BD879-F267-5CCA-8DEA-E3B2DD07DA4E}" dt="2026-07-08T00:35:24.326" v="34245" actId="478"/>
          <ac:spMkLst>
            <pc:docMk/>
            <pc:sldMk cId="1088802191" sldId="2076139051"/>
            <ac:spMk id="80" creationId="{FD10F7B8-33A6-6FD2-E066-125A8DCA121A}"/>
          </ac:spMkLst>
        </pc:spChg>
        <pc:spChg chg="add mod">
          <ac:chgData name="Hironari Yamada" userId="e57621f8-ec3c-449e-bb19-001fffcc008e" providerId="ADAL" clId="{BC0BD879-F267-5CCA-8DEA-E3B2DD07DA4E}" dt="2026-07-08T00:35:40.175" v="34250" actId="1076"/>
          <ac:spMkLst>
            <pc:docMk/>
            <pc:sldMk cId="1088802191" sldId="2076139051"/>
            <ac:spMk id="81" creationId="{2FCFF8E8-9809-CD72-AC6B-BB87D9C4D071}"/>
          </ac:spMkLst>
        </pc:spChg>
        <pc:spChg chg="add mod">
          <ac:chgData name="Hironari Yamada" userId="e57621f8-ec3c-449e-bb19-001fffcc008e" providerId="ADAL" clId="{BC0BD879-F267-5CCA-8DEA-E3B2DD07DA4E}" dt="2026-07-08T00:34:17.497" v="34234"/>
          <ac:spMkLst>
            <pc:docMk/>
            <pc:sldMk cId="1088802191" sldId="2076139051"/>
            <ac:spMk id="82" creationId="{CF921A03-2378-D5B1-48CC-22BBE19A218C}"/>
          </ac:spMkLst>
        </pc:spChg>
        <pc:spChg chg="add mod">
          <ac:chgData name="Hironari Yamada" userId="e57621f8-ec3c-449e-bb19-001fffcc008e" providerId="ADAL" clId="{BC0BD879-F267-5CCA-8DEA-E3B2DD07DA4E}" dt="2026-07-08T00:35:36.166" v="34249" actId="1076"/>
          <ac:spMkLst>
            <pc:docMk/>
            <pc:sldMk cId="1088802191" sldId="2076139051"/>
            <ac:spMk id="87" creationId="{514ABE0E-8507-2309-F346-4B59E518C8DB}"/>
          </ac:spMkLst>
        </pc:spChg>
        <pc:spChg chg="add mod">
          <ac:chgData name="Hironari Yamada" userId="e57621f8-ec3c-449e-bb19-001fffcc008e" providerId="ADAL" clId="{BC0BD879-F267-5CCA-8DEA-E3B2DD07DA4E}" dt="2026-07-08T00:37:15.301" v="34352" actId="14100"/>
          <ac:spMkLst>
            <pc:docMk/>
            <pc:sldMk cId="1088802191" sldId="2076139051"/>
            <ac:spMk id="88" creationId="{C60DDEDE-009D-81DF-15CB-E6BF6BF3ACA1}"/>
          </ac:spMkLst>
        </pc:spChg>
        <pc:spChg chg="add mod">
          <ac:chgData name="Hironari Yamada" userId="e57621f8-ec3c-449e-bb19-001fffcc008e" providerId="ADAL" clId="{BC0BD879-F267-5CCA-8DEA-E3B2DD07DA4E}" dt="2026-07-08T00:36:36.078" v="34288" actId="1076"/>
          <ac:spMkLst>
            <pc:docMk/>
            <pc:sldMk cId="1088802191" sldId="2076139051"/>
            <ac:spMk id="89" creationId="{05F926C0-E2DC-BFE4-EECF-7D1E5B0523DD}"/>
          </ac:spMkLst>
        </pc:spChg>
        <pc:spChg chg="add mod">
          <ac:chgData name="Hironari Yamada" userId="e57621f8-ec3c-449e-bb19-001fffcc008e" providerId="ADAL" clId="{BC0BD879-F267-5CCA-8DEA-E3B2DD07DA4E}" dt="2026-07-08T00:36:36.078" v="34288" actId="1076"/>
          <ac:spMkLst>
            <pc:docMk/>
            <pc:sldMk cId="1088802191" sldId="2076139051"/>
            <ac:spMk id="90" creationId="{37C23F7A-3A43-594E-A276-4FE44C4F87FE}"/>
          </ac:spMkLst>
        </pc:spChg>
        <pc:spChg chg="add mod">
          <ac:chgData name="Hironari Yamada" userId="e57621f8-ec3c-449e-bb19-001fffcc008e" providerId="ADAL" clId="{BC0BD879-F267-5CCA-8DEA-E3B2DD07DA4E}" dt="2026-07-08T00:36:36.078" v="34288" actId="1076"/>
          <ac:spMkLst>
            <pc:docMk/>
            <pc:sldMk cId="1088802191" sldId="2076139051"/>
            <ac:spMk id="91" creationId="{1FC18A98-1798-E768-8D64-D0A22D84D94D}"/>
          </ac:spMkLst>
        </pc:spChg>
        <pc:spChg chg="add mod">
          <ac:chgData name="Hironari Yamada" userId="e57621f8-ec3c-449e-bb19-001fffcc008e" providerId="ADAL" clId="{BC0BD879-F267-5CCA-8DEA-E3B2DD07DA4E}" dt="2026-07-08T00:37:12.498" v="34351" actId="1076"/>
          <ac:spMkLst>
            <pc:docMk/>
            <pc:sldMk cId="1088802191" sldId="2076139051"/>
            <ac:spMk id="92" creationId="{2389F960-ADB1-555C-1E9A-A4231BF98C0D}"/>
          </ac:spMkLst>
        </pc:spChg>
        <pc:spChg chg="add">
          <ac:chgData name="Hironari Yamada" userId="e57621f8-ec3c-449e-bb19-001fffcc008e" providerId="ADAL" clId="{BC0BD879-F267-5CCA-8DEA-E3B2DD07DA4E}" dt="2026-07-08T00:36:42.535" v="34289" actId="11529"/>
          <ac:spMkLst>
            <pc:docMk/>
            <pc:sldMk cId="1088802191" sldId="2076139051"/>
            <ac:spMk id="93" creationId="{155FDFB4-DD5C-BA13-3BA6-2452D98EF1D7}"/>
          </ac:spMkLst>
        </pc:spChg>
        <pc:spChg chg="add mod">
          <ac:chgData name="Hironari Yamada" userId="e57621f8-ec3c-449e-bb19-001fffcc008e" providerId="ADAL" clId="{BC0BD879-F267-5CCA-8DEA-E3B2DD07DA4E}" dt="2026-07-08T00:37:02.788" v="34347" actId="1076"/>
          <ac:spMkLst>
            <pc:docMk/>
            <pc:sldMk cId="1088802191" sldId="2076139051"/>
            <ac:spMk id="94" creationId="{8907C918-EF20-64A3-B0A1-FA7CD533D7A0}"/>
          </ac:spMkLst>
        </pc:spChg>
        <pc:spChg chg="add mod">
          <ac:chgData name="Hironari Yamada" userId="e57621f8-ec3c-449e-bb19-001fffcc008e" providerId="ADAL" clId="{BC0BD879-F267-5CCA-8DEA-E3B2DD07DA4E}" dt="2026-07-08T00:37:44.004" v="34372" actId="1076"/>
          <ac:spMkLst>
            <pc:docMk/>
            <pc:sldMk cId="1088802191" sldId="2076139051"/>
            <ac:spMk id="95" creationId="{E489665C-CB75-E13D-B2B2-0FF533AE46F3}"/>
          </ac:spMkLst>
        </pc:spChg>
        <pc:spChg chg="add mod">
          <ac:chgData name="Hironari Yamada" userId="e57621f8-ec3c-449e-bb19-001fffcc008e" providerId="ADAL" clId="{BC0BD879-F267-5CCA-8DEA-E3B2DD07DA4E}" dt="2026-07-08T00:38:09.454" v="34448" actId="1076"/>
          <ac:spMkLst>
            <pc:docMk/>
            <pc:sldMk cId="1088802191" sldId="2076139051"/>
            <ac:spMk id="96" creationId="{9DEB6696-2967-37E8-23C7-19778830C1AE}"/>
          </ac:spMkLst>
        </pc:spChg>
        <pc:spChg chg="add mod">
          <ac:chgData name="Hironari Yamada" userId="e57621f8-ec3c-449e-bb19-001fffcc008e" providerId="ADAL" clId="{BC0BD879-F267-5CCA-8DEA-E3B2DD07DA4E}" dt="2026-07-08T00:38:58.187" v="34563" actId="1076"/>
          <ac:spMkLst>
            <pc:docMk/>
            <pc:sldMk cId="1088802191" sldId="2076139051"/>
            <ac:spMk id="108" creationId="{BFC7BF33-B500-41AA-49F4-82A8BC125AC2}"/>
          </ac:spMkLst>
        </pc:spChg>
        <pc:spChg chg="add mod">
          <ac:chgData name="Hironari Yamada" userId="e57621f8-ec3c-449e-bb19-001fffcc008e" providerId="ADAL" clId="{BC0BD879-F267-5CCA-8DEA-E3B2DD07DA4E}" dt="2026-07-08T01:09:19.305" v="35313" actId="20577"/>
          <ac:spMkLst>
            <pc:docMk/>
            <pc:sldMk cId="1088802191" sldId="2076139051"/>
            <ac:spMk id="109" creationId="{7ADF8D6B-AD30-AA04-F350-E7F5E87B4B4D}"/>
          </ac:spMkLst>
        </pc:spChg>
        <pc:picChg chg="mod">
          <ac:chgData name="Hironari Yamada" userId="e57621f8-ec3c-449e-bb19-001fffcc008e" providerId="ADAL" clId="{BC0BD879-F267-5CCA-8DEA-E3B2DD07DA4E}" dt="2026-07-08T00:35:40.175" v="34250" actId="1076"/>
          <ac:picMkLst>
            <pc:docMk/>
            <pc:sldMk cId="1088802191" sldId="2076139051"/>
            <ac:picMk id="8" creationId="{96839333-5813-55DB-9C4A-742EB3686364}"/>
          </ac:picMkLst>
        </pc:picChg>
        <pc:picChg chg="mod">
          <ac:chgData name="Hironari Yamada" userId="e57621f8-ec3c-449e-bb19-001fffcc008e" providerId="ADAL" clId="{BC0BD879-F267-5CCA-8DEA-E3B2DD07DA4E}" dt="2026-07-08T00:35:40.175" v="34250" actId="1076"/>
          <ac:picMkLst>
            <pc:docMk/>
            <pc:sldMk cId="1088802191" sldId="2076139051"/>
            <ac:picMk id="60" creationId="{1462F897-11C8-511F-09D6-37ABFFB5EF58}"/>
          </ac:picMkLst>
        </pc:picChg>
        <pc:picChg chg="mod">
          <ac:chgData name="Hironari Yamada" userId="e57621f8-ec3c-449e-bb19-001fffcc008e" providerId="ADAL" clId="{BC0BD879-F267-5CCA-8DEA-E3B2DD07DA4E}" dt="2026-07-08T00:33:54.576" v="34212" actId="1076"/>
          <ac:picMkLst>
            <pc:docMk/>
            <pc:sldMk cId="1088802191" sldId="2076139051"/>
            <ac:picMk id="61" creationId="{D219EA87-0305-9CEA-C534-EBC9E1CB9BE9}"/>
          </ac:picMkLst>
        </pc:picChg>
        <pc:picChg chg="mod">
          <ac:chgData name="Hironari Yamada" userId="e57621f8-ec3c-449e-bb19-001fffcc008e" providerId="ADAL" clId="{BC0BD879-F267-5CCA-8DEA-E3B2DD07DA4E}" dt="2026-07-08T00:33:54.576" v="34212" actId="1076"/>
          <ac:picMkLst>
            <pc:docMk/>
            <pc:sldMk cId="1088802191" sldId="2076139051"/>
            <ac:picMk id="72" creationId="{9D3FD87C-45AD-9FF1-871B-FC7C4F6F0844}"/>
          </ac:picMkLst>
        </pc:picChg>
        <pc:picChg chg="del">
          <ac:chgData name="Hironari Yamada" userId="e57621f8-ec3c-449e-bb19-001fffcc008e" providerId="ADAL" clId="{BC0BD879-F267-5CCA-8DEA-E3B2DD07DA4E}" dt="2026-07-08T00:35:24.326" v="34245" actId="478"/>
          <ac:picMkLst>
            <pc:docMk/>
            <pc:sldMk cId="1088802191" sldId="2076139051"/>
            <ac:picMk id="76" creationId="{3466E16F-B2EB-A279-AB09-DD3FFCB0299A}"/>
          </ac:picMkLst>
        </pc:picChg>
        <pc:picChg chg="add mod">
          <ac:chgData name="Hironari Yamada" userId="e57621f8-ec3c-449e-bb19-001fffcc008e" providerId="ADAL" clId="{BC0BD879-F267-5CCA-8DEA-E3B2DD07DA4E}" dt="2026-07-08T00:37:20.905" v="34353" actId="1076"/>
          <ac:picMkLst>
            <pc:docMk/>
            <pc:sldMk cId="1088802191" sldId="2076139051"/>
            <ac:picMk id="84" creationId="{D91A7E29-0392-0D3F-AB7E-A1621356CC7F}"/>
          </ac:picMkLst>
        </pc:picChg>
        <pc:picChg chg="add mod">
          <ac:chgData name="Hironari Yamada" userId="e57621f8-ec3c-449e-bb19-001fffcc008e" providerId="ADAL" clId="{BC0BD879-F267-5CCA-8DEA-E3B2DD07DA4E}" dt="2026-07-08T00:35:40.175" v="34250" actId="1076"/>
          <ac:picMkLst>
            <pc:docMk/>
            <pc:sldMk cId="1088802191" sldId="2076139051"/>
            <ac:picMk id="86" creationId="{AA659932-2862-6275-C465-4BD49C8EAD3F}"/>
          </ac:picMkLst>
        </pc:picChg>
        <pc:cxnChg chg="add">
          <ac:chgData name="Hironari Yamada" userId="e57621f8-ec3c-449e-bb19-001fffcc008e" providerId="ADAL" clId="{BC0BD879-F267-5CCA-8DEA-E3B2DD07DA4E}" dt="2026-07-08T00:38:14.704" v="34449" actId="11529"/>
          <ac:cxnSpMkLst>
            <pc:docMk/>
            <pc:sldMk cId="1088802191" sldId="2076139051"/>
            <ac:cxnSpMk id="98" creationId="{75326B17-9244-0B01-37D2-5AB7AB679578}"/>
          </ac:cxnSpMkLst>
        </pc:cxnChg>
        <pc:cxnChg chg="add mod">
          <ac:chgData name="Hironari Yamada" userId="e57621f8-ec3c-449e-bb19-001fffcc008e" providerId="ADAL" clId="{BC0BD879-F267-5CCA-8DEA-E3B2DD07DA4E}" dt="2026-07-08T00:38:18.676" v="34452" actId="14100"/>
          <ac:cxnSpMkLst>
            <pc:docMk/>
            <pc:sldMk cId="1088802191" sldId="2076139051"/>
            <ac:cxnSpMk id="99" creationId="{C14DED41-E69A-D96B-B93C-D45B2DAFE3FB}"/>
          </ac:cxnSpMkLst>
        </pc:cxnChg>
        <pc:cxnChg chg="add mod">
          <ac:chgData name="Hironari Yamada" userId="e57621f8-ec3c-449e-bb19-001fffcc008e" providerId="ADAL" clId="{BC0BD879-F267-5CCA-8DEA-E3B2DD07DA4E}" dt="2026-07-08T00:38:23.839" v="34455" actId="14100"/>
          <ac:cxnSpMkLst>
            <pc:docMk/>
            <pc:sldMk cId="1088802191" sldId="2076139051"/>
            <ac:cxnSpMk id="102" creationId="{DEE86526-85F8-0DF1-3B1D-8357E53A56C2}"/>
          </ac:cxnSpMkLst>
        </pc:cxnChg>
        <pc:cxnChg chg="add mod">
          <ac:chgData name="Hironari Yamada" userId="e57621f8-ec3c-449e-bb19-001fffcc008e" providerId="ADAL" clId="{BC0BD879-F267-5CCA-8DEA-E3B2DD07DA4E}" dt="2026-07-08T00:38:27.645" v="34458" actId="14100"/>
          <ac:cxnSpMkLst>
            <pc:docMk/>
            <pc:sldMk cId="1088802191" sldId="2076139051"/>
            <ac:cxnSpMk id="105" creationId="{8E791A01-2B25-4DA2-18DC-19323CAFEC58}"/>
          </ac:cxnSpMkLst>
        </pc:cxnChg>
      </pc:sldChg>
      <pc:sldChg chg="addSp delSp modSp add mod modNotesTx">
        <pc:chgData name="Hironari Yamada" userId="e57621f8-ec3c-449e-bb19-001fffcc008e" providerId="ADAL" clId="{BC0BD879-F267-5CCA-8DEA-E3B2DD07DA4E}" dt="2026-07-08T01:07:56.495" v="35214" actId="20577"/>
        <pc:sldMkLst>
          <pc:docMk/>
          <pc:sldMk cId="3081461548" sldId="2076139052"/>
        </pc:sldMkLst>
        <pc:spChg chg="del">
          <ac:chgData name="Hironari Yamada" userId="e57621f8-ec3c-449e-bb19-001fffcc008e" providerId="ADAL" clId="{BC0BD879-F267-5CCA-8DEA-E3B2DD07DA4E}" dt="2026-07-08T01:02:45.734" v="34803" actId="478"/>
          <ac:spMkLst>
            <pc:docMk/>
            <pc:sldMk cId="3081461548" sldId="2076139052"/>
            <ac:spMk id="7" creationId="{2904DF48-4D03-DE9B-83E5-8B126CA7DC6E}"/>
          </ac:spMkLst>
        </pc:spChg>
        <pc:spChg chg="mod">
          <ac:chgData name="Hironari Yamada" userId="e57621f8-ec3c-449e-bb19-001fffcc008e" providerId="ADAL" clId="{BC0BD879-F267-5CCA-8DEA-E3B2DD07DA4E}" dt="2026-07-08T01:02:42.378" v="34802" actId="20577"/>
          <ac:spMkLst>
            <pc:docMk/>
            <pc:sldMk cId="3081461548" sldId="2076139052"/>
            <ac:spMk id="9" creationId="{27D27A35-3379-D2F2-9AF5-5DB8B596ECA7}"/>
          </ac:spMkLst>
        </pc:spChg>
        <pc:spChg chg="del">
          <ac:chgData name="Hironari Yamada" userId="e57621f8-ec3c-449e-bb19-001fffcc008e" providerId="ADAL" clId="{BC0BD879-F267-5CCA-8DEA-E3B2DD07DA4E}" dt="2026-07-08T01:02:45.734" v="34803" actId="478"/>
          <ac:spMkLst>
            <pc:docMk/>
            <pc:sldMk cId="3081461548" sldId="2076139052"/>
            <ac:spMk id="68" creationId="{A923F341-853E-66B6-0DFE-C16B7A9779D5}"/>
          </ac:spMkLst>
        </pc:spChg>
        <pc:spChg chg="mod">
          <ac:chgData name="Hironari Yamada" userId="e57621f8-ec3c-449e-bb19-001fffcc008e" providerId="ADAL" clId="{BC0BD879-F267-5CCA-8DEA-E3B2DD07DA4E}" dt="2026-07-08T01:05:25.674" v="35009" actId="27636"/>
          <ac:spMkLst>
            <pc:docMk/>
            <pc:sldMk cId="3081461548" sldId="2076139052"/>
            <ac:spMk id="87" creationId="{848AAEB5-34C2-A62D-D1E6-7FFF72E9D629}"/>
          </ac:spMkLst>
        </pc:spChg>
        <pc:spChg chg="del">
          <ac:chgData name="Hironari Yamada" userId="e57621f8-ec3c-449e-bb19-001fffcc008e" providerId="ADAL" clId="{BC0BD879-F267-5CCA-8DEA-E3B2DD07DA4E}" dt="2026-07-08T01:02:45.734" v="34803" actId="478"/>
          <ac:spMkLst>
            <pc:docMk/>
            <pc:sldMk cId="3081461548" sldId="2076139052"/>
            <ac:spMk id="88" creationId="{C7E2B6F7-C24E-F88A-277E-C32E2C66DF7E}"/>
          </ac:spMkLst>
        </pc:spChg>
        <pc:spChg chg="del">
          <ac:chgData name="Hironari Yamada" userId="e57621f8-ec3c-449e-bb19-001fffcc008e" providerId="ADAL" clId="{BC0BD879-F267-5CCA-8DEA-E3B2DD07DA4E}" dt="2026-07-08T01:02:45.734" v="34803" actId="478"/>
          <ac:spMkLst>
            <pc:docMk/>
            <pc:sldMk cId="3081461548" sldId="2076139052"/>
            <ac:spMk id="89" creationId="{E73089E7-1E5C-7F27-A9A3-93FBFF6B869A}"/>
          </ac:spMkLst>
        </pc:spChg>
        <pc:spChg chg="del">
          <ac:chgData name="Hironari Yamada" userId="e57621f8-ec3c-449e-bb19-001fffcc008e" providerId="ADAL" clId="{BC0BD879-F267-5CCA-8DEA-E3B2DD07DA4E}" dt="2026-07-08T01:02:45.734" v="34803" actId="478"/>
          <ac:spMkLst>
            <pc:docMk/>
            <pc:sldMk cId="3081461548" sldId="2076139052"/>
            <ac:spMk id="90" creationId="{E0614206-B219-1CB6-0287-30F6BE7DD187}"/>
          </ac:spMkLst>
        </pc:spChg>
        <pc:spChg chg="del">
          <ac:chgData name="Hironari Yamada" userId="e57621f8-ec3c-449e-bb19-001fffcc008e" providerId="ADAL" clId="{BC0BD879-F267-5CCA-8DEA-E3B2DD07DA4E}" dt="2026-07-08T01:02:45.734" v="34803" actId="478"/>
          <ac:spMkLst>
            <pc:docMk/>
            <pc:sldMk cId="3081461548" sldId="2076139052"/>
            <ac:spMk id="91" creationId="{9AC2E141-05BC-79CB-C41E-C1F8C7DDADBB}"/>
          </ac:spMkLst>
        </pc:spChg>
        <pc:spChg chg="del">
          <ac:chgData name="Hironari Yamada" userId="e57621f8-ec3c-449e-bb19-001fffcc008e" providerId="ADAL" clId="{BC0BD879-F267-5CCA-8DEA-E3B2DD07DA4E}" dt="2026-07-08T01:02:45.734" v="34803" actId="478"/>
          <ac:spMkLst>
            <pc:docMk/>
            <pc:sldMk cId="3081461548" sldId="2076139052"/>
            <ac:spMk id="92" creationId="{FA8C4395-B1DE-5CD0-D40F-C09418BA9C37}"/>
          </ac:spMkLst>
        </pc:spChg>
        <pc:spChg chg="del">
          <ac:chgData name="Hironari Yamada" userId="e57621f8-ec3c-449e-bb19-001fffcc008e" providerId="ADAL" clId="{BC0BD879-F267-5CCA-8DEA-E3B2DD07DA4E}" dt="2026-07-08T01:02:45.734" v="34803" actId="478"/>
          <ac:spMkLst>
            <pc:docMk/>
            <pc:sldMk cId="3081461548" sldId="2076139052"/>
            <ac:spMk id="93" creationId="{2C512534-6D76-C6D5-51DC-B333C7F44B5C}"/>
          </ac:spMkLst>
        </pc:spChg>
        <pc:spChg chg="del">
          <ac:chgData name="Hironari Yamada" userId="e57621f8-ec3c-449e-bb19-001fffcc008e" providerId="ADAL" clId="{BC0BD879-F267-5CCA-8DEA-E3B2DD07DA4E}" dt="2026-07-08T01:02:45.734" v="34803" actId="478"/>
          <ac:spMkLst>
            <pc:docMk/>
            <pc:sldMk cId="3081461548" sldId="2076139052"/>
            <ac:spMk id="95" creationId="{28ABB40A-C415-61C3-2F05-8CB93A856059}"/>
          </ac:spMkLst>
        </pc:spChg>
        <pc:spChg chg="del">
          <ac:chgData name="Hironari Yamada" userId="e57621f8-ec3c-449e-bb19-001fffcc008e" providerId="ADAL" clId="{BC0BD879-F267-5CCA-8DEA-E3B2DD07DA4E}" dt="2026-07-08T01:02:45.734" v="34803" actId="478"/>
          <ac:spMkLst>
            <pc:docMk/>
            <pc:sldMk cId="3081461548" sldId="2076139052"/>
            <ac:spMk id="108" creationId="{FB418F86-BA1F-EC3D-F536-09FF7D4D2C47}"/>
          </ac:spMkLst>
        </pc:spChg>
        <pc:graphicFrameChg chg="add mod">
          <ac:chgData name="Hironari Yamada" userId="e57621f8-ec3c-449e-bb19-001fffcc008e" providerId="ADAL" clId="{BC0BD879-F267-5CCA-8DEA-E3B2DD07DA4E}" dt="2026-07-08T01:02:52.685" v="34804"/>
          <ac:graphicFrameMkLst>
            <pc:docMk/>
            <pc:sldMk cId="3081461548" sldId="2076139052"/>
            <ac:graphicFrameMk id="3" creationId="{12AECA02-804F-46F5-07CF-AFDB4E12C88B}"/>
          </ac:graphicFrameMkLst>
        </pc:graphicFrameChg>
      </pc:sldChg>
      <pc:sldChg chg="addSp delSp modSp add mod modNotesTx">
        <pc:chgData name="Hironari Yamada" userId="e57621f8-ec3c-449e-bb19-001fffcc008e" providerId="ADAL" clId="{BC0BD879-F267-5CCA-8DEA-E3B2DD07DA4E}" dt="2026-07-08T01:10:39.954" v="35343"/>
        <pc:sldMkLst>
          <pc:docMk/>
          <pc:sldMk cId="2108285505" sldId="2076139053"/>
        </pc:sldMkLst>
        <pc:spChg chg="mod">
          <ac:chgData name="Hironari Yamada" userId="e57621f8-ec3c-449e-bb19-001fffcc008e" providerId="ADAL" clId="{BC0BD879-F267-5CCA-8DEA-E3B2DD07DA4E}" dt="2026-07-08T01:10:25.028" v="35339"/>
          <ac:spMkLst>
            <pc:docMk/>
            <pc:sldMk cId="2108285505" sldId="2076139053"/>
            <ac:spMk id="9" creationId="{E646FED4-894F-652E-4A1C-3506FB0A2500}"/>
          </ac:spMkLst>
        </pc:spChg>
        <pc:spChg chg="mod">
          <ac:chgData name="Hironari Yamada" userId="e57621f8-ec3c-449e-bb19-001fffcc008e" providerId="ADAL" clId="{BC0BD879-F267-5CCA-8DEA-E3B2DD07DA4E}" dt="2026-07-08T01:10:35.585" v="35342"/>
          <ac:spMkLst>
            <pc:docMk/>
            <pc:sldMk cId="2108285505" sldId="2076139053"/>
            <ac:spMk id="87" creationId="{C77991D1-137F-6ADC-3204-EA6B5C3C4716}"/>
          </ac:spMkLst>
        </pc:spChg>
        <pc:graphicFrameChg chg="del">
          <ac:chgData name="Hironari Yamada" userId="e57621f8-ec3c-449e-bb19-001fffcc008e" providerId="ADAL" clId="{BC0BD879-F267-5CCA-8DEA-E3B2DD07DA4E}" dt="2026-07-08T01:10:29.823" v="35340" actId="478"/>
          <ac:graphicFrameMkLst>
            <pc:docMk/>
            <pc:sldMk cId="2108285505" sldId="2076139053"/>
            <ac:graphicFrameMk id="3" creationId="{8A08913B-5B51-7C79-38A8-4A92A42ECDCD}"/>
          </ac:graphicFrameMkLst>
        </pc:graphicFrameChg>
        <pc:graphicFrameChg chg="add mod">
          <ac:chgData name="Hironari Yamada" userId="e57621f8-ec3c-449e-bb19-001fffcc008e" providerId="ADAL" clId="{BC0BD879-F267-5CCA-8DEA-E3B2DD07DA4E}" dt="2026-07-08T01:10:39.954" v="35343"/>
          <ac:graphicFrameMkLst>
            <pc:docMk/>
            <pc:sldMk cId="2108285505" sldId="2076139053"/>
            <ac:graphicFrameMk id="5" creationId="{B5D93524-5D21-EEB2-389F-D5E18B5DA567}"/>
          </ac:graphicFrameMkLst>
        </pc:graphicFrameChg>
      </pc:sldChg>
      <pc:sldChg chg="addSp delSp modSp add mod">
        <pc:chgData name="Hironari Yamada" userId="e57621f8-ec3c-449e-bb19-001fffcc008e" providerId="ADAL" clId="{BC0BD879-F267-5CCA-8DEA-E3B2DD07DA4E}" dt="2026-07-08T01:11:11.390" v="35353"/>
        <pc:sldMkLst>
          <pc:docMk/>
          <pc:sldMk cId="2042221398" sldId="2076139054"/>
        </pc:sldMkLst>
        <pc:spChg chg="mod">
          <ac:chgData name="Hironari Yamada" userId="e57621f8-ec3c-449e-bb19-001fffcc008e" providerId="ADAL" clId="{BC0BD879-F267-5CCA-8DEA-E3B2DD07DA4E}" dt="2026-07-08T01:10:48.661" v="35345"/>
          <ac:spMkLst>
            <pc:docMk/>
            <pc:sldMk cId="2042221398" sldId="2076139054"/>
            <ac:spMk id="9" creationId="{10ACED5C-567C-0965-7721-83D3DAD84A2C}"/>
          </ac:spMkLst>
        </pc:spChg>
        <pc:spChg chg="mod">
          <ac:chgData name="Hironari Yamada" userId="e57621f8-ec3c-449e-bb19-001fffcc008e" providerId="ADAL" clId="{BC0BD879-F267-5CCA-8DEA-E3B2DD07DA4E}" dt="2026-07-08T01:10:52.993" v="35346"/>
          <ac:spMkLst>
            <pc:docMk/>
            <pc:sldMk cId="2042221398" sldId="2076139054"/>
            <ac:spMk id="87" creationId="{14FB7B05-9C3C-64B3-7254-4A1FCC196488}"/>
          </ac:spMkLst>
        </pc:spChg>
        <pc:graphicFrameChg chg="add mod">
          <ac:chgData name="Hironari Yamada" userId="e57621f8-ec3c-449e-bb19-001fffcc008e" providerId="ADAL" clId="{BC0BD879-F267-5CCA-8DEA-E3B2DD07DA4E}" dt="2026-07-08T01:11:04.571" v="35352"/>
          <ac:graphicFrameMkLst>
            <pc:docMk/>
            <pc:sldMk cId="2042221398" sldId="2076139054"/>
            <ac:graphicFrameMk id="3" creationId="{C49A6D79-C745-201A-4F8C-B68950766A92}"/>
          </ac:graphicFrameMkLst>
        </pc:graphicFrameChg>
        <pc:graphicFrameChg chg="del modGraphic">
          <ac:chgData name="Hironari Yamada" userId="e57621f8-ec3c-449e-bb19-001fffcc008e" providerId="ADAL" clId="{BC0BD879-F267-5CCA-8DEA-E3B2DD07DA4E}" dt="2026-07-08T01:10:59.590" v="35351" actId="478"/>
          <ac:graphicFrameMkLst>
            <pc:docMk/>
            <pc:sldMk cId="2042221398" sldId="2076139054"/>
            <ac:graphicFrameMk id="5" creationId="{4C142FEB-9046-54B8-9969-17033FEEDF6C}"/>
          </ac:graphicFrameMkLst>
        </pc:graphicFrameChg>
        <pc:graphicFrameChg chg="add mod">
          <ac:chgData name="Hironari Yamada" userId="e57621f8-ec3c-449e-bb19-001fffcc008e" providerId="ADAL" clId="{BC0BD879-F267-5CCA-8DEA-E3B2DD07DA4E}" dt="2026-07-08T01:11:11.390" v="35353"/>
          <ac:graphicFrameMkLst>
            <pc:docMk/>
            <pc:sldMk cId="2042221398" sldId="2076139054"/>
            <ac:graphicFrameMk id="6" creationId="{B9E245ED-2474-DFDA-DB6B-341E98F17B1B}"/>
          </ac:graphicFrameMkLst>
        </pc:graphicFrameChg>
      </pc:sldChg>
      <pc:sldChg chg="addSp delSp modSp add mod">
        <pc:chgData name="Hironari Yamada" userId="e57621f8-ec3c-449e-bb19-001fffcc008e" providerId="ADAL" clId="{BC0BD879-F267-5CCA-8DEA-E3B2DD07DA4E}" dt="2026-07-08T01:13:05.377" v="35611" actId="14100"/>
        <pc:sldMkLst>
          <pc:docMk/>
          <pc:sldMk cId="3134422040" sldId="2076139055"/>
        </pc:sldMkLst>
        <pc:spChg chg="add mod">
          <ac:chgData name="Hironari Yamada" userId="e57621f8-ec3c-449e-bb19-001fffcc008e" providerId="ADAL" clId="{BC0BD879-F267-5CCA-8DEA-E3B2DD07DA4E}" dt="2026-07-08T01:13:05.377" v="35611" actId="14100"/>
          <ac:spMkLst>
            <pc:docMk/>
            <pc:sldMk cId="3134422040" sldId="2076139055"/>
            <ac:spMk id="6" creationId="{7564D17C-C0DB-36D3-9D25-3C8CBBFBB3C5}"/>
          </ac:spMkLst>
        </pc:spChg>
        <pc:spChg chg="mod">
          <ac:chgData name="Hironari Yamada" userId="e57621f8-ec3c-449e-bb19-001fffcc008e" providerId="ADAL" clId="{BC0BD879-F267-5CCA-8DEA-E3B2DD07DA4E}" dt="2026-07-08T01:11:17.846" v="35355"/>
          <ac:spMkLst>
            <pc:docMk/>
            <pc:sldMk cId="3134422040" sldId="2076139055"/>
            <ac:spMk id="9" creationId="{36E38DEB-966B-9705-6B8A-A7CF30964D06}"/>
          </ac:spMkLst>
        </pc:spChg>
        <pc:spChg chg="mod">
          <ac:chgData name="Hironari Yamada" userId="e57621f8-ec3c-449e-bb19-001fffcc008e" providerId="ADAL" clId="{BC0BD879-F267-5CCA-8DEA-E3B2DD07DA4E}" dt="2026-07-08T01:11:22.159" v="35356"/>
          <ac:spMkLst>
            <pc:docMk/>
            <pc:sldMk cId="3134422040" sldId="2076139055"/>
            <ac:spMk id="87" creationId="{34B89239-3AD4-FC61-C8DD-8311EB53D9AD}"/>
          </ac:spMkLst>
        </pc:spChg>
        <pc:graphicFrameChg chg="del">
          <ac:chgData name="Hironari Yamada" userId="e57621f8-ec3c-449e-bb19-001fffcc008e" providerId="ADAL" clId="{BC0BD879-F267-5CCA-8DEA-E3B2DD07DA4E}" dt="2026-07-08T01:11:27.877" v="35357" actId="478"/>
          <ac:graphicFrameMkLst>
            <pc:docMk/>
            <pc:sldMk cId="3134422040" sldId="2076139055"/>
            <ac:graphicFrameMk id="3" creationId="{66229386-E39B-0976-7C08-0B7427C5A5F7}"/>
          </ac:graphicFrameMkLst>
        </pc:graphicFrameChg>
        <pc:graphicFrameChg chg="add mod">
          <ac:chgData name="Hironari Yamada" userId="e57621f8-ec3c-449e-bb19-001fffcc008e" providerId="ADAL" clId="{BC0BD879-F267-5CCA-8DEA-E3B2DD07DA4E}" dt="2026-07-08T01:11:28.355" v="35358"/>
          <ac:graphicFrameMkLst>
            <pc:docMk/>
            <pc:sldMk cId="3134422040" sldId="2076139055"/>
            <ac:graphicFrameMk id="5" creationId="{D4DBC07A-E1C0-130E-D038-FDFB7BAB2125}"/>
          </ac:graphicFrameMkLst>
        </pc:graphicFrameChg>
      </pc:sldChg>
      <pc:sldChg chg="addSp delSp modSp add mod">
        <pc:chgData name="Hironari Yamada" userId="e57621f8-ec3c-449e-bb19-001fffcc008e" providerId="ADAL" clId="{BC0BD879-F267-5CCA-8DEA-E3B2DD07DA4E}" dt="2026-07-08T02:07:48.650" v="35869" actId="478"/>
        <pc:sldMkLst>
          <pc:docMk/>
          <pc:sldMk cId="2900241864" sldId="2076139056"/>
        </pc:sldMkLst>
        <pc:spChg chg="add mod">
          <ac:chgData name="Hironari Yamada" userId="e57621f8-ec3c-449e-bb19-001fffcc008e" providerId="ADAL" clId="{BC0BD879-F267-5CCA-8DEA-E3B2DD07DA4E}" dt="2026-07-08T02:07:29.352" v="35863" actId="478"/>
          <ac:spMkLst>
            <pc:docMk/>
            <pc:sldMk cId="2900241864" sldId="2076139056"/>
            <ac:spMk id="3" creationId="{E5E5EBD9-1E6C-6525-E586-F9C49C4EDC31}"/>
          </ac:spMkLst>
        </pc:spChg>
        <pc:spChg chg="add del">
          <ac:chgData name="Hironari Yamada" userId="e57621f8-ec3c-449e-bb19-001fffcc008e" providerId="ADAL" clId="{BC0BD879-F267-5CCA-8DEA-E3B2DD07DA4E}" dt="2026-07-08T02:07:31.409" v="35864" actId="478"/>
          <ac:spMkLst>
            <pc:docMk/>
            <pc:sldMk cId="2900241864" sldId="2076139056"/>
            <ac:spMk id="4" creationId="{B2A3A530-2BA3-FE68-744F-8B9BA1F348C2}"/>
          </ac:spMkLst>
        </pc:spChg>
        <pc:spChg chg="del">
          <ac:chgData name="Hironari Yamada" userId="e57621f8-ec3c-449e-bb19-001fffcc008e" providerId="ADAL" clId="{BC0BD879-F267-5CCA-8DEA-E3B2DD07DA4E}" dt="2026-07-08T02:07:34.359" v="35866" actId="478"/>
          <ac:spMkLst>
            <pc:docMk/>
            <pc:sldMk cId="2900241864" sldId="2076139056"/>
            <ac:spMk id="5" creationId="{AA2B578C-52C7-B6EA-3192-A389EC22FC85}"/>
          </ac:spMkLst>
        </pc:spChg>
        <pc:spChg chg="del">
          <ac:chgData name="Hironari Yamada" userId="e57621f8-ec3c-449e-bb19-001fffcc008e" providerId="ADAL" clId="{BC0BD879-F267-5CCA-8DEA-E3B2DD07DA4E}" dt="2026-07-08T02:07:45.619" v="35868" actId="478"/>
          <ac:spMkLst>
            <pc:docMk/>
            <pc:sldMk cId="2900241864" sldId="2076139056"/>
            <ac:spMk id="6" creationId="{12DC4E0F-6D43-D537-05B4-4CE3F98ACDB2}"/>
          </ac:spMkLst>
        </pc:spChg>
        <pc:spChg chg="add del">
          <ac:chgData name="Hironari Yamada" userId="e57621f8-ec3c-449e-bb19-001fffcc008e" providerId="ADAL" clId="{BC0BD879-F267-5CCA-8DEA-E3B2DD07DA4E}" dt="2026-07-08T02:07:32.706" v="35865" actId="478"/>
          <ac:spMkLst>
            <pc:docMk/>
            <pc:sldMk cId="2900241864" sldId="2076139056"/>
            <ac:spMk id="7" creationId="{A7D5E6D4-7923-46EB-63E6-1599482EA7B5}"/>
          </ac:spMkLst>
        </pc:spChg>
        <pc:spChg chg="mod">
          <ac:chgData name="Hironari Yamada" userId="e57621f8-ec3c-449e-bb19-001fffcc008e" providerId="ADAL" clId="{BC0BD879-F267-5CCA-8DEA-E3B2DD07DA4E}" dt="2026-07-08T02:07:25.294" v="35862"/>
          <ac:spMkLst>
            <pc:docMk/>
            <pc:sldMk cId="2900241864" sldId="2076139056"/>
            <ac:spMk id="9" creationId="{06AB8D4E-7DEE-6873-3AC3-33688B512763}"/>
          </ac:spMkLst>
        </pc:spChg>
        <pc:spChg chg="add mod">
          <ac:chgData name="Hironari Yamada" userId="e57621f8-ec3c-449e-bb19-001fffcc008e" providerId="ADAL" clId="{BC0BD879-F267-5CCA-8DEA-E3B2DD07DA4E}" dt="2026-07-08T02:07:42.339" v="35867"/>
          <ac:spMkLst>
            <pc:docMk/>
            <pc:sldMk cId="2900241864" sldId="2076139056"/>
            <ac:spMk id="11" creationId="{FBA62159-EF6E-6A30-FB6A-3DEF4387FE53}"/>
          </ac:spMkLst>
        </pc:spChg>
        <pc:spChg chg="mod">
          <ac:chgData name="Hironari Yamada" userId="e57621f8-ec3c-449e-bb19-001fffcc008e" providerId="ADAL" clId="{BC0BD879-F267-5CCA-8DEA-E3B2DD07DA4E}" dt="2026-07-08T02:07:42.339" v="35867"/>
          <ac:spMkLst>
            <pc:docMk/>
            <pc:sldMk cId="2900241864" sldId="2076139056"/>
            <ac:spMk id="16" creationId="{629E3190-9CC2-2CAC-5BC5-A14A54E6288C}"/>
          </ac:spMkLst>
        </pc:spChg>
        <pc:spChg chg="mod">
          <ac:chgData name="Hironari Yamada" userId="e57621f8-ec3c-449e-bb19-001fffcc008e" providerId="ADAL" clId="{BC0BD879-F267-5CCA-8DEA-E3B2DD07DA4E}" dt="2026-07-08T02:07:42.339" v="35867"/>
          <ac:spMkLst>
            <pc:docMk/>
            <pc:sldMk cId="2900241864" sldId="2076139056"/>
            <ac:spMk id="17" creationId="{8E68C7EF-9FAD-7C60-39C1-55774CC51377}"/>
          </ac:spMkLst>
        </pc:spChg>
        <pc:spChg chg="mod">
          <ac:chgData name="Hironari Yamada" userId="e57621f8-ec3c-449e-bb19-001fffcc008e" providerId="ADAL" clId="{BC0BD879-F267-5CCA-8DEA-E3B2DD07DA4E}" dt="2026-07-08T02:07:42.339" v="35867"/>
          <ac:spMkLst>
            <pc:docMk/>
            <pc:sldMk cId="2900241864" sldId="2076139056"/>
            <ac:spMk id="20" creationId="{DFDE647B-4B5B-8A88-337B-3E17454793D9}"/>
          </ac:spMkLst>
        </pc:spChg>
        <pc:spChg chg="mod">
          <ac:chgData name="Hironari Yamada" userId="e57621f8-ec3c-449e-bb19-001fffcc008e" providerId="ADAL" clId="{BC0BD879-F267-5CCA-8DEA-E3B2DD07DA4E}" dt="2026-07-08T02:07:42.339" v="35867"/>
          <ac:spMkLst>
            <pc:docMk/>
            <pc:sldMk cId="2900241864" sldId="2076139056"/>
            <ac:spMk id="21" creationId="{FF473B13-ECEF-9782-83E1-04F74BE08F2B}"/>
          </ac:spMkLst>
        </pc:spChg>
        <pc:spChg chg="add mod">
          <ac:chgData name="Hironari Yamada" userId="e57621f8-ec3c-449e-bb19-001fffcc008e" providerId="ADAL" clId="{BC0BD879-F267-5CCA-8DEA-E3B2DD07DA4E}" dt="2026-07-08T02:07:42.339" v="35867"/>
          <ac:spMkLst>
            <pc:docMk/>
            <pc:sldMk cId="2900241864" sldId="2076139056"/>
            <ac:spMk id="26" creationId="{06A3078A-C843-BBC7-FCE9-962A8E5E09C5}"/>
          </ac:spMkLst>
        </pc:spChg>
        <pc:spChg chg="add mod">
          <ac:chgData name="Hironari Yamada" userId="e57621f8-ec3c-449e-bb19-001fffcc008e" providerId="ADAL" clId="{BC0BD879-F267-5CCA-8DEA-E3B2DD07DA4E}" dt="2026-07-08T02:07:42.339" v="35867"/>
          <ac:spMkLst>
            <pc:docMk/>
            <pc:sldMk cId="2900241864" sldId="2076139056"/>
            <ac:spMk id="27" creationId="{7A03CFB6-678B-DC3D-67C1-CE22AABA93A6}"/>
          </ac:spMkLst>
        </pc:spChg>
        <pc:spChg chg="add mod">
          <ac:chgData name="Hironari Yamada" userId="e57621f8-ec3c-449e-bb19-001fffcc008e" providerId="ADAL" clId="{BC0BD879-F267-5CCA-8DEA-E3B2DD07DA4E}" dt="2026-07-08T02:07:42.339" v="35867"/>
          <ac:spMkLst>
            <pc:docMk/>
            <pc:sldMk cId="2900241864" sldId="2076139056"/>
            <ac:spMk id="29" creationId="{B1B91B78-278F-2166-CA04-726E6E11DD13}"/>
          </ac:spMkLst>
        </pc:spChg>
        <pc:spChg chg="add mod">
          <ac:chgData name="Hironari Yamada" userId="e57621f8-ec3c-449e-bb19-001fffcc008e" providerId="ADAL" clId="{BC0BD879-F267-5CCA-8DEA-E3B2DD07DA4E}" dt="2026-07-08T02:07:42.339" v="35867"/>
          <ac:spMkLst>
            <pc:docMk/>
            <pc:sldMk cId="2900241864" sldId="2076139056"/>
            <ac:spMk id="30" creationId="{8C0D8BD5-2A9C-575C-F3CA-6D2D6BF16EED}"/>
          </ac:spMkLst>
        </pc:spChg>
        <pc:spChg chg="add mod">
          <ac:chgData name="Hironari Yamada" userId="e57621f8-ec3c-449e-bb19-001fffcc008e" providerId="ADAL" clId="{BC0BD879-F267-5CCA-8DEA-E3B2DD07DA4E}" dt="2026-07-08T02:07:42.339" v="35867"/>
          <ac:spMkLst>
            <pc:docMk/>
            <pc:sldMk cId="2900241864" sldId="2076139056"/>
            <ac:spMk id="31" creationId="{56B79743-CB32-C9A4-9678-422DC5EB9A46}"/>
          </ac:spMkLst>
        </pc:spChg>
        <pc:spChg chg="add del mod">
          <ac:chgData name="Hironari Yamada" userId="e57621f8-ec3c-449e-bb19-001fffcc008e" providerId="ADAL" clId="{BC0BD879-F267-5CCA-8DEA-E3B2DD07DA4E}" dt="2026-07-08T02:07:48.650" v="35869" actId="478"/>
          <ac:spMkLst>
            <pc:docMk/>
            <pc:sldMk cId="2900241864" sldId="2076139056"/>
            <ac:spMk id="34" creationId="{C07F370C-1B5F-E951-CE85-7C4674198D2F}"/>
          </ac:spMkLst>
        </pc:spChg>
        <pc:spChg chg="add del">
          <ac:chgData name="Hironari Yamada" userId="e57621f8-ec3c-449e-bb19-001fffcc008e" providerId="ADAL" clId="{BC0BD879-F267-5CCA-8DEA-E3B2DD07DA4E}" dt="2026-07-08T02:07:32.706" v="35865" actId="478"/>
          <ac:spMkLst>
            <pc:docMk/>
            <pc:sldMk cId="2900241864" sldId="2076139056"/>
            <ac:spMk id="59" creationId="{700D06AB-B194-D41D-613B-F5C95CEE8AC0}"/>
          </ac:spMkLst>
        </pc:spChg>
        <pc:spChg chg="add del">
          <ac:chgData name="Hironari Yamada" userId="e57621f8-ec3c-449e-bb19-001fffcc008e" providerId="ADAL" clId="{BC0BD879-F267-5CCA-8DEA-E3B2DD07DA4E}" dt="2026-07-08T02:07:32.706" v="35865" actId="478"/>
          <ac:spMkLst>
            <pc:docMk/>
            <pc:sldMk cId="2900241864" sldId="2076139056"/>
            <ac:spMk id="64" creationId="{8E1E0896-C04D-49DE-6E39-FEDB9A7A5C84}"/>
          </ac:spMkLst>
        </pc:spChg>
        <pc:spChg chg="add del">
          <ac:chgData name="Hironari Yamada" userId="e57621f8-ec3c-449e-bb19-001fffcc008e" providerId="ADAL" clId="{BC0BD879-F267-5CCA-8DEA-E3B2DD07DA4E}" dt="2026-07-08T02:07:32.706" v="35865" actId="478"/>
          <ac:spMkLst>
            <pc:docMk/>
            <pc:sldMk cId="2900241864" sldId="2076139056"/>
            <ac:spMk id="68" creationId="{73652BAF-7CCF-3130-7E59-D09829EFC327}"/>
          </ac:spMkLst>
        </pc:spChg>
        <pc:spChg chg="add del">
          <ac:chgData name="Hironari Yamada" userId="e57621f8-ec3c-449e-bb19-001fffcc008e" providerId="ADAL" clId="{BC0BD879-F267-5CCA-8DEA-E3B2DD07DA4E}" dt="2026-07-08T02:07:32.706" v="35865" actId="478"/>
          <ac:spMkLst>
            <pc:docMk/>
            <pc:sldMk cId="2900241864" sldId="2076139056"/>
            <ac:spMk id="71" creationId="{93D04B7D-AC5D-ECF0-C0D7-E3E2D84A5316}"/>
          </ac:spMkLst>
        </pc:spChg>
        <pc:spChg chg="add del">
          <ac:chgData name="Hironari Yamada" userId="e57621f8-ec3c-449e-bb19-001fffcc008e" providerId="ADAL" clId="{BC0BD879-F267-5CCA-8DEA-E3B2DD07DA4E}" dt="2026-07-08T02:07:32.706" v="35865" actId="478"/>
          <ac:spMkLst>
            <pc:docMk/>
            <pc:sldMk cId="2900241864" sldId="2076139056"/>
            <ac:spMk id="81" creationId="{CAA2C03E-494A-C789-9089-B15266839950}"/>
          </ac:spMkLst>
        </pc:spChg>
        <pc:spChg chg="del">
          <ac:chgData name="Hironari Yamada" userId="e57621f8-ec3c-449e-bb19-001fffcc008e" providerId="ADAL" clId="{BC0BD879-F267-5CCA-8DEA-E3B2DD07DA4E}" dt="2026-07-08T02:07:29.352" v="35863" actId="478"/>
          <ac:spMkLst>
            <pc:docMk/>
            <pc:sldMk cId="2900241864" sldId="2076139056"/>
            <ac:spMk id="89" creationId="{150A412E-58D0-0BB4-5322-3E20A8FB8967}"/>
          </ac:spMkLst>
        </pc:spChg>
        <pc:spChg chg="del">
          <ac:chgData name="Hironari Yamada" userId="e57621f8-ec3c-449e-bb19-001fffcc008e" providerId="ADAL" clId="{BC0BD879-F267-5CCA-8DEA-E3B2DD07DA4E}" dt="2026-07-08T02:07:32.706" v="35865" actId="478"/>
          <ac:spMkLst>
            <pc:docMk/>
            <pc:sldMk cId="2900241864" sldId="2076139056"/>
            <ac:spMk id="90" creationId="{C6F8CEE6-3579-F263-BF60-40193BF74AFC}"/>
          </ac:spMkLst>
        </pc:spChg>
        <pc:spChg chg="del">
          <ac:chgData name="Hironari Yamada" userId="e57621f8-ec3c-449e-bb19-001fffcc008e" providerId="ADAL" clId="{BC0BD879-F267-5CCA-8DEA-E3B2DD07DA4E}" dt="2026-07-08T02:07:29.352" v="35863" actId="478"/>
          <ac:spMkLst>
            <pc:docMk/>
            <pc:sldMk cId="2900241864" sldId="2076139056"/>
            <ac:spMk id="91" creationId="{46F456F7-D497-06C2-15F3-2C0B9E0ADBB9}"/>
          </ac:spMkLst>
        </pc:spChg>
        <pc:spChg chg="add del">
          <ac:chgData name="Hironari Yamada" userId="e57621f8-ec3c-449e-bb19-001fffcc008e" providerId="ADAL" clId="{BC0BD879-F267-5CCA-8DEA-E3B2DD07DA4E}" dt="2026-07-08T02:07:32.706" v="35865" actId="478"/>
          <ac:spMkLst>
            <pc:docMk/>
            <pc:sldMk cId="2900241864" sldId="2076139056"/>
            <ac:spMk id="93" creationId="{A3F24A0F-3E04-CC15-73F4-D3DE17BB6794}"/>
          </ac:spMkLst>
        </pc:spChg>
        <pc:spChg chg="add del">
          <ac:chgData name="Hironari Yamada" userId="e57621f8-ec3c-449e-bb19-001fffcc008e" providerId="ADAL" clId="{BC0BD879-F267-5CCA-8DEA-E3B2DD07DA4E}" dt="2026-07-08T02:07:32.706" v="35865" actId="478"/>
          <ac:spMkLst>
            <pc:docMk/>
            <pc:sldMk cId="2900241864" sldId="2076139056"/>
            <ac:spMk id="94" creationId="{2EADD5C6-12D0-AD5E-1C5C-1C68207C9DC8}"/>
          </ac:spMkLst>
        </pc:spChg>
        <pc:spChg chg="add del">
          <ac:chgData name="Hironari Yamada" userId="e57621f8-ec3c-449e-bb19-001fffcc008e" providerId="ADAL" clId="{BC0BD879-F267-5CCA-8DEA-E3B2DD07DA4E}" dt="2026-07-08T02:07:32.706" v="35865" actId="478"/>
          <ac:spMkLst>
            <pc:docMk/>
            <pc:sldMk cId="2900241864" sldId="2076139056"/>
            <ac:spMk id="95" creationId="{BA655FA0-9CA8-8160-853E-5747C3F56CDC}"/>
          </ac:spMkLst>
        </pc:spChg>
        <pc:spChg chg="del">
          <ac:chgData name="Hironari Yamada" userId="e57621f8-ec3c-449e-bb19-001fffcc008e" providerId="ADAL" clId="{BC0BD879-F267-5CCA-8DEA-E3B2DD07DA4E}" dt="2026-07-08T02:07:29.352" v="35863" actId="478"/>
          <ac:spMkLst>
            <pc:docMk/>
            <pc:sldMk cId="2900241864" sldId="2076139056"/>
            <ac:spMk id="108" creationId="{1253FD01-AB9C-7EBC-2319-CA0B9A9FF4DA}"/>
          </ac:spMkLst>
        </pc:spChg>
      </pc:sldChg>
      <pc:sldChg chg="addSp delSp modSp add mod">
        <pc:chgData name="Hironari Yamada" userId="e57621f8-ec3c-449e-bb19-001fffcc008e" providerId="ADAL" clId="{BC0BD879-F267-5CCA-8DEA-E3B2DD07DA4E}" dt="2026-07-08T02:11:34.791" v="35990" actId="22"/>
        <pc:sldMkLst>
          <pc:docMk/>
          <pc:sldMk cId="1861641490" sldId="2076139057"/>
        </pc:sldMkLst>
        <pc:spChg chg="add del mod">
          <ac:chgData name="Hironari Yamada" userId="e57621f8-ec3c-449e-bb19-001fffcc008e" providerId="ADAL" clId="{BC0BD879-F267-5CCA-8DEA-E3B2DD07DA4E}" dt="2026-07-08T02:10:07.500" v="35939" actId="478"/>
          <ac:spMkLst>
            <pc:docMk/>
            <pc:sldMk cId="1861641490" sldId="2076139057"/>
            <ac:spMk id="3" creationId="{F9798BC6-76B1-E962-6794-5EA5849BE7DC}"/>
          </ac:spMkLst>
        </pc:spChg>
        <pc:spChg chg="add del mod">
          <ac:chgData name="Hironari Yamada" userId="e57621f8-ec3c-449e-bb19-001fffcc008e" providerId="ADAL" clId="{BC0BD879-F267-5CCA-8DEA-E3B2DD07DA4E}" dt="2026-07-08T02:10:09.871" v="35940" actId="478"/>
          <ac:spMkLst>
            <pc:docMk/>
            <pc:sldMk cId="1861641490" sldId="2076139057"/>
            <ac:spMk id="6" creationId="{E18AFE22-BDFC-E195-7522-8955F46A274F}"/>
          </ac:spMkLst>
        </pc:spChg>
        <pc:spChg chg="mod">
          <ac:chgData name="Hironari Yamada" userId="e57621f8-ec3c-449e-bb19-001fffcc008e" providerId="ADAL" clId="{BC0BD879-F267-5CCA-8DEA-E3B2DD07DA4E}" dt="2026-07-08T02:10:11.063" v="35941"/>
          <ac:spMkLst>
            <pc:docMk/>
            <pc:sldMk cId="1861641490" sldId="2076139057"/>
            <ac:spMk id="8" creationId="{47AA89FC-90C8-0120-970B-3623B4274286}"/>
          </ac:spMkLst>
        </pc:spChg>
        <pc:spChg chg="mod">
          <ac:chgData name="Hironari Yamada" userId="e57621f8-ec3c-449e-bb19-001fffcc008e" providerId="ADAL" clId="{BC0BD879-F267-5CCA-8DEA-E3B2DD07DA4E}" dt="2026-07-08T02:09:42.611" v="35935" actId="14100"/>
          <ac:spMkLst>
            <pc:docMk/>
            <pc:sldMk cId="1861641490" sldId="2076139057"/>
            <ac:spMk id="9" creationId="{61D7D67A-6708-90CC-E975-F50851FBAA4A}"/>
          </ac:spMkLst>
        </pc:spChg>
        <pc:spChg chg="del">
          <ac:chgData name="Hironari Yamada" userId="e57621f8-ec3c-449e-bb19-001fffcc008e" providerId="ADAL" clId="{BC0BD879-F267-5CCA-8DEA-E3B2DD07DA4E}" dt="2026-07-08T02:09:50.983" v="35937" actId="478"/>
          <ac:spMkLst>
            <pc:docMk/>
            <pc:sldMk cId="1861641490" sldId="2076139057"/>
            <ac:spMk id="11" creationId="{E9762D9B-D012-2215-09DD-6C2617A8B690}"/>
          </ac:spMkLst>
        </pc:spChg>
        <pc:spChg chg="del">
          <ac:chgData name="Hironari Yamada" userId="e57621f8-ec3c-449e-bb19-001fffcc008e" providerId="ADAL" clId="{BC0BD879-F267-5CCA-8DEA-E3B2DD07DA4E}" dt="2026-07-08T02:09:47.536" v="35936" actId="478"/>
          <ac:spMkLst>
            <pc:docMk/>
            <pc:sldMk cId="1861641490" sldId="2076139057"/>
            <ac:spMk id="12" creationId="{5CEFB8AE-9617-41AE-A190-6B5F94D16538}"/>
          </ac:spMkLst>
        </pc:spChg>
        <pc:spChg chg="del">
          <ac:chgData name="Hironari Yamada" userId="e57621f8-ec3c-449e-bb19-001fffcc008e" providerId="ADAL" clId="{BC0BD879-F267-5CCA-8DEA-E3B2DD07DA4E}" dt="2026-07-08T02:09:47.536" v="35936" actId="478"/>
          <ac:spMkLst>
            <pc:docMk/>
            <pc:sldMk cId="1861641490" sldId="2076139057"/>
            <ac:spMk id="13" creationId="{5B81D2AD-BF6F-3FE7-D76B-CC6D0ED16373}"/>
          </ac:spMkLst>
        </pc:spChg>
        <pc:spChg chg="del">
          <ac:chgData name="Hironari Yamada" userId="e57621f8-ec3c-449e-bb19-001fffcc008e" providerId="ADAL" clId="{BC0BD879-F267-5CCA-8DEA-E3B2DD07DA4E}" dt="2026-07-08T02:09:47.536" v="35936" actId="478"/>
          <ac:spMkLst>
            <pc:docMk/>
            <pc:sldMk cId="1861641490" sldId="2076139057"/>
            <ac:spMk id="14" creationId="{C5E06125-DC9C-1124-8A5A-4F437E057A49}"/>
          </ac:spMkLst>
        </pc:spChg>
        <pc:spChg chg="del">
          <ac:chgData name="Hironari Yamada" userId="e57621f8-ec3c-449e-bb19-001fffcc008e" providerId="ADAL" clId="{BC0BD879-F267-5CCA-8DEA-E3B2DD07DA4E}" dt="2026-07-08T02:09:47.536" v="35936" actId="478"/>
          <ac:spMkLst>
            <pc:docMk/>
            <pc:sldMk cId="1861641490" sldId="2076139057"/>
            <ac:spMk id="18" creationId="{E7241D74-F1F0-F4B7-A636-7A71B850425F}"/>
          </ac:spMkLst>
        </pc:spChg>
        <pc:spChg chg="del">
          <ac:chgData name="Hironari Yamada" userId="e57621f8-ec3c-449e-bb19-001fffcc008e" providerId="ADAL" clId="{BC0BD879-F267-5CCA-8DEA-E3B2DD07DA4E}" dt="2026-07-08T02:09:47.536" v="35936" actId="478"/>
          <ac:spMkLst>
            <pc:docMk/>
            <pc:sldMk cId="1861641490" sldId="2076139057"/>
            <ac:spMk id="22" creationId="{64125FCE-642F-87C9-B5A3-8F5A968BA7E2}"/>
          </ac:spMkLst>
        </pc:spChg>
        <pc:spChg chg="del">
          <ac:chgData name="Hironari Yamada" userId="e57621f8-ec3c-449e-bb19-001fffcc008e" providerId="ADAL" clId="{BC0BD879-F267-5CCA-8DEA-E3B2DD07DA4E}" dt="2026-07-08T02:09:47.536" v="35936" actId="478"/>
          <ac:spMkLst>
            <pc:docMk/>
            <pc:sldMk cId="1861641490" sldId="2076139057"/>
            <ac:spMk id="26" creationId="{3C8745B4-2F0F-ABBA-E28C-2DAC8B0C6AC6}"/>
          </ac:spMkLst>
        </pc:spChg>
        <pc:spChg chg="del">
          <ac:chgData name="Hironari Yamada" userId="e57621f8-ec3c-449e-bb19-001fffcc008e" providerId="ADAL" clId="{BC0BD879-F267-5CCA-8DEA-E3B2DD07DA4E}" dt="2026-07-08T02:09:47.536" v="35936" actId="478"/>
          <ac:spMkLst>
            <pc:docMk/>
            <pc:sldMk cId="1861641490" sldId="2076139057"/>
            <ac:spMk id="28" creationId="{3CA30B94-071B-08D3-806E-54B3DE47F672}"/>
          </ac:spMkLst>
        </pc:spChg>
        <pc:spChg chg="del">
          <ac:chgData name="Hironari Yamada" userId="e57621f8-ec3c-449e-bb19-001fffcc008e" providerId="ADAL" clId="{BC0BD879-F267-5CCA-8DEA-E3B2DD07DA4E}" dt="2026-07-08T02:09:47.536" v="35936" actId="478"/>
          <ac:spMkLst>
            <pc:docMk/>
            <pc:sldMk cId="1861641490" sldId="2076139057"/>
            <ac:spMk id="29" creationId="{DF4507A0-639B-AACD-3CB7-736A0E4E68DE}"/>
          </ac:spMkLst>
        </pc:spChg>
        <pc:spChg chg="del">
          <ac:chgData name="Hironari Yamada" userId="e57621f8-ec3c-449e-bb19-001fffcc008e" providerId="ADAL" clId="{BC0BD879-F267-5CCA-8DEA-E3B2DD07DA4E}" dt="2026-07-08T02:09:47.536" v="35936" actId="478"/>
          <ac:spMkLst>
            <pc:docMk/>
            <pc:sldMk cId="1861641490" sldId="2076139057"/>
            <ac:spMk id="30" creationId="{59033407-6D2F-11E5-9141-FAD13967F18B}"/>
          </ac:spMkLst>
        </pc:spChg>
        <pc:spChg chg="del">
          <ac:chgData name="Hironari Yamada" userId="e57621f8-ec3c-449e-bb19-001fffcc008e" providerId="ADAL" clId="{BC0BD879-F267-5CCA-8DEA-E3B2DD07DA4E}" dt="2026-07-08T02:09:47.536" v="35936" actId="478"/>
          <ac:spMkLst>
            <pc:docMk/>
            <pc:sldMk cId="1861641490" sldId="2076139057"/>
            <ac:spMk id="31" creationId="{03345800-B5D7-D16E-9CFE-B2E45FF4F5F5}"/>
          </ac:spMkLst>
        </pc:spChg>
        <pc:spChg chg="mod">
          <ac:chgData name="Hironari Yamada" userId="e57621f8-ec3c-449e-bb19-001fffcc008e" providerId="ADAL" clId="{BC0BD879-F267-5CCA-8DEA-E3B2DD07DA4E}" dt="2026-07-08T02:10:11.063" v="35941"/>
          <ac:spMkLst>
            <pc:docMk/>
            <pc:sldMk cId="1861641490" sldId="2076139057"/>
            <ac:spMk id="33" creationId="{D90971B6-57FC-C2A4-2D5A-10E63D793B11}"/>
          </ac:spMkLst>
        </pc:spChg>
        <pc:spChg chg="mod">
          <ac:chgData name="Hironari Yamada" userId="e57621f8-ec3c-449e-bb19-001fffcc008e" providerId="ADAL" clId="{BC0BD879-F267-5CCA-8DEA-E3B2DD07DA4E}" dt="2026-07-08T02:10:11.063" v="35941"/>
          <ac:spMkLst>
            <pc:docMk/>
            <pc:sldMk cId="1861641490" sldId="2076139057"/>
            <ac:spMk id="35" creationId="{E77596F0-D6C3-AD28-59BC-82002D724912}"/>
          </ac:spMkLst>
        </pc:spChg>
        <pc:spChg chg="mod">
          <ac:chgData name="Hironari Yamada" userId="e57621f8-ec3c-449e-bb19-001fffcc008e" providerId="ADAL" clId="{BC0BD879-F267-5CCA-8DEA-E3B2DD07DA4E}" dt="2026-07-08T02:10:11.063" v="35941"/>
          <ac:spMkLst>
            <pc:docMk/>
            <pc:sldMk cId="1861641490" sldId="2076139057"/>
            <ac:spMk id="37" creationId="{C492D368-0B6A-E7B4-C408-EE4B8E57E9A5}"/>
          </ac:spMkLst>
        </pc:spChg>
        <pc:spChg chg="mod">
          <ac:chgData name="Hironari Yamada" userId="e57621f8-ec3c-449e-bb19-001fffcc008e" providerId="ADAL" clId="{BC0BD879-F267-5CCA-8DEA-E3B2DD07DA4E}" dt="2026-07-08T02:10:11.063" v="35941"/>
          <ac:spMkLst>
            <pc:docMk/>
            <pc:sldMk cId="1861641490" sldId="2076139057"/>
            <ac:spMk id="43" creationId="{C2DBA25D-178B-117F-2018-F4FF82B85ABC}"/>
          </ac:spMkLst>
        </pc:spChg>
        <pc:spChg chg="mod">
          <ac:chgData name="Hironari Yamada" userId="e57621f8-ec3c-449e-bb19-001fffcc008e" providerId="ADAL" clId="{BC0BD879-F267-5CCA-8DEA-E3B2DD07DA4E}" dt="2026-07-08T02:10:11.063" v="35941"/>
          <ac:spMkLst>
            <pc:docMk/>
            <pc:sldMk cId="1861641490" sldId="2076139057"/>
            <ac:spMk id="45" creationId="{78A8BEBA-7D89-11E8-1EB4-FA8EC4235516}"/>
          </ac:spMkLst>
        </pc:spChg>
        <pc:spChg chg="mod">
          <ac:chgData name="Hironari Yamada" userId="e57621f8-ec3c-449e-bb19-001fffcc008e" providerId="ADAL" clId="{BC0BD879-F267-5CCA-8DEA-E3B2DD07DA4E}" dt="2026-07-08T02:10:11.063" v="35941"/>
          <ac:spMkLst>
            <pc:docMk/>
            <pc:sldMk cId="1861641490" sldId="2076139057"/>
            <ac:spMk id="46" creationId="{8130B4B9-524D-6856-8B0B-893C5D53228E}"/>
          </ac:spMkLst>
        </pc:spChg>
        <pc:spChg chg="mod">
          <ac:chgData name="Hironari Yamada" userId="e57621f8-ec3c-449e-bb19-001fffcc008e" providerId="ADAL" clId="{BC0BD879-F267-5CCA-8DEA-E3B2DD07DA4E}" dt="2026-07-08T02:10:11.063" v="35941"/>
          <ac:spMkLst>
            <pc:docMk/>
            <pc:sldMk cId="1861641490" sldId="2076139057"/>
            <ac:spMk id="51" creationId="{BD09C499-3B63-5BCB-F192-C0AF1458DFBC}"/>
          </ac:spMkLst>
        </pc:spChg>
        <pc:spChg chg="mod">
          <ac:chgData name="Hironari Yamada" userId="e57621f8-ec3c-449e-bb19-001fffcc008e" providerId="ADAL" clId="{BC0BD879-F267-5CCA-8DEA-E3B2DD07DA4E}" dt="2026-07-08T02:10:11.063" v="35941"/>
          <ac:spMkLst>
            <pc:docMk/>
            <pc:sldMk cId="1861641490" sldId="2076139057"/>
            <ac:spMk id="60" creationId="{D7AEED9E-0CDF-6891-4299-ED21B9F31165}"/>
          </ac:spMkLst>
        </pc:spChg>
        <pc:spChg chg="mod">
          <ac:chgData name="Hironari Yamada" userId="e57621f8-ec3c-449e-bb19-001fffcc008e" providerId="ADAL" clId="{BC0BD879-F267-5CCA-8DEA-E3B2DD07DA4E}" dt="2026-07-08T02:10:11.063" v="35941"/>
          <ac:spMkLst>
            <pc:docMk/>
            <pc:sldMk cId="1861641490" sldId="2076139057"/>
            <ac:spMk id="61" creationId="{8FA4B0C3-50E8-B4E2-22B6-3715C76E1EB3}"/>
          </ac:spMkLst>
        </pc:spChg>
        <pc:spChg chg="add mod">
          <ac:chgData name="Hironari Yamada" userId="e57621f8-ec3c-449e-bb19-001fffcc008e" providerId="ADAL" clId="{BC0BD879-F267-5CCA-8DEA-E3B2DD07DA4E}" dt="2026-07-08T02:10:38.103" v="35947" actId="115"/>
          <ac:spMkLst>
            <pc:docMk/>
            <pc:sldMk cId="1861641490" sldId="2076139057"/>
            <ac:spMk id="65" creationId="{9C872877-5B08-FFDE-DAE2-46BE325FEE90}"/>
          </ac:spMkLst>
        </pc:spChg>
        <pc:spChg chg="add mod">
          <ac:chgData name="Hironari Yamada" userId="e57621f8-ec3c-449e-bb19-001fffcc008e" providerId="ADAL" clId="{BC0BD879-F267-5CCA-8DEA-E3B2DD07DA4E}" dt="2026-07-08T02:10:31.161" v="35946" actId="1076"/>
          <ac:spMkLst>
            <pc:docMk/>
            <pc:sldMk cId="1861641490" sldId="2076139057"/>
            <ac:spMk id="66" creationId="{E8F6AE13-F749-C580-FCDC-71AA890CAD00}"/>
          </ac:spMkLst>
        </pc:spChg>
        <pc:spChg chg="add mod">
          <ac:chgData name="Hironari Yamada" userId="e57621f8-ec3c-449e-bb19-001fffcc008e" providerId="ADAL" clId="{BC0BD879-F267-5CCA-8DEA-E3B2DD07DA4E}" dt="2026-07-08T02:11:23.057" v="35988" actId="404"/>
          <ac:spMkLst>
            <pc:docMk/>
            <pc:sldMk cId="1861641490" sldId="2076139057"/>
            <ac:spMk id="67" creationId="{9F11C9DB-A90E-2AE1-287F-404799300886}"/>
          </ac:spMkLst>
        </pc:spChg>
        <pc:spChg chg="add del">
          <ac:chgData name="Hironari Yamada" userId="e57621f8-ec3c-449e-bb19-001fffcc008e" providerId="ADAL" clId="{BC0BD879-F267-5CCA-8DEA-E3B2DD07DA4E}" dt="2026-07-08T02:11:34.791" v="35990" actId="22"/>
          <ac:spMkLst>
            <pc:docMk/>
            <pc:sldMk cId="1861641490" sldId="2076139057"/>
            <ac:spMk id="69" creationId="{04DC40CF-EEF5-BC7C-2696-4C455ADC198E}"/>
          </ac:spMkLst>
        </pc:spChg>
        <pc:picChg chg="add mod">
          <ac:chgData name="Hironari Yamada" userId="e57621f8-ec3c-449e-bb19-001fffcc008e" providerId="ADAL" clId="{BC0BD879-F267-5CCA-8DEA-E3B2DD07DA4E}" dt="2026-07-08T02:10:21.413" v="35944" actId="1076"/>
          <ac:picMkLst>
            <pc:docMk/>
            <pc:sldMk cId="1861641490" sldId="2076139057"/>
            <ac:picMk id="64" creationId="{21F2652E-CD66-E37E-E4C2-3AE51FF2E48B}"/>
          </ac:picMkLst>
        </pc:picChg>
      </pc:sldChg>
      <pc:sldChg chg="addSp delSp modSp add mod">
        <pc:chgData name="Hironari Yamada" userId="e57621f8-ec3c-449e-bb19-001fffcc008e" providerId="ADAL" clId="{BC0BD879-F267-5CCA-8DEA-E3B2DD07DA4E}" dt="2026-07-08T05:17:56.705" v="36553" actId="14100"/>
        <pc:sldMkLst>
          <pc:docMk/>
          <pc:sldMk cId="2358738289" sldId="2076139058"/>
        </pc:sldMkLst>
        <pc:spChg chg="add mod">
          <ac:chgData name="Hironari Yamada" userId="e57621f8-ec3c-449e-bb19-001fffcc008e" providerId="ADAL" clId="{BC0BD879-F267-5CCA-8DEA-E3B2DD07DA4E}" dt="2026-07-08T02:14:32.355" v="35993"/>
          <ac:spMkLst>
            <pc:docMk/>
            <pc:sldMk cId="2358738289" sldId="2076139058"/>
            <ac:spMk id="3" creationId="{9B3320DA-8DDE-79A9-0A30-C404261E58B8}"/>
          </ac:spMkLst>
        </pc:spChg>
        <pc:spChg chg="del">
          <ac:chgData name="Hironari Yamada" userId="e57621f8-ec3c-449e-bb19-001fffcc008e" providerId="ADAL" clId="{BC0BD879-F267-5CCA-8DEA-E3B2DD07DA4E}" dt="2026-07-08T02:11:39.079" v="35992" actId="478"/>
          <ac:spMkLst>
            <pc:docMk/>
            <pc:sldMk cId="2358738289" sldId="2076139058"/>
            <ac:spMk id="4" creationId="{9028A16E-7277-5461-098D-5BC6BF6237B1}"/>
          </ac:spMkLst>
        </pc:spChg>
        <pc:spChg chg="add mod">
          <ac:chgData name="Hironari Yamada" userId="e57621f8-ec3c-449e-bb19-001fffcc008e" providerId="ADAL" clId="{BC0BD879-F267-5CCA-8DEA-E3B2DD07DA4E}" dt="2026-07-08T02:15:07.503" v="36001" actId="692"/>
          <ac:spMkLst>
            <pc:docMk/>
            <pc:sldMk cId="2358738289" sldId="2076139058"/>
            <ac:spMk id="7" creationId="{D381DA36-343E-FAD4-3C4B-3BB7535F4A9A}"/>
          </ac:spMkLst>
        </pc:spChg>
        <pc:spChg chg="add mod">
          <ac:chgData name="Hironari Yamada" userId="e57621f8-ec3c-449e-bb19-001fffcc008e" providerId="ADAL" clId="{BC0BD879-F267-5CCA-8DEA-E3B2DD07DA4E}" dt="2026-07-08T05:17:56.705" v="36553" actId="14100"/>
          <ac:spMkLst>
            <pc:docMk/>
            <pc:sldMk cId="2358738289" sldId="2076139058"/>
            <ac:spMk id="8" creationId="{E97B0A02-8D5F-5645-44A8-F3ECDE95E2D0}"/>
          </ac:spMkLst>
        </pc:spChg>
        <pc:spChg chg="add mod">
          <ac:chgData name="Hironari Yamada" userId="e57621f8-ec3c-449e-bb19-001fffcc008e" providerId="ADAL" clId="{BC0BD879-F267-5CCA-8DEA-E3B2DD07DA4E}" dt="2026-07-08T02:17:17.054" v="36375"/>
          <ac:spMkLst>
            <pc:docMk/>
            <pc:sldMk cId="2358738289" sldId="2076139058"/>
            <ac:spMk id="10" creationId="{EB17AF08-0DC7-67A4-CA67-BE45E71A956D}"/>
          </ac:spMkLst>
        </pc:spChg>
        <pc:spChg chg="del">
          <ac:chgData name="Hironari Yamada" userId="e57621f8-ec3c-449e-bb19-001fffcc008e" providerId="ADAL" clId="{BC0BD879-F267-5CCA-8DEA-E3B2DD07DA4E}" dt="2026-07-08T02:11:39.079" v="35992" actId="478"/>
          <ac:spMkLst>
            <pc:docMk/>
            <pc:sldMk cId="2358738289" sldId="2076139058"/>
            <ac:spMk id="65" creationId="{8CAEB7A0-43A4-1721-1CC5-3628BD12BFEC}"/>
          </ac:spMkLst>
        </pc:spChg>
        <pc:spChg chg="del">
          <ac:chgData name="Hironari Yamada" userId="e57621f8-ec3c-449e-bb19-001fffcc008e" providerId="ADAL" clId="{BC0BD879-F267-5CCA-8DEA-E3B2DD07DA4E}" dt="2026-07-08T02:11:39.079" v="35992" actId="478"/>
          <ac:spMkLst>
            <pc:docMk/>
            <pc:sldMk cId="2358738289" sldId="2076139058"/>
            <ac:spMk id="66" creationId="{A520DA55-ED3B-CC7C-EC74-AFAA59756C88}"/>
          </ac:spMkLst>
        </pc:spChg>
        <pc:spChg chg="del">
          <ac:chgData name="Hironari Yamada" userId="e57621f8-ec3c-449e-bb19-001fffcc008e" providerId="ADAL" clId="{BC0BD879-F267-5CCA-8DEA-E3B2DD07DA4E}" dt="2026-07-08T02:11:39.079" v="35992" actId="478"/>
          <ac:spMkLst>
            <pc:docMk/>
            <pc:sldMk cId="2358738289" sldId="2076139058"/>
            <ac:spMk id="67" creationId="{FC51BBB5-6BFB-04A5-8A9E-18A15FC8CC61}"/>
          </ac:spMkLst>
        </pc:spChg>
        <pc:picChg chg="add mod">
          <ac:chgData name="Hironari Yamada" userId="e57621f8-ec3c-449e-bb19-001fffcc008e" providerId="ADAL" clId="{BC0BD879-F267-5CCA-8DEA-E3B2DD07DA4E}" dt="2026-07-08T02:14:49.557" v="35996" actId="1076"/>
          <ac:picMkLst>
            <pc:docMk/>
            <pc:sldMk cId="2358738289" sldId="2076139058"/>
            <ac:picMk id="6" creationId="{94C6A729-DEB0-F67A-9EAA-6D668F2A5B78}"/>
          </ac:picMkLst>
        </pc:picChg>
        <pc:picChg chg="del">
          <ac:chgData name="Hironari Yamada" userId="e57621f8-ec3c-449e-bb19-001fffcc008e" providerId="ADAL" clId="{BC0BD879-F267-5CCA-8DEA-E3B2DD07DA4E}" dt="2026-07-08T02:11:39.079" v="35992" actId="478"/>
          <ac:picMkLst>
            <pc:docMk/>
            <pc:sldMk cId="2358738289" sldId="2076139058"/>
            <ac:picMk id="64" creationId="{33E198FE-FD87-CFF6-7D9F-2556D2B1D7C4}"/>
          </ac:picMkLst>
        </pc:picChg>
      </pc:sldChg>
      <pc:sldChg chg="addSp delSp modSp add mod">
        <pc:chgData name="Hironari Yamada" userId="e57621f8-ec3c-449e-bb19-001fffcc008e" providerId="ADAL" clId="{BC0BD879-F267-5CCA-8DEA-E3B2DD07DA4E}" dt="2026-07-08T02:20:42.865" v="36551" actId="14100"/>
        <pc:sldMkLst>
          <pc:docMk/>
          <pc:sldMk cId="2700533978" sldId="2076139059"/>
        </pc:sldMkLst>
        <pc:spChg chg="add mod">
          <ac:chgData name="Hironari Yamada" userId="e57621f8-ec3c-449e-bb19-001fffcc008e" providerId="ADAL" clId="{BC0BD879-F267-5CCA-8DEA-E3B2DD07DA4E}" dt="2026-07-08T02:18:32.623" v="36524" actId="20577"/>
          <ac:spMkLst>
            <pc:docMk/>
            <pc:sldMk cId="2700533978" sldId="2076139059"/>
            <ac:spMk id="4" creationId="{6DCD861B-7862-41C7-470A-A05490E71E61}"/>
          </ac:spMkLst>
        </pc:spChg>
        <pc:spChg chg="del">
          <ac:chgData name="Hironari Yamada" userId="e57621f8-ec3c-449e-bb19-001fffcc008e" providerId="ADAL" clId="{BC0BD879-F267-5CCA-8DEA-E3B2DD07DA4E}" dt="2026-07-08T02:17:23.327" v="36377" actId="478"/>
          <ac:spMkLst>
            <pc:docMk/>
            <pc:sldMk cId="2700533978" sldId="2076139059"/>
            <ac:spMk id="7" creationId="{664EC7DB-0150-2166-F2E6-8F291047AEDB}"/>
          </ac:spMkLst>
        </pc:spChg>
        <pc:spChg chg="del">
          <ac:chgData name="Hironari Yamada" userId="e57621f8-ec3c-449e-bb19-001fffcc008e" providerId="ADAL" clId="{BC0BD879-F267-5CCA-8DEA-E3B2DD07DA4E}" dt="2026-07-08T02:17:23.327" v="36377" actId="478"/>
          <ac:spMkLst>
            <pc:docMk/>
            <pc:sldMk cId="2700533978" sldId="2076139059"/>
            <ac:spMk id="8" creationId="{ED694CF7-5C2E-1AC2-5832-6C32CB433780}"/>
          </ac:spMkLst>
        </pc:spChg>
        <pc:spChg chg="add del mod">
          <ac:chgData name="Hironari Yamada" userId="e57621f8-ec3c-449e-bb19-001fffcc008e" providerId="ADAL" clId="{BC0BD879-F267-5CCA-8DEA-E3B2DD07DA4E}" dt="2026-07-08T02:18:57.391" v="36526" actId="478"/>
          <ac:spMkLst>
            <pc:docMk/>
            <pc:sldMk cId="2700533978" sldId="2076139059"/>
            <ac:spMk id="10" creationId="{3BC05B77-509A-F684-E6CB-3A2EB384360C}"/>
          </ac:spMkLst>
        </pc:spChg>
        <pc:spChg chg="add mod">
          <ac:chgData name="Hironari Yamada" userId="e57621f8-ec3c-449e-bb19-001fffcc008e" providerId="ADAL" clId="{BC0BD879-F267-5CCA-8DEA-E3B2DD07DA4E}" dt="2026-07-08T02:18:58.062" v="36527"/>
          <ac:spMkLst>
            <pc:docMk/>
            <pc:sldMk cId="2700533978" sldId="2076139059"/>
            <ac:spMk id="12" creationId="{9DC6303F-AC28-0406-AD05-D6995CB44AD1}"/>
          </ac:spMkLst>
        </pc:spChg>
        <pc:spChg chg="add mod">
          <ac:chgData name="Hironari Yamada" userId="e57621f8-ec3c-449e-bb19-001fffcc008e" providerId="ADAL" clId="{BC0BD879-F267-5CCA-8DEA-E3B2DD07DA4E}" dt="2026-07-08T02:19:05.081" v="36529" actId="1076"/>
          <ac:spMkLst>
            <pc:docMk/>
            <pc:sldMk cId="2700533978" sldId="2076139059"/>
            <ac:spMk id="13" creationId="{669A2EC8-D03C-B085-64A3-789AAE69C4DD}"/>
          </ac:spMkLst>
        </pc:spChg>
        <pc:spChg chg="add mod">
          <ac:chgData name="Hironari Yamada" userId="e57621f8-ec3c-449e-bb19-001fffcc008e" providerId="ADAL" clId="{BC0BD879-F267-5CCA-8DEA-E3B2DD07DA4E}" dt="2026-07-08T02:19:05.081" v="36529" actId="1076"/>
          <ac:spMkLst>
            <pc:docMk/>
            <pc:sldMk cId="2700533978" sldId="2076139059"/>
            <ac:spMk id="15" creationId="{EB1DDA39-E039-7666-65C9-4AFB5CAA2FEE}"/>
          </ac:spMkLst>
        </pc:spChg>
        <pc:spChg chg="mod topLvl">
          <ac:chgData name="Hironari Yamada" userId="e57621f8-ec3c-449e-bb19-001fffcc008e" providerId="ADAL" clId="{BC0BD879-F267-5CCA-8DEA-E3B2DD07DA4E}" dt="2026-07-08T02:19:43.528" v="36532" actId="165"/>
          <ac:spMkLst>
            <pc:docMk/>
            <pc:sldMk cId="2700533978" sldId="2076139059"/>
            <ac:spMk id="20" creationId="{B4F11413-8819-D919-E8DA-2BE9C7231A61}"/>
          </ac:spMkLst>
        </pc:spChg>
        <pc:spChg chg="mod">
          <ac:chgData name="Hironari Yamada" userId="e57621f8-ec3c-449e-bb19-001fffcc008e" providerId="ADAL" clId="{BC0BD879-F267-5CCA-8DEA-E3B2DD07DA4E}" dt="2026-07-08T02:20:40.448" v="36550" actId="1076"/>
          <ac:spMkLst>
            <pc:docMk/>
            <pc:sldMk cId="2700533978" sldId="2076139059"/>
            <ac:spMk id="25" creationId="{0B614EB7-EA6F-632A-CD16-E06EE4149301}"/>
          </ac:spMkLst>
        </pc:spChg>
        <pc:spChg chg="mod topLvl">
          <ac:chgData name="Hironari Yamada" userId="e57621f8-ec3c-449e-bb19-001fffcc008e" providerId="ADAL" clId="{BC0BD879-F267-5CCA-8DEA-E3B2DD07DA4E}" dt="2026-07-08T02:20:40.448" v="36550" actId="1076"/>
          <ac:spMkLst>
            <pc:docMk/>
            <pc:sldMk cId="2700533978" sldId="2076139059"/>
            <ac:spMk id="27" creationId="{90CB8D56-48F5-5A70-B264-FDF1FE361BD0}"/>
          </ac:spMkLst>
        </pc:spChg>
        <pc:spChg chg="mod topLvl">
          <ac:chgData name="Hironari Yamada" userId="e57621f8-ec3c-449e-bb19-001fffcc008e" providerId="ADAL" clId="{BC0BD879-F267-5CCA-8DEA-E3B2DD07DA4E}" dt="2026-07-08T02:19:43.528" v="36532" actId="165"/>
          <ac:spMkLst>
            <pc:docMk/>
            <pc:sldMk cId="2700533978" sldId="2076139059"/>
            <ac:spMk id="29" creationId="{11727D13-7911-739E-20F1-42AA3E97FF1D}"/>
          </ac:spMkLst>
        </pc:spChg>
        <pc:spChg chg="mod topLvl">
          <ac:chgData name="Hironari Yamada" userId="e57621f8-ec3c-449e-bb19-001fffcc008e" providerId="ADAL" clId="{BC0BD879-F267-5CCA-8DEA-E3B2DD07DA4E}" dt="2026-07-08T02:20:40.448" v="36550" actId="1076"/>
          <ac:spMkLst>
            <pc:docMk/>
            <pc:sldMk cId="2700533978" sldId="2076139059"/>
            <ac:spMk id="30" creationId="{7CCC0F8C-6F71-BD74-61A4-37EA23205A57}"/>
          </ac:spMkLst>
        </pc:spChg>
        <pc:spChg chg="mod topLvl">
          <ac:chgData name="Hironari Yamada" userId="e57621f8-ec3c-449e-bb19-001fffcc008e" providerId="ADAL" clId="{BC0BD879-F267-5CCA-8DEA-E3B2DD07DA4E}" dt="2026-07-08T02:19:50.444" v="36534" actId="1076"/>
          <ac:spMkLst>
            <pc:docMk/>
            <pc:sldMk cId="2700533978" sldId="2076139059"/>
            <ac:spMk id="31" creationId="{2F11B24D-AB1A-73F6-E1E2-3242C6F079B5}"/>
          </ac:spMkLst>
        </pc:spChg>
        <pc:spChg chg="mod topLvl">
          <ac:chgData name="Hironari Yamada" userId="e57621f8-ec3c-449e-bb19-001fffcc008e" providerId="ADAL" clId="{BC0BD879-F267-5CCA-8DEA-E3B2DD07DA4E}" dt="2026-07-08T02:20:03.853" v="36539" actId="1076"/>
          <ac:spMkLst>
            <pc:docMk/>
            <pc:sldMk cId="2700533978" sldId="2076139059"/>
            <ac:spMk id="33" creationId="{F64D7360-D5DF-7371-C699-AF76360E0953}"/>
          </ac:spMkLst>
        </pc:spChg>
        <pc:spChg chg="mod topLvl">
          <ac:chgData name="Hironari Yamada" userId="e57621f8-ec3c-449e-bb19-001fffcc008e" providerId="ADAL" clId="{BC0BD879-F267-5CCA-8DEA-E3B2DD07DA4E}" dt="2026-07-08T02:19:43.528" v="36532" actId="165"/>
          <ac:spMkLst>
            <pc:docMk/>
            <pc:sldMk cId="2700533978" sldId="2076139059"/>
            <ac:spMk id="35" creationId="{D327FE32-94F4-2CB6-6CAE-9585F5C03FBE}"/>
          </ac:spMkLst>
        </pc:spChg>
        <pc:spChg chg="mod topLvl">
          <ac:chgData name="Hironari Yamada" userId="e57621f8-ec3c-449e-bb19-001fffcc008e" providerId="ADAL" clId="{BC0BD879-F267-5CCA-8DEA-E3B2DD07DA4E}" dt="2026-07-08T02:19:43.528" v="36532" actId="165"/>
          <ac:spMkLst>
            <pc:docMk/>
            <pc:sldMk cId="2700533978" sldId="2076139059"/>
            <ac:spMk id="36" creationId="{A6DB272B-FD9C-86E2-A175-2386B5FEA40C}"/>
          </ac:spMkLst>
        </pc:spChg>
        <pc:spChg chg="mod topLvl">
          <ac:chgData name="Hironari Yamada" userId="e57621f8-ec3c-449e-bb19-001fffcc008e" providerId="ADAL" clId="{BC0BD879-F267-5CCA-8DEA-E3B2DD07DA4E}" dt="2026-07-08T02:19:43.528" v="36532" actId="165"/>
          <ac:spMkLst>
            <pc:docMk/>
            <pc:sldMk cId="2700533978" sldId="2076139059"/>
            <ac:spMk id="37" creationId="{DDF52F5C-EC3E-B83C-3542-F0088C73D193}"/>
          </ac:spMkLst>
        </pc:spChg>
        <pc:spChg chg="mod topLvl">
          <ac:chgData name="Hironari Yamada" userId="e57621f8-ec3c-449e-bb19-001fffcc008e" providerId="ADAL" clId="{BC0BD879-F267-5CCA-8DEA-E3B2DD07DA4E}" dt="2026-07-08T02:19:43.528" v="36532" actId="165"/>
          <ac:spMkLst>
            <pc:docMk/>
            <pc:sldMk cId="2700533978" sldId="2076139059"/>
            <ac:spMk id="38" creationId="{673BA19F-BCFB-E9E5-CC07-A47F8E576937}"/>
          </ac:spMkLst>
        </pc:spChg>
        <pc:spChg chg="mod">
          <ac:chgData name="Hironari Yamada" userId="e57621f8-ec3c-449e-bb19-001fffcc008e" providerId="ADAL" clId="{BC0BD879-F267-5CCA-8DEA-E3B2DD07DA4E}" dt="2026-07-08T02:19:30.608" v="36531" actId="1076"/>
          <ac:spMkLst>
            <pc:docMk/>
            <pc:sldMk cId="2700533978" sldId="2076139059"/>
            <ac:spMk id="40" creationId="{81844E2A-84FA-30F2-CBAD-CDAE982D4819}"/>
          </ac:spMkLst>
        </pc:spChg>
        <pc:spChg chg="mod">
          <ac:chgData name="Hironari Yamada" userId="e57621f8-ec3c-449e-bb19-001fffcc008e" providerId="ADAL" clId="{BC0BD879-F267-5CCA-8DEA-E3B2DD07DA4E}" dt="2026-07-08T02:20:40.448" v="36550" actId="1076"/>
          <ac:spMkLst>
            <pc:docMk/>
            <pc:sldMk cId="2700533978" sldId="2076139059"/>
            <ac:spMk id="41" creationId="{85584D8B-774C-F74D-D134-1A857D47F846}"/>
          </ac:spMkLst>
        </pc:spChg>
        <pc:spChg chg="add mod">
          <ac:chgData name="Hironari Yamada" userId="e57621f8-ec3c-449e-bb19-001fffcc008e" providerId="ADAL" clId="{BC0BD879-F267-5CCA-8DEA-E3B2DD07DA4E}" dt="2026-07-08T02:20:40.448" v="36550" actId="1076"/>
          <ac:spMkLst>
            <pc:docMk/>
            <pc:sldMk cId="2700533978" sldId="2076139059"/>
            <ac:spMk id="42" creationId="{D9F90423-2989-64E1-7F67-7E97F3660094}"/>
          </ac:spMkLst>
        </pc:spChg>
        <pc:grpChg chg="mod">
          <ac:chgData name="Hironari Yamada" userId="e57621f8-ec3c-449e-bb19-001fffcc008e" providerId="ADAL" clId="{BC0BD879-F267-5CCA-8DEA-E3B2DD07DA4E}" dt="2026-07-08T02:19:52.787" v="36535" actId="1076"/>
          <ac:grpSpMkLst>
            <pc:docMk/>
            <pc:sldMk cId="2700533978" sldId="2076139059"/>
            <ac:grpSpMk id="23" creationId="{57109D4E-5C4B-1AB5-5B92-8ABBE5E05002}"/>
          </ac:grpSpMkLst>
        </pc:grpChg>
        <pc:picChg chg="add del mod">
          <ac:chgData name="Hironari Yamada" userId="e57621f8-ec3c-449e-bb19-001fffcc008e" providerId="ADAL" clId="{BC0BD879-F267-5CCA-8DEA-E3B2DD07DA4E}" dt="2026-07-08T02:18:57.391" v="36526" actId="478"/>
          <ac:picMkLst>
            <pc:docMk/>
            <pc:sldMk cId="2700533978" sldId="2076139059"/>
            <ac:picMk id="5" creationId="{B4B80B77-9018-5E59-A95F-C8E51CB43399}"/>
          </ac:picMkLst>
        </pc:picChg>
        <pc:picChg chg="del">
          <ac:chgData name="Hironari Yamada" userId="e57621f8-ec3c-449e-bb19-001fffcc008e" providerId="ADAL" clId="{BC0BD879-F267-5CCA-8DEA-E3B2DD07DA4E}" dt="2026-07-08T02:17:23.327" v="36377" actId="478"/>
          <ac:picMkLst>
            <pc:docMk/>
            <pc:sldMk cId="2700533978" sldId="2076139059"/>
            <ac:picMk id="6" creationId="{21EFA2C6-8939-F77B-4B11-47E16C649BBB}"/>
          </ac:picMkLst>
        </pc:picChg>
        <pc:picChg chg="add mod">
          <ac:chgData name="Hironari Yamada" userId="e57621f8-ec3c-449e-bb19-001fffcc008e" providerId="ADAL" clId="{BC0BD879-F267-5CCA-8DEA-E3B2DD07DA4E}" dt="2026-07-08T02:18:58.062" v="36527"/>
          <ac:picMkLst>
            <pc:docMk/>
            <pc:sldMk cId="2700533978" sldId="2076139059"/>
            <ac:picMk id="11" creationId="{48C2C863-C351-6952-CB0B-857D51F23E14}"/>
          </ac:picMkLst>
        </pc:picChg>
        <pc:picChg chg="add mod">
          <ac:chgData name="Hironari Yamada" userId="e57621f8-ec3c-449e-bb19-001fffcc008e" providerId="ADAL" clId="{BC0BD879-F267-5CCA-8DEA-E3B2DD07DA4E}" dt="2026-07-08T02:19:05.081" v="36529" actId="1076"/>
          <ac:picMkLst>
            <pc:docMk/>
            <pc:sldMk cId="2700533978" sldId="2076139059"/>
            <ac:picMk id="14" creationId="{A657ED4C-D2BA-23FA-74A7-A2E223114D22}"/>
          </ac:picMkLst>
        </pc:picChg>
        <pc:picChg chg="mod">
          <ac:chgData name="Hironari Yamada" userId="e57621f8-ec3c-449e-bb19-001fffcc008e" providerId="ADAL" clId="{BC0BD879-F267-5CCA-8DEA-E3B2DD07DA4E}" dt="2026-07-08T02:19:46.492" v="36533" actId="1076"/>
          <ac:picMkLst>
            <pc:docMk/>
            <pc:sldMk cId="2700533978" sldId="2076139059"/>
            <ac:picMk id="32" creationId="{9DC512C7-0F8F-E6A9-C584-7F3B41A65A0D}"/>
          </ac:picMkLst>
        </pc:picChg>
        <pc:cxnChg chg="del mod">
          <ac:chgData name="Hironari Yamada" userId="e57621f8-ec3c-449e-bb19-001fffcc008e" providerId="ADAL" clId="{BC0BD879-F267-5CCA-8DEA-E3B2DD07DA4E}" dt="2026-07-08T02:20:35.322" v="36549" actId="478"/>
          <ac:cxnSpMkLst>
            <pc:docMk/>
            <pc:sldMk cId="2700533978" sldId="2076139059"/>
            <ac:cxnSpMk id="24" creationId="{5961A5B4-D375-F4B0-CC61-D52649415261}"/>
          </ac:cxnSpMkLst>
        </pc:cxnChg>
        <pc:cxnChg chg="mod">
          <ac:chgData name="Hironari Yamada" userId="e57621f8-ec3c-449e-bb19-001fffcc008e" providerId="ADAL" clId="{BC0BD879-F267-5CCA-8DEA-E3B2DD07DA4E}" dt="2026-07-08T02:20:27.098" v="36545" actId="692"/>
          <ac:cxnSpMkLst>
            <pc:docMk/>
            <pc:sldMk cId="2700533978" sldId="2076139059"/>
            <ac:cxnSpMk id="26" creationId="{1C03567D-723D-097E-7751-32EFB436EB66}"/>
          </ac:cxnSpMkLst>
        </pc:cxnChg>
        <pc:cxnChg chg="mod">
          <ac:chgData name="Hironari Yamada" userId="e57621f8-ec3c-449e-bb19-001fffcc008e" providerId="ADAL" clId="{BC0BD879-F267-5CCA-8DEA-E3B2DD07DA4E}" dt="2026-07-08T02:20:42.865" v="36551" actId="14100"/>
          <ac:cxnSpMkLst>
            <pc:docMk/>
            <pc:sldMk cId="2700533978" sldId="2076139059"/>
            <ac:cxnSpMk id="28" creationId="{DFE82453-0363-FF51-916B-B2775AB9100B}"/>
          </ac:cxnSpMkLst>
        </pc:cxnChg>
        <pc:cxnChg chg="add mod">
          <ac:chgData name="Hironari Yamada" userId="e57621f8-ec3c-449e-bb19-001fffcc008e" providerId="ADAL" clId="{BC0BD879-F267-5CCA-8DEA-E3B2DD07DA4E}" dt="2026-07-08T02:20:40.448" v="36550" actId="1076"/>
          <ac:cxnSpMkLst>
            <pc:docMk/>
            <pc:sldMk cId="2700533978" sldId="2076139059"/>
            <ac:cxnSpMk id="49" creationId="{085C0975-1480-057D-2929-02FC6C75E3BA}"/>
          </ac:cxnSpMkLst>
        </pc:cxnChg>
      </pc:sldChg>
      <pc:sldChg chg="addSp delSp modSp add mod">
        <pc:chgData name="Hironari Yamada" userId="e57621f8-ec3c-449e-bb19-001fffcc008e" providerId="ADAL" clId="{BC0BD879-F267-5CCA-8DEA-E3B2DD07DA4E}" dt="2026-07-08T05:21:20.960" v="36992" actId="20577"/>
        <pc:sldMkLst>
          <pc:docMk/>
          <pc:sldMk cId="1172259399" sldId="2076139060"/>
        </pc:sldMkLst>
        <pc:spChg chg="mod">
          <ac:chgData name="Hironari Yamada" userId="e57621f8-ec3c-449e-bb19-001fffcc008e" providerId="ADAL" clId="{BC0BD879-F267-5CCA-8DEA-E3B2DD07DA4E}" dt="2026-07-08T05:21:20.960" v="36992" actId="20577"/>
          <ac:spMkLst>
            <pc:docMk/>
            <pc:sldMk cId="1172259399" sldId="2076139060"/>
            <ac:spMk id="4" creationId="{DDE7E1E5-501C-3695-60B2-6E6D4A322F57}"/>
          </ac:spMkLst>
        </pc:spChg>
        <pc:spChg chg="mod">
          <ac:chgData name="Hironari Yamada" userId="e57621f8-ec3c-449e-bb19-001fffcc008e" providerId="ADAL" clId="{BC0BD879-F267-5CCA-8DEA-E3B2DD07DA4E}" dt="2026-07-08T05:21:15.670" v="36972" actId="1076"/>
          <ac:spMkLst>
            <pc:docMk/>
            <pc:sldMk cId="1172259399" sldId="2076139060"/>
            <ac:spMk id="5" creationId="{B945D2CF-8BC6-6883-4A6E-740C87BCAF98}"/>
          </ac:spMkLst>
        </pc:spChg>
        <pc:spChg chg="mod">
          <ac:chgData name="Hironari Yamada" userId="e57621f8-ec3c-449e-bb19-001fffcc008e" providerId="ADAL" clId="{BC0BD879-F267-5CCA-8DEA-E3B2DD07DA4E}" dt="2026-07-08T05:21:15.670" v="36972" actId="1076"/>
          <ac:spMkLst>
            <pc:docMk/>
            <pc:sldMk cId="1172259399" sldId="2076139060"/>
            <ac:spMk id="6" creationId="{DF42ECC7-6F58-6EFB-A4EC-0A9F486EBC83}"/>
          </ac:spMkLst>
        </pc:spChg>
        <pc:spChg chg="add mod">
          <ac:chgData name="Hironari Yamada" userId="e57621f8-ec3c-449e-bb19-001fffcc008e" providerId="ADAL" clId="{BC0BD879-F267-5CCA-8DEA-E3B2DD07DA4E}" dt="2026-07-08T05:21:15.670" v="36972" actId="1076"/>
          <ac:spMkLst>
            <pc:docMk/>
            <pc:sldMk cId="1172259399" sldId="2076139060"/>
            <ac:spMk id="7" creationId="{9D25F5A0-F644-00E6-E41F-3C7BB4B1CFC4}"/>
          </ac:spMkLst>
        </pc:spChg>
        <pc:spChg chg="mod">
          <ac:chgData name="Hironari Yamada" userId="e57621f8-ec3c-449e-bb19-001fffcc008e" providerId="ADAL" clId="{BC0BD879-F267-5CCA-8DEA-E3B2DD07DA4E}" dt="2026-07-08T05:18:35.321" v="36587" actId="20577"/>
          <ac:spMkLst>
            <pc:docMk/>
            <pc:sldMk cId="1172259399" sldId="2076139060"/>
            <ac:spMk id="9" creationId="{AADBFFB1-E349-FB04-D19E-6F242FAE3215}"/>
          </ac:spMkLst>
        </pc:spChg>
        <pc:spChg chg="mod">
          <ac:chgData name="Hironari Yamada" userId="e57621f8-ec3c-449e-bb19-001fffcc008e" providerId="ADAL" clId="{BC0BD879-F267-5CCA-8DEA-E3B2DD07DA4E}" dt="2026-07-08T05:20:24.052" v="36953"/>
          <ac:spMkLst>
            <pc:docMk/>
            <pc:sldMk cId="1172259399" sldId="2076139060"/>
            <ac:spMk id="10" creationId="{C2FA69FC-5193-F75F-AB2B-5E10E1FC0CE3}"/>
          </ac:spMkLst>
        </pc:spChg>
        <pc:spChg chg="del">
          <ac:chgData name="Hironari Yamada" userId="e57621f8-ec3c-449e-bb19-001fffcc008e" providerId="ADAL" clId="{BC0BD879-F267-5CCA-8DEA-E3B2DD07DA4E}" dt="2026-07-08T05:18:38.926" v="36588" actId="478"/>
          <ac:spMkLst>
            <pc:docMk/>
            <pc:sldMk cId="1172259399" sldId="2076139060"/>
            <ac:spMk id="15" creationId="{780E7484-3EFF-1BBE-9F97-568F871F0B0C}"/>
          </ac:spMkLst>
        </pc:spChg>
        <pc:spChg chg="mod">
          <ac:chgData name="Hironari Yamada" userId="e57621f8-ec3c-449e-bb19-001fffcc008e" providerId="ADAL" clId="{BC0BD879-F267-5CCA-8DEA-E3B2DD07DA4E}" dt="2026-07-08T05:20:24.052" v="36953"/>
          <ac:spMkLst>
            <pc:docMk/>
            <pc:sldMk cId="1172259399" sldId="2076139060"/>
            <ac:spMk id="16" creationId="{490C33D5-2CBD-A94C-A159-EFD5F57780DA}"/>
          </ac:spMkLst>
        </pc:spChg>
        <pc:spChg chg="del">
          <ac:chgData name="Hironari Yamada" userId="e57621f8-ec3c-449e-bb19-001fffcc008e" providerId="ADAL" clId="{BC0BD879-F267-5CCA-8DEA-E3B2DD07DA4E}" dt="2026-07-08T05:18:38.926" v="36588" actId="478"/>
          <ac:spMkLst>
            <pc:docMk/>
            <pc:sldMk cId="1172259399" sldId="2076139060"/>
            <ac:spMk id="20" creationId="{FE0B126C-1B87-2A77-EAF2-21D2943C5EB8}"/>
          </ac:spMkLst>
        </pc:spChg>
        <pc:spChg chg="del">
          <ac:chgData name="Hironari Yamada" userId="e57621f8-ec3c-449e-bb19-001fffcc008e" providerId="ADAL" clId="{BC0BD879-F267-5CCA-8DEA-E3B2DD07DA4E}" dt="2026-07-08T05:18:38.926" v="36588" actId="478"/>
          <ac:spMkLst>
            <pc:docMk/>
            <pc:sldMk cId="1172259399" sldId="2076139060"/>
            <ac:spMk id="25" creationId="{701DC026-A788-1576-14F6-80F02C7EF6A2}"/>
          </ac:spMkLst>
        </pc:spChg>
        <pc:spChg chg="del">
          <ac:chgData name="Hironari Yamada" userId="e57621f8-ec3c-449e-bb19-001fffcc008e" providerId="ADAL" clId="{BC0BD879-F267-5CCA-8DEA-E3B2DD07DA4E}" dt="2026-07-08T05:18:38.926" v="36588" actId="478"/>
          <ac:spMkLst>
            <pc:docMk/>
            <pc:sldMk cId="1172259399" sldId="2076139060"/>
            <ac:spMk id="27" creationId="{B15A10D2-E5A2-A2D7-2541-CC6F4486CCFE}"/>
          </ac:spMkLst>
        </pc:spChg>
        <pc:spChg chg="del">
          <ac:chgData name="Hironari Yamada" userId="e57621f8-ec3c-449e-bb19-001fffcc008e" providerId="ADAL" clId="{BC0BD879-F267-5CCA-8DEA-E3B2DD07DA4E}" dt="2026-07-08T05:18:38.926" v="36588" actId="478"/>
          <ac:spMkLst>
            <pc:docMk/>
            <pc:sldMk cId="1172259399" sldId="2076139060"/>
            <ac:spMk id="35" creationId="{46B18FE9-F55C-5D02-7CCF-2076FA960C4D}"/>
          </ac:spMkLst>
        </pc:spChg>
        <pc:spChg chg="del">
          <ac:chgData name="Hironari Yamada" userId="e57621f8-ec3c-449e-bb19-001fffcc008e" providerId="ADAL" clId="{BC0BD879-F267-5CCA-8DEA-E3B2DD07DA4E}" dt="2026-07-08T05:18:38.926" v="36588" actId="478"/>
          <ac:spMkLst>
            <pc:docMk/>
            <pc:sldMk cId="1172259399" sldId="2076139060"/>
            <ac:spMk id="36" creationId="{9F603881-7B95-6884-9DB6-53BA5A2352D6}"/>
          </ac:spMkLst>
        </pc:spChg>
        <pc:spChg chg="del">
          <ac:chgData name="Hironari Yamada" userId="e57621f8-ec3c-449e-bb19-001fffcc008e" providerId="ADAL" clId="{BC0BD879-F267-5CCA-8DEA-E3B2DD07DA4E}" dt="2026-07-08T05:18:38.926" v="36588" actId="478"/>
          <ac:spMkLst>
            <pc:docMk/>
            <pc:sldMk cId="1172259399" sldId="2076139060"/>
            <ac:spMk id="37" creationId="{EB34DBDB-35BF-AFA1-EC96-D4F9EDE62B4F}"/>
          </ac:spMkLst>
        </pc:spChg>
        <pc:spChg chg="del">
          <ac:chgData name="Hironari Yamada" userId="e57621f8-ec3c-449e-bb19-001fffcc008e" providerId="ADAL" clId="{BC0BD879-F267-5CCA-8DEA-E3B2DD07DA4E}" dt="2026-07-08T05:18:38.926" v="36588" actId="478"/>
          <ac:spMkLst>
            <pc:docMk/>
            <pc:sldMk cId="1172259399" sldId="2076139060"/>
            <ac:spMk id="38" creationId="{FB148DD0-01DD-8F6F-88BB-9BC57F8004C4}"/>
          </ac:spMkLst>
        </pc:spChg>
        <pc:spChg chg="del">
          <ac:chgData name="Hironari Yamada" userId="e57621f8-ec3c-449e-bb19-001fffcc008e" providerId="ADAL" clId="{BC0BD879-F267-5CCA-8DEA-E3B2DD07DA4E}" dt="2026-07-08T05:18:38.926" v="36588" actId="478"/>
          <ac:spMkLst>
            <pc:docMk/>
            <pc:sldMk cId="1172259399" sldId="2076139060"/>
            <ac:spMk id="41" creationId="{547CB540-E141-C9C1-C98F-A4AE7351243B}"/>
          </ac:spMkLst>
        </pc:spChg>
        <pc:spChg chg="del">
          <ac:chgData name="Hironari Yamada" userId="e57621f8-ec3c-449e-bb19-001fffcc008e" providerId="ADAL" clId="{BC0BD879-F267-5CCA-8DEA-E3B2DD07DA4E}" dt="2026-07-08T05:18:38.926" v="36588" actId="478"/>
          <ac:spMkLst>
            <pc:docMk/>
            <pc:sldMk cId="1172259399" sldId="2076139060"/>
            <ac:spMk id="42" creationId="{481024AA-E45D-D879-16D3-175F554E36A7}"/>
          </ac:spMkLst>
        </pc:spChg>
        <pc:spChg chg="add mod">
          <ac:chgData name="Hironari Yamada" userId="e57621f8-ec3c-449e-bb19-001fffcc008e" providerId="ADAL" clId="{BC0BD879-F267-5CCA-8DEA-E3B2DD07DA4E}" dt="2026-07-08T05:21:15.670" v="36972" actId="1076"/>
          <ac:spMkLst>
            <pc:docMk/>
            <pc:sldMk cId="1172259399" sldId="2076139060"/>
            <ac:spMk id="43" creationId="{2D9C7F91-1801-D04B-3881-073467B66D12}"/>
          </ac:spMkLst>
        </pc:spChg>
        <pc:spChg chg="add mod">
          <ac:chgData name="Hironari Yamada" userId="e57621f8-ec3c-449e-bb19-001fffcc008e" providerId="ADAL" clId="{BC0BD879-F267-5CCA-8DEA-E3B2DD07DA4E}" dt="2026-07-08T05:21:15.670" v="36972" actId="1076"/>
          <ac:spMkLst>
            <pc:docMk/>
            <pc:sldMk cId="1172259399" sldId="2076139060"/>
            <ac:spMk id="44" creationId="{D73DE884-9BB5-F615-CF93-2F3D79741738}"/>
          </ac:spMkLst>
        </pc:spChg>
        <pc:spChg chg="mod">
          <ac:chgData name="Hironari Yamada" userId="e57621f8-ec3c-449e-bb19-001fffcc008e" providerId="ADAL" clId="{BC0BD879-F267-5CCA-8DEA-E3B2DD07DA4E}" dt="2026-07-08T05:21:15.670" v="36972" actId="1076"/>
          <ac:spMkLst>
            <pc:docMk/>
            <pc:sldMk cId="1172259399" sldId="2076139060"/>
            <ac:spMk id="45" creationId="{5DE79986-98A6-5F75-CD00-A73735428350}"/>
          </ac:spMkLst>
        </pc:spChg>
        <pc:spChg chg="add mod">
          <ac:chgData name="Hironari Yamada" userId="e57621f8-ec3c-449e-bb19-001fffcc008e" providerId="ADAL" clId="{BC0BD879-F267-5CCA-8DEA-E3B2DD07DA4E}" dt="2026-07-08T05:21:15.670" v="36972" actId="1076"/>
          <ac:spMkLst>
            <pc:docMk/>
            <pc:sldMk cId="1172259399" sldId="2076139060"/>
            <ac:spMk id="47" creationId="{D9C03D17-8626-5C49-1D8F-A8239F702866}"/>
          </ac:spMkLst>
        </pc:spChg>
        <pc:spChg chg="add mod">
          <ac:chgData name="Hironari Yamada" userId="e57621f8-ec3c-449e-bb19-001fffcc008e" providerId="ADAL" clId="{BC0BD879-F267-5CCA-8DEA-E3B2DD07DA4E}" dt="2026-07-08T05:21:15.670" v="36972" actId="1076"/>
          <ac:spMkLst>
            <pc:docMk/>
            <pc:sldMk cId="1172259399" sldId="2076139060"/>
            <ac:spMk id="48" creationId="{0B3A8AC7-7E6B-E659-7881-1C3F147A7E78}"/>
          </ac:spMkLst>
        </pc:spChg>
        <pc:spChg chg="del mod">
          <ac:chgData name="Hironari Yamada" userId="e57621f8-ec3c-449e-bb19-001fffcc008e" providerId="ADAL" clId="{BC0BD879-F267-5CCA-8DEA-E3B2DD07DA4E}" dt="2026-07-08T05:20:35.489" v="36955" actId="478"/>
          <ac:spMkLst>
            <pc:docMk/>
            <pc:sldMk cId="1172259399" sldId="2076139060"/>
            <ac:spMk id="50" creationId="{3F3B3346-6007-A108-8A32-B9E572FE50AB}"/>
          </ac:spMkLst>
        </pc:spChg>
        <pc:spChg chg="mod">
          <ac:chgData name="Hironari Yamada" userId="e57621f8-ec3c-449e-bb19-001fffcc008e" providerId="ADAL" clId="{BC0BD879-F267-5CCA-8DEA-E3B2DD07DA4E}" dt="2026-07-08T05:21:15.670" v="36972" actId="1076"/>
          <ac:spMkLst>
            <pc:docMk/>
            <pc:sldMk cId="1172259399" sldId="2076139060"/>
            <ac:spMk id="53" creationId="{5DDF4DDB-48B7-8FF3-AFDB-F4F7DD6CAED6}"/>
          </ac:spMkLst>
        </pc:spChg>
        <pc:spChg chg="mod">
          <ac:chgData name="Hironari Yamada" userId="e57621f8-ec3c-449e-bb19-001fffcc008e" providerId="ADAL" clId="{BC0BD879-F267-5CCA-8DEA-E3B2DD07DA4E}" dt="2026-07-08T05:21:15.670" v="36972" actId="1076"/>
          <ac:spMkLst>
            <pc:docMk/>
            <pc:sldMk cId="1172259399" sldId="2076139060"/>
            <ac:spMk id="54" creationId="{EE3BAA3E-1AC7-2C43-45FB-177485AF3E23}"/>
          </ac:spMkLst>
        </pc:spChg>
        <pc:spChg chg="mod">
          <ac:chgData name="Hironari Yamada" userId="e57621f8-ec3c-449e-bb19-001fffcc008e" providerId="ADAL" clId="{BC0BD879-F267-5CCA-8DEA-E3B2DD07DA4E}" dt="2026-07-08T05:20:24.052" v="36953"/>
          <ac:spMkLst>
            <pc:docMk/>
            <pc:sldMk cId="1172259399" sldId="2076139060"/>
            <ac:spMk id="57" creationId="{7D5024B0-255C-2E1D-1CAD-9B907BAC502D}"/>
          </ac:spMkLst>
        </pc:spChg>
        <pc:spChg chg="mod">
          <ac:chgData name="Hironari Yamada" userId="e57621f8-ec3c-449e-bb19-001fffcc008e" providerId="ADAL" clId="{BC0BD879-F267-5CCA-8DEA-E3B2DD07DA4E}" dt="2026-07-08T05:20:24.052" v="36953"/>
          <ac:spMkLst>
            <pc:docMk/>
            <pc:sldMk cId="1172259399" sldId="2076139060"/>
            <ac:spMk id="64" creationId="{7F06C84C-E0C3-E7C6-2921-D9C0302AEBB8}"/>
          </ac:spMkLst>
        </pc:spChg>
        <pc:spChg chg="mod">
          <ac:chgData name="Hironari Yamada" userId="e57621f8-ec3c-449e-bb19-001fffcc008e" providerId="ADAL" clId="{BC0BD879-F267-5CCA-8DEA-E3B2DD07DA4E}" dt="2026-07-08T05:20:24.052" v="36953"/>
          <ac:spMkLst>
            <pc:docMk/>
            <pc:sldMk cId="1172259399" sldId="2076139060"/>
            <ac:spMk id="73" creationId="{FD6F3661-7D0A-8C97-DDAD-55DB8A0D7DE9}"/>
          </ac:spMkLst>
        </pc:spChg>
        <pc:spChg chg="mod">
          <ac:chgData name="Hironari Yamada" userId="e57621f8-ec3c-449e-bb19-001fffcc008e" providerId="ADAL" clId="{BC0BD879-F267-5CCA-8DEA-E3B2DD07DA4E}" dt="2026-07-08T05:20:54.439" v="36968"/>
          <ac:spMkLst>
            <pc:docMk/>
            <pc:sldMk cId="1172259399" sldId="2076139060"/>
            <ac:spMk id="87" creationId="{888ABD31-22F9-2721-2319-35EFB003CDA3}"/>
          </ac:spMkLst>
        </pc:spChg>
        <pc:spChg chg="mod">
          <ac:chgData name="Hironari Yamada" userId="e57621f8-ec3c-449e-bb19-001fffcc008e" providerId="ADAL" clId="{BC0BD879-F267-5CCA-8DEA-E3B2DD07DA4E}" dt="2026-07-08T05:20:54.439" v="36968"/>
          <ac:spMkLst>
            <pc:docMk/>
            <pc:sldMk cId="1172259399" sldId="2076139060"/>
            <ac:spMk id="88" creationId="{3155654A-D63B-E2D9-6EA5-809C29F5CBDF}"/>
          </ac:spMkLst>
        </pc:spChg>
        <pc:spChg chg="mod">
          <ac:chgData name="Hironari Yamada" userId="e57621f8-ec3c-449e-bb19-001fffcc008e" providerId="ADAL" clId="{BC0BD879-F267-5CCA-8DEA-E3B2DD07DA4E}" dt="2026-07-08T05:20:54.439" v="36968"/>
          <ac:spMkLst>
            <pc:docMk/>
            <pc:sldMk cId="1172259399" sldId="2076139060"/>
            <ac:spMk id="89" creationId="{67593D22-1D56-68FF-4F5C-64ED1D05EA0A}"/>
          </ac:spMkLst>
        </pc:spChg>
        <pc:spChg chg="mod">
          <ac:chgData name="Hironari Yamada" userId="e57621f8-ec3c-449e-bb19-001fffcc008e" providerId="ADAL" clId="{BC0BD879-F267-5CCA-8DEA-E3B2DD07DA4E}" dt="2026-07-08T05:20:54.439" v="36968"/>
          <ac:spMkLst>
            <pc:docMk/>
            <pc:sldMk cId="1172259399" sldId="2076139060"/>
            <ac:spMk id="91" creationId="{946AA2B9-F968-7A54-AA08-7C98D3631C9E}"/>
          </ac:spMkLst>
        </pc:spChg>
        <pc:spChg chg="mod">
          <ac:chgData name="Hironari Yamada" userId="e57621f8-ec3c-449e-bb19-001fffcc008e" providerId="ADAL" clId="{BC0BD879-F267-5CCA-8DEA-E3B2DD07DA4E}" dt="2026-07-08T05:20:54.439" v="36968"/>
          <ac:spMkLst>
            <pc:docMk/>
            <pc:sldMk cId="1172259399" sldId="2076139060"/>
            <ac:spMk id="96" creationId="{70AFF234-449F-30C2-2298-BE65CB89E736}"/>
          </ac:spMkLst>
        </pc:spChg>
        <pc:spChg chg="mod">
          <ac:chgData name="Hironari Yamada" userId="e57621f8-ec3c-449e-bb19-001fffcc008e" providerId="ADAL" clId="{BC0BD879-F267-5CCA-8DEA-E3B2DD07DA4E}" dt="2026-07-08T05:20:54.439" v="36968"/>
          <ac:spMkLst>
            <pc:docMk/>
            <pc:sldMk cId="1172259399" sldId="2076139060"/>
            <ac:spMk id="97" creationId="{C0B5D5FD-DAB5-B0BC-AAB8-05753D7EA85F}"/>
          </ac:spMkLst>
        </pc:spChg>
        <pc:spChg chg="mod">
          <ac:chgData name="Hironari Yamada" userId="e57621f8-ec3c-449e-bb19-001fffcc008e" providerId="ADAL" clId="{BC0BD879-F267-5CCA-8DEA-E3B2DD07DA4E}" dt="2026-07-08T05:20:54.439" v="36968"/>
          <ac:spMkLst>
            <pc:docMk/>
            <pc:sldMk cId="1172259399" sldId="2076139060"/>
            <ac:spMk id="103" creationId="{42959448-A63F-A3C6-8E9A-786C08F2AE91}"/>
          </ac:spMkLst>
        </pc:spChg>
        <pc:spChg chg="mod">
          <ac:chgData name="Hironari Yamada" userId="e57621f8-ec3c-449e-bb19-001fffcc008e" providerId="ADAL" clId="{BC0BD879-F267-5CCA-8DEA-E3B2DD07DA4E}" dt="2026-07-08T05:20:54.439" v="36968"/>
          <ac:spMkLst>
            <pc:docMk/>
            <pc:sldMk cId="1172259399" sldId="2076139060"/>
            <ac:spMk id="104" creationId="{A6C540AE-2143-926B-582A-10C17C8AE424}"/>
          </ac:spMkLst>
        </pc:spChg>
        <pc:spChg chg="mod">
          <ac:chgData name="Hironari Yamada" userId="e57621f8-ec3c-449e-bb19-001fffcc008e" providerId="ADAL" clId="{BC0BD879-F267-5CCA-8DEA-E3B2DD07DA4E}" dt="2026-07-08T05:20:54.439" v="36968"/>
          <ac:spMkLst>
            <pc:docMk/>
            <pc:sldMk cId="1172259399" sldId="2076139060"/>
            <ac:spMk id="111" creationId="{E8EBB34F-5140-6543-AA19-5A3F0F51CB74}"/>
          </ac:spMkLst>
        </pc:spChg>
        <pc:spChg chg="mod">
          <ac:chgData name="Hironari Yamada" userId="e57621f8-ec3c-449e-bb19-001fffcc008e" providerId="ADAL" clId="{BC0BD879-F267-5CCA-8DEA-E3B2DD07DA4E}" dt="2026-07-08T05:20:54.439" v="36968"/>
          <ac:spMkLst>
            <pc:docMk/>
            <pc:sldMk cId="1172259399" sldId="2076139060"/>
            <ac:spMk id="112" creationId="{4484CE35-FBBA-ADF7-D8DA-F36C7D1364F8}"/>
          </ac:spMkLst>
        </pc:spChg>
        <pc:grpChg chg="del">
          <ac:chgData name="Hironari Yamada" userId="e57621f8-ec3c-449e-bb19-001fffcc008e" providerId="ADAL" clId="{BC0BD879-F267-5CCA-8DEA-E3B2DD07DA4E}" dt="2026-07-08T05:20:53.638" v="36967" actId="21"/>
          <ac:grpSpMkLst>
            <pc:docMk/>
            <pc:sldMk cId="1172259399" sldId="2076139060"/>
            <ac:grpSpMk id="55" creationId="{00C10833-C9A8-54D0-25EE-71C2D5B96B1B}"/>
          </ac:grpSpMkLst>
        </pc:grpChg>
        <pc:picChg chg="add mod">
          <ac:chgData name="Hironari Yamada" userId="e57621f8-ec3c-449e-bb19-001fffcc008e" providerId="ADAL" clId="{BC0BD879-F267-5CCA-8DEA-E3B2DD07DA4E}" dt="2026-07-08T05:21:01.897" v="36971" actId="1076"/>
          <ac:picMkLst>
            <pc:docMk/>
            <pc:sldMk cId="1172259399" sldId="2076139060"/>
            <ac:picMk id="115" creationId="{A8625B67-E05B-D20F-7B04-E2C153E0522E}"/>
          </ac:picMkLst>
        </pc:picChg>
      </pc:sldChg>
      <pc:sldChg chg="modSp add mod">
        <pc:chgData name="Hironari Yamada" userId="e57621f8-ec3c-449e-bb19-001fffcc008e" providerId="ADAL" clId="{BC0BD879-F267-5CCA-8DEA-E3B2DD07DA4E}" dt="2026-07-08T05:48:19.054" v="37092" actId="20577"/>
        <pc:sldMkLst>
          <pc:docMk/>
          <pc:sldMk cId="470860811" sldId="2076139061"/>
        </pc:sldMkLst>
        <pc:spChg chg="mod">
          <ac:chgData name="Hironari Yamada" userId="e57621f8-ec3c-449e-bb19-001fffcc008e" providerId="ADAL" clId="{BC0BD879-F267-5CCA-8DEA-E3B2DD07DA4E}" dt="2026-07-08T05:48:19.054" v="37092" actId="20577"/>
          <ac:spMkLst>
            <pc:docMk/>
            <pc:sldMk cId="470860811" sldId="2076139061"/>
            <ac:spMk id="2" creationId="{108BDEC9-93F0-C992-A0A7-DC76203A2416}"/>
          </ac:spMkLst>
        </pc:spChg>
      </pc:sldChg>
      <pc:sldChg chg="addSp delSp modSp add mod ord">
        <pc:chgData name="Hironari Yamada" userId="e57621f8-ec3c-449e-bb19-001fffcc008e" providerId="ADAL" clId="{BC0BD879-F267-5CCA-8DEA-E3B2DD07DA4E}" dt="2026-07-08T05:51:36.938" v="37111"/>
        <pc:sldMkLst>
          <pc:docMk/>
          <pc:sldMk cId="1972743362" sldId="2076139062"/>
        </pc:sldMkLst>
        <pc:spChg chg="del">
          <ac:chgData name="Hironari Yamada" userId="e57621f8-ec3c-449e-bb19-001fffcc008e" providerId="ADAL" clId="{BC0BD879-F267-5CCA-8DEA-E3B2DD07DA4E}" dt="2026-07-08T05:44:47.562" v="37020" actId="478"/>
          <ac:spMkLst>
            <pc:docMk/>
            <pc:sldMk cId="1972743362" sldId="2076139062"/>
            <ac:spMk id="3" creationId="{D3682268-A174-5FDD-676F-28B5FF8A9994}"/>
          </ac:spMkLst>
        </pc:spChg>
        <pc:spChg chg="del">
          <ac:chgData name="Hironari Yamada" userId="e57621f8-ec3c-449e-bb19-001fffcc008e" providerId="ADAL" clId="{BC0BD879-F267-5CCA-8DEA-E3B2DD07DA4E}" dt="2026-07-08T05:44:47.562" v="37020" actId="478"/>
          <ac:spMkLst>
            <pc:docMk/>
            <pc:sldMk cId="1972743362" sldId="2076139062"/>
            <ac:spMk id="6" creationId="{1EFEEA91-E25E-95A8-E94F-005E91661ECE}"/>
          </ac:spMkLst>
        </pc:spChg>
        <pc:spChg chg="del">
          <ac:chgData name="Hironari Yamada" userId="e57621f8-ec3c-449e-bb19-001fffcc008e" providerId="ADAL" clId="{BC0BD879-F267-5CCA-8DEA-E3B2DD07DA4E}" dt="2026-07-08T05:44:47.562" v="37020" actId="478"/>
          <ac:spMkLst>
            <pc:docMk/>
            <pc:sldMk cId="1972743362" sldId="2076139062"/>
            <ac:spMk id="7" creationId="{9157870E-E19F-4ED7-E582-216E074BE133}"/>
          </ac:spMkLst>
        </pc:spChg>
        <pc:spChg chg="del">
          <ac:chgData name="Hironari Yamada" userId="e57621f8-ec3c-449e-bb19-001fffcc008e" providerId="ADAL" clId="{BC0BD879-F267-5CCA-8DEA-E3B2DD07DA4E}" dt="2026-07-08T05:44:47.562" v="37020" actId="478"/>
          <ac:spMkLst>
            <pc:docMk/>
            <pc:sldMk cId="1972743362" sldId="2076139062"/>
            <ac:spMk id="8" creationId="{E3AA787F-4D19-D00C-D3C4-7AAA132FB012}"/>
          </ac:spMkLst>
        </pc:spChg>
        <pc:spChg chg="mod">
          <ac:chgData name="Hironari Yamada" userId="e57621f8-ec3c-449e-bb19-001fffcc008e" providerId="ADAL" clId="{BC0BD879-F267-5CCA-8DEA-E3B2DD07DA4E}" dt="2026-07-08T05:50:47.741" v="37102"/>
          <ac:spMkLst>
            <pc:docMk/>
            <pc:sldMk cId="1972743362" sldId="2076139062"/>
            <ac:spMk id="9" creationId="{29457E88-04FF-6004-D85D-DFD6A18D644C}"/>
          </ac:spMkLst>
        </pc:spChg>
        <pc:spChg chg="add del mod">
          <ac:chgData name="Hironari Yamada" userId="e57621f8-ec3c-449e-bb19-001fffcc008e" providerId="ADAL" clId="{BC0BD879-F267-5CCA-8DEA-E3B2DD07DA4E}" dt="2026-07-08T05:51:01.282" v="37103" actId="478"/>
          <ac:spMkLst>
            <pc:docMk/>
            <pc:sldMk cId="1972743362" sldId="2076139062"/>
            <ac:spMk id="10" creationId="{F6593CF0-A3CC-4A07-3347-B3A532F1A04A}"/>
          </ac:spMkLst>
        </pc:spChg>
        <pc:spChg chg="add mod">
          <ac:chgData name="Hironari Yamada" userId="e57621f8-ec3c-449e-bb19-001fffcc008e" providerId="ADAL" clId="{BC0BD879-F267-5CCA-8DEA-E3B2DD07DA4E}" dt="2026-07-08T05:51:11.934" v="37108" actId="27636"/>
          <ac:spMkLst>
            <pc:docMk/>
            <pc:sldMk cId="1972743362" sldId="2076139062"/>
            <ac:spMk id="11" creationId="{CE65D8BB-7BDB-E771-FB81-45A26259BC65}"/>
          </ac:spMkLst>
        </pc:spChg>
        <pc:spChg chg="add mod">
          <ac:chgData name="Hironari Yamada" userId="e57621f8-ec3c-449e-bb19-001fffcc008e" providerId="ADAL" clId="{BC0BD879-F267-5CCA-8DEA-E3B2DD07DA4E}" dt="2026-07-08T05:51:18.249" v="37109"/>
          <ac:spMkLst>
            <pc:docMk/>
            <pc:sldMk cId="1972743362" sldId="2076139062"/>
            <ac:spMk id="12" creationId="{7668A880-2543-2328-8C11-965B4232DE36}"/>
          </ac:spMkLst>
        </pc:spChg>
        <pc:spChg chg="add mod">
          <ac:chgData name="Hironari Yamada" userId="e57621f8-ec3c-449e-bb19-001fffcc008e" providerId="ADAL" clId="{BC0BD879-F267-5CCA-8DEA-E3B2DD07DA4E}" dt="2026-07-08T05:51:21.885" v="37110"/>
          <ac:spMkLst>
            <pc:docMk/>
            <pc:sldMk cId="1972743362" sldId="2076139062"/>
            <ac:spMk id="13" creationId="{10EED385-E2EB-FD0C-8A64-C4D4FC9534D6}"/>
          </ac:spMkLst>
        </pc:spChg>
        <pc:spChg chg="add mod">
          <ac:chgData name="Hironari Yamada" userId="e57621f8-ec3c-449e-bb19-001fffcc008e" providerId="ADAL" clId="{BC0BD879-F267-5CCA-8DEA-E3B2DD07DA4E}" dt="2026-07-08T05:51:36.938" v="37111"/>
          <ac:spMkLst>
            <pc:docMk/>
            <pc:sldMk cId="1972743362" sldId="2076139062"/>
            <ac:spMk id="14" creationId="{8427CC3E-B725-F46E-8E11-6E889BE5869A}"/>
          </ac:spMkLst>
        </pc:spChg>
      </pc:sldChg>
      <pc:sldChg chg="addSp delSp modSp add mod modAnim">
        <pc:chgData name="Hironari Yamada" userId="e57621f8-ec3c-449e-bb19-001fffcc008e" providerId="ADAL" clId="{BC0BD879-F267-5CCA-8DEA-E3B2DD07DA4E}" dt="2026-07-08T05:45:04.701" v="37026"/>
        <pc:sldMkLst>
          <pc:docMk/>
          <pc:sldMk cId="1716865672" sldId="2076139063"/>
        </pc:sldMkLst>
        <pc:spChg chg="del">
          <ac:chgData name="Hironari Yamada" userId="e57621f8-ec3c-449e-bb19-001fffcc008e" providerId="ADAL" clId="{BC0BD879-F267-5CCA-8DEA-E3B2DD07DA4E}" dt="2026-07-08T05:44:56.978" v="37024" actId="478"/>
          <ac:spMkLst>
            <pc:docMk/>
            <pc:sldMk cId="1716865672" sldId="2076139063"/>
            <ac:spMk id="3" creationId="{10A5AA2E-7C2F-D123-DBB8-9F5429FA66C5}"/>
          </ac:spMkLst>
        </pc:spChg>
        <pc:spChg chg="del">
          <ac:chgData name="Hironari Yamada" userId="e57621f8-ec3c-449e-bb19-001fffcc008e" providerId="ADAL" clId="{BC0BD879-F267-5CCA-8DEA-E3B2DD07DA4E}" dt="2026-07-08T05:44:56.978" v="37024" actId="478"/>
          <ac:spMkLst>
            <pc:docMk/>
            <pc:sldMk cId="1716865672" sldId="2076139063"/>
            <ac:spMk id="6" creationId="{B43EC3DC-A0AE-741E-B579-CEBD778658A1}"/>
          </ac:spMkLst>
        </pc:spChg>
        <pc:spChg chg="del">
          <ac:chgData name="Hironari Yamada" userId="e57621f8-ec3c-449e-bb19-001fffcc008e" providerId="ADAL" clId="{BC0BD879-F267-5CCA-8DEA-E3B2DD07DA4E}" dt="2026-07-08T05:44:56.978" v="37024" actId="478"/>
          <ac:spMkLst>
            <pc:docMk/>
            <pc:sldMk cId="1716865672" sldId="2076139063"/>
            <ac:spMk id="7" creationId="{AB120F86-375F-FA68-D5AF-B0A0DE0B47D4}"/>
          </ac:spMkLst>
        </pc:spChg>
        <pc:spChg chg="del">
          <ac:chgData name="Hironari Yamada" userId="e57621f8-ec3c-449e-bb19-001fffcc008e" providerId="ADAL" clId="{BC0BD879-F267-5CCA-8DEA-E3B2DD07DA4E}" dt="2026-07-08T05:44:56.978" v="37024" actId="478"/>
          <ac:spMkLst>
            <pc:docMk/>
            <pc:sldMk cId="1716865672" sldId="2076139063"/>
            <ac:spMk id="8" creationId="{42A92A26-EE4F-F1BC-3B01-D1E08EF83F29}"/>
          </ac:spMkLst>
        </pc:spChg>
        <pc:spChg chg="add del mod">
          <ac:chgData name="Hironari Yamada" userId="e57621f8-ec3c-449e-bb19-001fffcc008e" providerId="ADAL" clId="{BC0BD879-F267-5CCA-8DEA-E3B2DD07DA4E}" dt="2026-07-08T05:45:04.030" v="37025" actId="478"/>
          <ac:spMkLst>
            <pc:docMk/>
            <pc:sldMk cId="1716865672" sldId="2076139063"/>
            <ac:spMk id="10" creationId="{5E5AE2BE-F20E-C772-A79E-F7F7FB2DDA5E}"/>
          </ac:spMkLst>
        </pc:spChg>
        <pc:spChg chg="add mod">
          <ac:chgData name="Hironari Yamada" userId="e57621f8-ec3c-449e-bb19-001fffcc008e" providerId="ADAL" clId="{BC0BD879-F267-5CCA-8DEA-E3B2DD07DA4E}" dt="2026-07-08T05:45:04.701" v="37026"/>
          <ac:spMkLst>
            <pc:docMk/>
            <pc:sldMk cId="1716865672" sldId="2076139063"/>
            <ac:spMk id="11" creationId="{B87B98A8-1A2F-FFAC-0102-3A8F6A524C29}"/>
          </ac:spMkLst>
        </pc:spChg>
        <pc:spChg chg="add mod">
          <ac:chgData name="Hironari Yamada" userId="e57621f8-ec3c-449e-bb19-001fffcc008e" providerId="ADAL" clId="{BC0BD879-F267-5CCA-8DEA-E3B2DD07DA4E}" dt="2026-07-08T05:45:04.701" v="37026"/>
          <ac:spMkLst>
            <pc:docMk/>
            <pc:sldMk cId="1716865672" sldId="2076139063"/>
            <ac:spMk id="13" creationId="{D1D9F6A0-FE8F-74F6-3F47-3FBED4C135A1}"/>
          </ac:spMkLst>
        </pc:spChg>
        <pc:spChg chg="add mod">
          <ac:chgData name="Hironari Yamada" userId="e57621f8-ec3c-449e-bb19-001fffcc008e" providerId="ADAL" clId="{BC0BD879-F267-5CCA-8DEA-E3B2DD07DA4E}" dt="2026-07-08T05:45:04.701" v="37026"/>
          <ac:spMkLst>
            <pc:docMk/>
            <pc:sldMk cId="1716865672" sldId="2076139063"/>
            <ac:spMk id="14" creationId="{E66AA815-DBB6-805E-0363-6C5AC00E6E56}"/>
          </ac:spMkLst>
        </pc:spChg>
        <pc:spChg chg="mod">
          <ac:chgData name="Hironari Yamada" userId="e57621f8-ec3c-449e-bb19-001fffcc008e" providerId="ADAL" clId="{BC0BD879-F267-5CCA-8DEA-E3B2DD07DA4E}" dt="2026-07-08T05:45:04.701" v="37026"/>
          <ac:spMkLst>
            <pc:docMk/>
            <pc:sldMk cId="1716865672" sldId="2076139063"/>
            <ac:spMk id="42" creationId="{98AB6BFD-98FC-2528-5123-4EA95BD8178E}"/>
          </ac:spMkLst>
        </pc:spChg>
        <pc:spChg chg="mod">
          <ac:chgData name="Hironari Yamada" userId="e57621f8-ec3c-449e-bb19-001fffcc008e" providerId="ADAL" clId="{BC0BD879-F267-5CCA-8DEA-E3B2DD07DA4E}" dt="2026-07-08T05:45:04.701" v="37026"/>
          <ac:spMkLst>
            <pc:docMk/>
            <pc:sldMk cId="1716865672" sldId="2076139063"/>
            <ac:spMk id="51" creationId="{D6C779C4-C614-77E9-E41A-11436E11017F}"/>
          </ac:spMkLst>
        </pc:spChg>
        <pc:spChg chg="mod">
          <ac:chgData name="Hironari Yamada" userId="e57621f8-ec3c-449e-bb19-001fffcc008e" providerId="ADAL" clId="{BC0BD879-F267-5CCA-8DEA-E3B2DD07DA4E}" dt="2026-07-08T05:45:04.701" v="37026"/>
          <ac:spMkLst>
            <pc:docMk/>
            <pc:sldMk cId="1716865672" sldId="2076139063"/>
            <ac:spMk id="61" creationId="{E1C65FF5-6239-DFAD-322F-87D2963D806D}"/>
          </ac:spMkLst>
        </pc:spChg>
        <pc:spChg chg="mod">
          <ac:chgData name="Hironari Yamada" userId="e57621f8-ec3c-449e-bb19-001fffcc008e" providerId="ADAL" clId="{BC0BD879-F267-5CCA-8DEA-E3B2DD07DA4E}" dt="2026-07-08T05:45:04.701" v="37026"/>
          <ac:spMkLst>
            <pc:docMk/>
            <pc:sldMk cId="1716865672" sldId="2076139063"/>
            <ac:spMk id="65" creationId="{2A34BC20-DB82-04C0-C6AF-28F64745E7A1}"/>
          </ac:spMkLst>
        </pc:spChg>
        <pc:spChg chg="mod">
          <ac:chgData name="Hironari Yamada" userId="e57621f8-ec3c-449e-bb19-001fffcc008e" providerId="ADAL" clId="{BC0BD879-F267-5CCA-8DEA-E3B2DD07DA4E}" dt="2026-07-08T05:45:04.701" v="37026"/>
          <ac:spMkLst>
            <pc:docMk/>
            <pc:sldMk cId="1716865672" sldId="2076139063"/>
            <ac:spMk id="70" creationId="{A86F47FC-1300-D55A-50FD-E68D6035DC71}"/>
          </ac:spMkLst>
        </pc:spChg>
        <pc:spChg chg="mod">
          <ac:chgData name="Hironari Yamada" userId="e57621f8-ec3c-449e-bb19-001fffcc008e" providerId="ADAL" clId="{BC0BD879-F267-5CCA-8DEA-E3B2DD07DA4E}" dt="2026-07-08T05:45:04.701" v="37026"/>
          <ac:spMkLst>
            <pc:docMk/>
            <pc:sldMk cId="1716865672" sldId="2076139063"/>
            <ac:spMk id="73" creationId="{83520C2F-DD1F-333B-8CD4-593E0130C50D}"/>
          </ac:spMkLst>
        </pc:spChg>
        <pc:spChg chg="mod">
          <ac:chgData name="Hironari Yamada" userId="e57621f8-ec3c-449e-bb19-001fffcc008e" providerId="ADAL" clId="{BC0BD879-F267-5CCA-8DEA-E3B2DD07DA4E}" dt="2026-07-08T05:45:04.701" v="37026"/>
          <ac:spMkLst>
            <pc:docMk/>
            <pc:sldMk cId="1716865672" sldId="2076139063"/>
            <ac:spMk id="87" creationId="{0EA5E522-8816-4C17-57AF-1383A4B2445C}"/>
          </ac:spMkLst>
        </pc:spChg>
      </pc:sldChg>
      <pc:sldChg chg="add del">
        <pc:chgData name="Hironari Yamada" userId="e57621f8-ec3c-449e-bb19-001fffcc008e" providerId="ADAL" clId="{BC0BD879-F267-5CCA-8DEA-E3B2DD07DA4E}" dt="2026-07-08T06:49:43.350" v="37533" actId="2696"/>
        <pc:sldMkLst>
          <pc:docMk/>
          <pc:sldMk cId="3805747627" sldId="2076139064"/>
        </pc:sldMkLst>
      </pc:sldChg>
      <pc:sldChg chg="add del">
        <pc:chgData name="Hironari Yamada" userId="e57621f8-ec3c-449e-bb19-001fffcc008e" providerId="ADAL" clId="{BC0BD879-F267-5CCA-8DEA-E3B2DD07DA4E}" dt="2026-07-08T06:49:43.338" v="37532" actId="2696"/>
        <pc:sldMkLst>
          <pc:docMk/>
          <pc:sldMk cId="331313163" sldId="2076139065"/>
        </pc:sldMkLst>
      </pc:sldChg>
      <pc:sldChg chg="add del">
        <pc:chgData name="Hironari Yamada" userId="e57621f8-ec3c-449e-bb19-001fffcc008e" providerId="ADAL" clId="{BC0BD879-F267-5CCA-8DEA-E3B2DD07DA4E}" dt="2026-07-08T05:44:49.219" v="37022"/>
        <pc:sldMkLst>
          <pc:docMk/>
          <pc:sldMk cId="4164910490" sldId="2076139065"/>
        </pc:sldMkLst>
      </pc:sldChg>
      <pc:sldChg chg="addSp delSp modSp add mod delAnim">
        <pc:chgData name="Hironari Yamada" userId="e57621f8-ec3c-449e-bb19-001fffcc008e" providerId="ADAL" clId="{BC0BD879-F267-5CCA-8DEA-E3B2DD07DA4E}" dt="2026-07-08T05:49:16.372" v="37101"/>
        <pc:sldMkLst>
          <pc:docMk/>
          <pc:sldMk cId="1428332341" sldId="2076139066"/>
        </pc:sldMkLst>
        <pc:spChg chg="add mod">
          <ac:chgData name="Hironari Yamada" userId="e57621f8-ec3c-449e-bb19-001fffcc008e" providerId="ADAL" clId="{BC0BD879-F267-5CCA-8DEA-E3B2DD07DA4E}" dt="2026-07-08T05:48:51.317" v="37097"/>
          <ac:spMkLst>
            <pc:docMk/>
            <pc:sldMk cId="1428332341" sldId="2076139066"/>
            <ac:spMk id="3" creationId="{97B274DE-F270-EF3C-C123-4E535414F181}"/>
          </ac:spMkLst>
        </pc:spChg>
        <pc:spChg chg="add del mod">
          <ac:chgData name="Hironari Yamada" userId="e57621f8-ec3c-449e-bb19-001fffcc008e" providerId="ADAL" clId="{BC0BD879-F267-5CCA-8DEA-E3B2DD07DA4E}" dt="2026-07-08T05:48:52.523" v="37099"/>
          <ac:spMkLst>
            <pc:docMk/>
            <pc:sldMk cId="1428332341" sldId="2076139066"/>
            <ac:spMk id="5" creationId="{BE50690C-C6CE-7D93-6809-6230AA4E9DBF}"/>
          </ac:spMkLst>
        </pc:spChg>
        <pc:spChg chg="add mod">
          <ac:chgData name="Hironari Yamada" userId="e57621f8-ec3c-449e-bb19-001fffcc008e" providerId="ADAL" clId="{BC0BD879-F267-5CCA-8DEA-E3B2DD07DA4E}" dt="2026-07-08T05:49:09.099" v="37100"/>
          <ac:spMkLst>
            <pc:docMk/>
            <pc:sldMk cId="1428332341" sldId="2076139066"/>
            <ac:spMk id="7" creationId="{C069A3DB-D5FF-0FB0-3E10-B145BC528A5B}"/>
          </ac:spMkLst>
        </pc:spChg>
        <pc:spChg chg="add mod">
          <ac:chgData name="Hironari Yamada" userId="e57621f8-ec3c-449e-bb19-001fffcc008e" providerId="ADAL" clId="{BC0BD879-F267-5CCA-8DEA-E3B2DD07DA4E}" dt="2026-07-08T05:49:09.099" v="37100"/>
          <ac:spMkLst>
            <pc:docMk/>
            <pc:sldMk cId="1428332341" sldId="2076139066"/>
            <ac:spMk id="8" creationId="{01D94CF6-8088-F980-8117-B93FE077456C}"/>
          </ac:spMkLst>
        </pc:spChg>
        <pc:spChg chg="mod">
          <ac:chgData name="Hironari Yamada" userId="e57621f8-ec3c-449e-bb19-001fffcc008e" providerId="ADAL" clId="{BC0BD879-F267-5CCA-8DEA-E3B2DD07DA4E}" dt="2026-07-08T05:47:40.975" v="37029"/>
          <ac:spMkLst>
            <pc:docMk/>
            <pc:sldMk cId="1428332341" sldId="2076139066"/>
            <ac:spMk id="9" creationId="{18C80750-032B-4748-7976-7A96A0DD1897}"/>
          </ac:spMkLst>
        </pc:spChg>
        <pc:spChg chg="add mod">
          <ac:chgData name="Hironari Yamada" userId="e57621f8-ec3c-449e-bb19-001fffcc008e" providerId="ADAL" clId="{BC0BD879-F267-5CCA-8DEA-E3B2DD07DA4E}" dt="2026-07-08T05:49:09.099" v="37100"/>
          <ac:spMkLst>
            <pc:docMk/>
            <pc:sldMk cId="1428332341" sldId="2076139066"/>
            <ac:spMk id="10" creationId="{6C6892C7-C668-D95F-E976-279DD7F97383}"/>
          </ac:spMkLst>
        </pc:spChg>
        <pc:spChg chg="del">
          <ac:chgData name="Hironari Yamada" userId="e57621f8-ec3c-449e-bb19-001fffcc008e" providerId="ADAL" clId="{BC0BD879-F267-5CCA-8DEA-E3B2DD07DA4E}" dt="2026-07-08T05:48:32.532" v="37093" actId="478"/>
          <ac:spMkLst>
            <pc:docMk/>
            <pc:sldMk cId="1428332341" sldId="2076139066"/>
            <ac:spMk id="11" creationId="{727DD8F5-DAF9-2165-25C2-F89474A68D86}"/>
          </ac:spMkLst>
        </pc:spChg>
        <pc:spChg chg="del">
          <ac:chgData name="Hironari Yamada" userId="e57621f8-ec3c-449e-bb19-001fffcc008e" providerId="ADAL" clId="{BC0BD879-F267-5CCA-8DEA-E3B2DD07DA4E}" dt="2026-07-08T05:48:32.532" v="37093" actId="478"/>
          <ac:spMkLst>
            <pc:docMk/>
            <pc:sldMk cId="1428332341" sldId="2076139066"/>
            <ac:spMk id="12" creationId="{C707844B-5845-2C89-3A14-7DE2563FBD4E}"/>
          </ac:spMkLst>
        </pc:spChg>
        <pc:spChg chg="del">
          <ac:chgData name="Hironari Yamada" userId="e57621f8-ec3c-449e-bb19-001fffcc008e" providerId="ADAL" clId="{BC0BD879-F267-5CCA-8DEA-E3B2DD07DA4E}" dt="2026-07-08T05:48:32.532" v="37093" actId="478"/>
          <ac:spMkLst>
            <pc:docMk/>
            <pc:sldMk cId="1428332341" sldId="2076139066"/>
            <ac:spMk id="13" creationId="{6CBE3E88-37C0-561B-5B7A-6FB915728D75}"/>
          </ac:spMkLst>
        </pc:spChg>
        <pc:spChg chg="del">
          <ac:chgData name="Hironari Yamada" userId="e57621f8-ec3c-449e-bb19-001fffcc008e" providerId="ADAL" clId="{BC0BD879-F267-5CCA-8DEA-E3B2DD07DA4E}" dt="2026-07-08T05:48:32.532" v="37093" actId="478"/>
          <ac:spMkLst>
            <pc:docMk/>
            <pc:sldMk cId="1428332341" sldId="2076139066"/>
            <ac:spMk id="14" creationId="{6A614A15-6876-01E5-1DA7-BB87F0199DE7}"/>
          </ac:spMkLst>
        </pc:spChg>
        <pc:spChg chg="del">
          <ac:chgData name="Hironari Yamada" userId="e57621f8-ec3c-449e-bb19-001fffcc008e" providerId="ADAL" clId="{BC0BD879-F267-5CCA-8DEA-E3B2DD07DA4E}" dt="2026-07-08T05:48:32.532" v="37093" actId="478"/>
          <ac:spMkLst>
            <pc:docMk/>
            <pc:sldMk cId="1428332341" sldId="2076139066"/>
            <ac:spMk id="96" creationId="{8FCA6BA8-A56D-CE01-25AE-2F4AEEB4CEB7}"/>
          </ac:spMkLst>
        </pc:spChg>
        <pc:spChg chg="mod">
          <ac:chgData name="Hironari Yamada" userId="e57621f8-ec3c-449e-bb19-001fffcc008e" providerId="ADAL" clId="{BC0BD879-F267-5CCA-8DEA-E3B2DD07DA4E}" dt="2026-07-08T05:49:09.099" v="37100"/>
          <ac:spMkLst>
            <pc:docMk/>
            <pc:sldMk cId="1428332341" sldId="2076139066"/>
            <ac:spMk id="99" creationId="{27D72ADD-A7C4-9AF4-EC86-A0C39A6526B6}"/>
          </ac:spMkLst>
        </pc:spChg>
        <pc:spChg chg="add mod">
          <ac:chgData name="Hironari Yamada" userId="e57621f8-ec3c-449e-bb19-001fffcc008e" providerId="ADAL" clId="{BC0BD879-F267-5CCA-8DEA-E3B2DD07DA4E}" dt="2026-07-08T05:49:09.099" v="37100"/>
          <ac:spMkLst>
            <pc:docMk/>
            <pc:sldMk cId="1428332341" sldId="2076139066"/>
            <ac:spMk id="103" creationId="{3E5921E1-AF7B-26D7-E79C-910AA668E06F}"/>
          </ac:spMkLst>
        </pc:spChg>
        <pc:spChg chg="add mod">
          <ac:chgData name="Hironari Yamada" userId="e57621f8-ec3c-449e-bb19-001fffcc008e" providerId="ADAL" clId="{BC0BD879-F267-5CCA-8DEA-E3B2DD07DA4E}" dt="2026-07-08T05:49:09.099" v="37100"/>
          <ac:spMkLst>
            <pc:docMk/>
            <pc:sldMk cId="1428332341" sldId="2076139066"/>
            <ac:spMk id="104" creationId="{DDECB3D6-A325-EF59-8205-BC6B1C8515DB}"/>
          </ac:spMkLst>
        </pc:spChg>
        <pc:spChg chg="add mod">
          <ac:chgData name="Hironari Yamada" userId="e57621f8-ec3c-449e-bb19-001fffcc008e" providerId="ADAL" clId="{BC0BD879-F267-5CCA-8DEA-E3B2DD07DA4E}" dt="2026-07-08T05:49:09.099" v="37100"/>
          <ac:spMkLst>
            <pc:docMk/>
            <pc:sldMk cId="1428332341" sldId="2076139066"/>
            <ac:spMk id="105" creationId="{757B0308-C7E2-7372-8A81-8DDEF27B624A}"/>
          </ac:spMkLst>
        </pc:spChg>
        <pc:spChg chg="add mod">
          <ac:chgData name="Hironari Yamada" userId="e57621f8-ec3c-449e-bb19-001fffcc008e" providerId="ADAL" clId="{BC0BD879-F267-5CCA-8DEA-E3B2DD07DA4E}" dt="2026-07-08T05:49:09.099" v="37100"/>
          <ac:spMkLst>
            <pc:docMk/>
            <pc:sldMk cId="1428332341" sldId="2076139066"/>
            <ac:spMk id="106" creationId="{8AB29ED8-C62A-74EC-9F5C-FA3F85D28701}"/>
          </ac:spMkLst>
        </pc:spChg>
        <pc:spChg chg="add mod">
          <ac:chgData name="Hironari Yamada" userId="e57621f8-ec3c-449e-bb19-001fffcc008e" providerId="ADAL" clId="{BC0BD879-F267-5CCA-8DEA-E3B2DD07DA4E}" dt="2026-07-08T05:49:09.099" v="37100"/>
          <ac:spMkLst>
            <pc:docMk/>
            <pc:sldMk cId="1428332341" sldId="2076139066"/>
            <ac:spMk id="107" creationId="{EFB28AF7-E0F0-4BA6-1600-7B086CAEC54F}"/>
          </ac:spMkLst>
        </pc:spChg>
        <pc:spChg chg="mod">
          <ac:chgData name="Hironari Yamada" userId="e57621f8-ec3c-449e-bb19-001fffcc008e" providerId="ADAL" clId="{BC0BD879-F267-5CCA-8DEA-E3B2DD07DA4E}" dt="2026-07-08T05:49:09.099" v="37100"/>
          <ac:spMkLst>
            <pc:docMk/>
            <pc:sldMk cId="1428332341" sldId="2076139066"/>
            <ac:spMk id="109" creationId="{7EB00445-9781-CD9A-B2D6-98CE6FB06BB8}"/>
          </ac:spMkLst>
        </pc:spChg>
        <pc:spChg chg="add mod">
          <ac:chgData name="Hironari Yamada" userId="e57621f8-ec3c-449e-bb19-001fffcc008e" providerId="ADAL" clId="{BC0BD879-F267-5CCA-8DEA-E3B2DD07DA4E}" dt="2026-07-08T05:49:16.372" v="37101"/>
          <ac:spMkLst>
            <pc:docMk/>
            <pc:sldMk cId="1428332341" sldId="2076139066"/>
            <ac:spMk id="111" creationId="{36DA961E-FDEB-B587-106F-EA22C3F5DCD1}"/>
          </ac:spMkLst>
        </pc:spChg>
        <pc:spChg chg="add mod">
          <ac:chgData name="Hironari Yamada" userId="e57621f8-ec3c-449e-bb19-001fffcc008e" providerId="ADAL" clId="{BC0BD879-F267-5CCA-8DEA-E3B2DD07DA4E}" dt="2026-07-08T05:49:16.372" v="37101"/>
          <ac:spMkLst>
            <pc:docMk/>
            <pc:sldMk cId="1428332341" sldId="2076139066"/>
            <ac:spMk id="112" creationId="{34AE05A9-A5E0-EBF6-A896-71D94BA2827C}"/>
          </ac:spMkLst>
        </pc:spChg>
        <pc:spChg chg="add mod">
          <ac:chgData name="Hironari Yamada" userId="e57621f8-ec3c-449e-bb19-001fffcc008e" providerId="ADAL" clId="{BC0BD879-F267-5CCA-8DEA-E3B2DD07DA4E}" dt="2026-07-08T05:49:16.372" v="37101"/>
          <ac:spMkLst>
            <pc:docMk/>
            <pc:sldMk cId="1428332341" sldId="2076139066"/>
            <ac:spMk id="113" creationId="{323B6389-783D-E976-5E6A-8CA4D8A03227}"/>
          </ac:spMkLst>
        </pc:spChg>
        <pc:spChg chg="add mod">
          <ac:chgData name="Hironari Yamada" userId="e57621f8-ec3c-449e-bb19-001fffcc008e" providerId="ADAL" clId="{BC0BD879-F267-5CCA-8DEA-E3B2DD07DA4E}" dt="2026-07-08T05:49:16.372" v="37101"/>
          <ac:spMkLst>
            <pc:docMk/>
            <pc:sldMk cId="1428332341" sldId="2076139066"/>
            <ac:spMk id="114" creationId="{DFA370D3-A360-BFE8-78C1-6FB9C2DD9D13}"/>
          </ac:spMkLst>
        </pc:spChg>
        <pc:spChg chg="add mod">
          <ac:chgData name="Hironari Yamada" userId="e57621f8-ec3c-449e-bb19-001fffcc008e" providerId="ADAL" clId="{BC0BD879-F267-5CCA-8DEA-E3B2DD07DA4E}" dt="2026-07-08T05:49:16.372" v="37101"/>
          <ac:spMkLst>
            <pc:docMk/>
            <pc:sldMk cId="1428332341" sldId="2076139066"/>
            <ac:spMk id="115" creationId="{440F0585-A557-88D3-2BDC-BE8713123C4E}"/>
          </ac:spMkLst>
        </pc:spChg>
        <pc:spChg chg="add mod">
          <ac:chgData name="Hironari Yamada" userId="e57621f8-ec3c-449e-bb19-001fffcc008e" providerId="ADAL" clId="{BC0BD879-F267-5CCA-8DEA-E3B2DD07DA4E}" dt="2026-07-08T05:49:16.372" v="37101"/>
          <ac:spMkLst>
            <pc:docMk/>
            <pc:sldMk cId="1428332341" sldId="2076139066"/>
            <ac:spMk id="121" creationId="{891A966F-44F0-D68E-CEB0-3CA51A8A65EF}"/>
          </ac:spMkLst>
        </pc:spChg>
        <pc:spChg chg="add mod">
          <ac:chgData name="Hironari Yamada" userId="e57621f8-ec3c-449e-bb19-001fffcc008e" providerId="ADAL" clId="{BC0BD879-F267-5CCA-8DEA-E3B2DD07DA4E}" dt="2026-07-08T05:49:16.372" v="37101"/>
          <ac:spMkLst>
            <pc:docMk/>
            <pc:sldMk cId="1428332341" sldId="2076139066"/>
            <ac:spMk id="122" creationId="{73963126-E7A9-82AF-0896-9835A5819B72}"/>
          </ac:spMkLst>
        </pc:spChg>
        <pc:spChg chg="add mod">
          <ac:chgData name="Hironari Yamada" userId="e57621f8-ec3c-449e-bb19-001fffcc008e" providerId="ADAL" clId="{BC0BD879-F267-5CCA-8DEA-E3B2DD07DA4E}" dt="2026-07-08T05:49:16.372" v="37101"/>
          <ac:spMkLst>
            <pc:docMk/>
            <pc:sldMk cId="1428332341" sldId="2076139066"/>
            <ac:spMk id="123" creationId="{06683D25-0A1C-7FB4-42B8-2777D298173F}"/>
          </ac:spMkLst>
        </pc:spChg>
        <pc:spChg chg="add mod">
          <ac:chgData name="Hironari Yamada" userId="e57621f8-ec3c-449e-bb19-001fffcc008e" providerId="ADAL" clId="{BC0BD879-F267-5CCA-8DEA-E3B2DD07DA4E}" dt="2026-07-08T05:49:16.372" v="37101"/>
          <ac:spMkLst>
            <pc:docMk/>
            <pc:sldMk cId="1428332341" sldId="2076139066"/>
            <ac:spMk id="125" creationId="{0F6CB853-121C-EDD1-8744-A3A8D6776CD8}"/>
          </ac:spMkLst>
        </pc:spChg>
        <pc:spChg chg="mod">
          <ac:chgData name="Hironari Yamada" userId="e57621f8-ec3c-449e-bb19-001fffcc008e" providerId="ADAL" clId="{BC0BD879-F267-5CCA-8DEA-E3B2DD07DA4E}" dt="2026-07-08T05:49:16.372" v="37101"/>
          <ac:spMkLst>
            <pc:docMk/>
            <pc:sldMk cId="1428332341" sldId="2076139066"/>
            <ac:spMk id="127" creationId="{2C9364BC-392E-DF95-53BE-6E12FE19AA51}"/>
          </ac:spMkLst>
        </pc:spChg>
        <pc:grpChg chg="del">
          <ac:chgData name="Hironari Yamada" userId="e57621f8-ec3c-449e-bb19-001fffcc008e" providerId="ADAL" clId="{BC0BD879-F267-5CCA-8DEA-E3B2DD07DA4E}" dt="2026-07-08T05:48:32.532" v="37093" actId="478"/>
          <ac:grpSpMkLst>
            <pc:docMk/>
            <pc:sldMk cId="1428332341" sldId="2076139066"/>
            <ac:grpSpMk id="15" creationId="{E90172E1-F35E-39B5-5091-272BC56CCCB9}"/>
          </ac:grpSpMkLst>
        </pc:grpChg>
        <pc:grpChg chg="del">
          <ac:chgData name="Hironari Yamada" userId="e57621f8-ec3c-449e-bb19-001fffcc008e" providerId="ADAL" clId="{BC0BD879-F267-5CCA-8DEA-E3B2DD07DA4E}" dt="2026-07-08T05:48:32.532" v="37093" actId="478"/>
          <ac:grpSpMkLst>
            <pc:docMk/>
            <pc:sldMk cId="1428332341" sldId="2076139066"/>
            <ac:grpSpMk id="33" creationId="{A635E084-ED96-6AD3-E6A2-244360E7478E}"/>
          </ac:grpSpMkLst>
        </pc:grpChg>
        <pc:grpChg chg="del">
          <ac:chgData name="Hironari Yamada" userId="e57621f8-ec3c-449e-bb19-001fffcc008e" providerId="ADAL" clId="{BC0BD879-F267-5CCA-8DEA-E3B2DD07DA4E}" dt="2026-07-08T05:48:32.532" v="37093" actId="478"/>
          <ac:grpSpMkLst>
            <pc:docMk/>
            <pc:sldMk cId="1428332341" sldId="2076139066"/>
            <ac:grpSpMk id="88" creationId="{8214766A-2258-6D94-5BCD-26DFF26A4874}"/>
          </ac:grpSpMkLst>
        </pc:grpChg>
      </pc:sldChg>
      <pc:sldChg chg="addSp delSp modSp add mod">
        <pc:chgData name="Hironari Yamada" userId="e57621f8-ec3c-449e-bb19-001fffcc008e" providerId="ADAL" clId="{BC0BD879-F267-5CCA-8DEA-E3B2DD07DA4E}" dt="2026-07-08T05:52:00.492" v="37119"/>
        <pc:sldMkLst>
          <pc:docMk/>
          <pc:sldMk cId="626606657" sldId="2076139067"/>
        </pc:sldMkLst>
        <pc:spChg chg="add mod">
          <ac:chgData name="Hironari Yamada" userId="e57621f8-ec3c-449e-bb19-001fffcc008e" providerId="ADAL" clId="{BC0BD879-F267-5CCA-8DEA-E3B2DD07DA4E}" dt="2026-07-08T05:51:57.746" v="37118"/>
          <ac:spMkLst>
            <pc:docMk/>
            <pc:sldMk cId="626606657" sldId="2076139067"/>
            <ac:spMk id="3" creationId="{06434E7B-983F-432A-B4A7-586144E36280}"/>
          </ac:spMkLst>
        </pc:spChg>
        <pc:spChg chg="add mod">
          <ac:chgData name="Hironari Yamada" userId="e57621f8-ec3c-449e-bb19-001fffcc008e" providerId="ADAL" clId="{BC0BD879-F267-5CCA-8DEA-E3B2DD07DA4E}" dt="2026-07-08T05:52:00.492" v="37119"/>
          <ac:spMkLst>
            <pc:docMk/>
            <pc:sldMk cId="626606657" sldId="2076139067"/>
            <ac:spMk id="5" creationId="{1AB085F6-0EAD-A112-43AC-9029724A36AD}"/>
          </ac:spMkLst>
        </pc:spChg>
        <pc:spChg chg="mod">
          <ac:chgData name="Hironari Yamada" userId="e57621f8-ec3c-449e-bb19-001fffcc008e" providerId="ADAL" clId="{BC0BD879-F267-5CCA-8DEA-E3B2DD07DA4E}" dt="2026-07-08T05:51:43.290" v="37113"/>
          <ac:spMkLst>
            <pc:docMk/>
            <pc:sldMk cId="626606657" sldId="2076139067"/>
            <ac:spMk id="9" creationId="{C485726B-F7E1-5C80-2A44-53475F718035}"/>
          </ac:spMkLst>
        </pc:spChg>
        <pc:spChg chg="mod">
          <ac:chgData name="Hironari Yamada" userId="e57621f8-ec3c-449e-bb19-001fffcc008e" providerId="ADAL" clId="{BC0BD879-F267-5CCA-8DEA-E3B2DD07DA4E}" dt="2026-07-08T05:51:50.521" v="37116"/>
          <ac:spMkLst>
            <pc:docMk/>
            <pc:sldMk cId="626606657" sldId="2076139067"/>
            <ac:spMk id="11" creationId="{E37D809A-AF9A-4B8E-8FC5-87E095E3ECD2}"/>
          </ac:spMkLst>
        </pc:spChg>
        <pc:spChg chg="del">
          <ac:chgData name="Hironari Yamada" userId="e57621f8-ec3c-449e-bb19-001fffcc008e" providerId="ADAL" clId="{BC0BD879-F267-5CCA-8DEA-E3B2DD07DA4E}" dt="2026-07-08T05:51:57.172" v="37117" actId="478"/>
          <ac:spMkLst>
            <pc:docMk/>
            <pc:sldMk cId="626606657" sldId="2076139067"/>
            <ac:spMk id="13" creationId="{B7747605-F875-BAD3-CEBF-7599DF77BDB3}"/>
          </ac:spMkLst>
        </pc:spChg>
      </pc:sldChg>
      <pc:sldChg chg="addSp delSp modSp add mod">
        <pc:chgData name="Hironari Yamada" userId="e57621f8-ec3c-449e-bb19-001fffcc008e" providerId="ADAL" clId="{BC0BD879-F267-5CCA-8DEA-E3B2DD07DA4E}" dt="2026-07-08T06:34:15.907" v="37127"/>
        <pc:sldMkLst>
          <pc:docMk/>
          <pc:sldMk cId="202522736" sldId="2076139068"/>
        </pc:sldMkLst>
        <pc:spChg chg="add mod">
          <ac:chgData name="Hironari Yamada" userId="e57621f8-ec3c-449e-bb19-001fffcc008e" providerId="ADAL" clId="{BC0BD879-F267-5CCA-8DEA-E3B2DD07DA4E}" dt="2026-07-08T06:34:08.026" v="37126"/>
          <ac:spMkLst>
            <pc:docMk/>
            <pc:sldMk cId="202522736" sldId="2076139068"/>
            <ac:spMk id="3" creationId="{1EDBE62A-F813-A567-C3EE-162940EE950A}"/>
          </ac:spMkLst>
        </pc:spChg>
        <pc:spChg chg="del">
          <ac:chgData name="Hironari Yamada" userId="e57621f8-ec3c-449e-bb19-001fffcc008e" providerId="ADAL" clId="{BC0BD879-F267-5CCA-8DEA-E3B2DD07DA4E}" dt="2026-07-08T06:34:07.570" v="37125" actId="478"/>
          <ac:spMkLst>
            <pc:docMk/>
            <pc:sldMk cId="202522736" sldId="2076139068"/>
            <ac:spMk id="5" creationId="{2CFEAD41-819C-F215-AFED-3E1804D620AB}"/>
          </ac:spMkLst>
        </pc:spChg>
        <pc:spChg chg="add mod">
          <ac:chgData name="Hironari Yamada" userId="e57621f8-ec3c-449e-bb19-001fffcc008e" providerId="ADAL" clId="{BC0BD879-F267-5CCA-8DEA-E3B2DD07DA4E}" dt="2026-07-08T06:34:15.907" v="37127"/>
          <ac:spMkLst>
            <pc:docMk/>
            <pc:sldMk cId="202522736" sldId="2076139068"/>
            <ac:spMk id="6" creationId="{5251B50A-AE42-A8BA-52CF-8990762C9682}"/>
          </ac:spMkLst>
        </pc:spChg>
        <pc:spChg chg="mod">
          <ac:chgData name="Hironari Yamada" userId="e57621f8-ec3c-449e-bb19-001fffcc008e" providerId="ADAL" clId="{BC0BD879-F267-5CCA-8DEA-E3B2DD07DA4E}" dt="2026-07-08T06:33:53.771" v="37121"/>
          <ac:spMkLst>
            <pc:docMk/>
            <pc:sldMk cId="202522736" sldId="2076139068"/>
            <ac:spMk id="9" creationId="{9580B063-3201-64F9-5845-0363164FA2EB}"/>
          </ac:spMkLst>
        </pc:spChg>
        <pc:spChg chg="mod">
          <ac:chgData name="Hironari Yamada" userId="e57621f8-ec3c-449e-bb19-001fffcc008e" providerId="ADAL" clId="{BC0BD879-F267-5CCA-8DEA-E3B2DD07DA4E}" dt="2026-07-08T06:34:02.905" v="37124" actId="27636"/>
          <ac:spMkLst>
            <pc:docMk/>
            <pc:sldMk cId="202522736" sldId="2076139068"/>
            <ac:spMk id="11" creationId="{CAA2BF30-F660-6D93-BA39-171D0EE7DEFE}"/>
          </ac:spMkLst>
        </pc:spChg>
      </pc:sldChg>
      <pc:sldChg chg="addSp delSp modSp add mod">
        <pc:chgData name="Hironari Yamada" userId="e57621f8-ec3c-449e-bb19-001fffcc008e" providerId="ADAL" clId="{BC0BD879-F267-5CCA-8DEA-E3B2DD07DA4E}" dt="2026-07-08T06:34:46.966" v="37136" actId="478"/>
        <pc:sldMkLst>
          <pc:docMk/>
          <pc:sldMk cId="292729347" sldId="2076139069"/>
        </pc:sldMkLst>
        <pc:spChg chg="del">
          <ac:chgData name="Hironari Yamada" userId="e57621f8-ec3c-449e-bb19-001fffcc008e" providerId="ADAL" clId="{BC0BD879-F267-5CCA-8DEA-E3B2DD07DA4E}" dt="2026-07-08T06:34:46.966" v="37136" actId="478"/>
          <ac:spMkLst>
            <pc:docMk/>
            <pc:sldMk cId="292729347" sldId="2076139069"/>
            <ac:spMk id="3" creationId="{B7770716-1BDA-4E5E-A0DB-215AE0876989}"/>
          </ac:spMkLst>
        </pc:spChg>
        <pc:spChg chg="add mod">
          <ac:chgData name="Hironari Yamada" userId="e57621f8-ec3c-449e-bb19-001fffcc008e" providerId="ADAL" clId="{BC0BD879-F267-5CCA-8DEA-E3B2DD07DA4E}" dt="2026-07-08T06:34:41.862" v="37134"/>
          <ac:spMkLst>
            <pc:docMk/>
            <pc:sldMk cId="292729347" sldId="2076139069"/>
            <ac:spMk id="5" creationId="{194242D0-03EA-A661-6D66-069B6D33A8CE}"/>
          </ac:spMkLst>
        </pc:spChg>
        <pc:spChg chg="add mod">
          <ac:chgData name="Hironari Yamada" userId="e57621f8-ec3c-449e-bb19-001fffcc008e" providerId="ADAL" clId="{BC0BD879-F267-5CCA-8DEA-E3B2DD07DA4E}" dt="2026-07-08T06:34:45.709" v="37135"/>
          <ac:spMkLst>
            <pc:docMk/>
            <pc:sldMk cId="292729347" sldId="2076139069"/>
            <ac:spMk id="7" creationId="{C9BAEB95-5189-8717-9B4B-9B7555F14799}"/>
          </ac:spMkLst>
        </pc:spChg>
        <pc:spChg chg="mod">
          <ac:chgData name="Hironari Yamada" userId="e57621f8-ec3c-449e-bb19-001fffcc008e" providerId="ADAL" clId="{BC0BD879-F267-5CCA-8DEA-E3B2DD07DA4E}" dt="2026-07-08T06:34:22.405" v="37129"/>
          <ac:spMkLst>
            <pc:docMk/>
            <pc:sldMk cId="292729347" sldId="2076139069"/>
            <ac:spMk id="9" creationId="{7BE41784-F64B-2D6B-941B-FD755583722E}"/>
          </ac:spMkLst>
        </pc:spChg>
        <pc:spChg chg="mod">
          <ac:chgData name="Hironari Yamada" userId="e57621f8-ec3c-449e-bb19-001fffcc008e" providerId="ADAL" clId="{BC0BD879-F267-5CCA-8DEA-E3B2DD07DA4E}" dt="2026-07-08T06:34:34.318" v="37133" actId="404"/>
          <ac:spMkLst>
            <pc:docMk/>
            <pc:sldMk cId="292729347" sldId="2076139069"/>
            <ac:spMk id="11" creationId="{F760F8AC-0ABA-C35B-2D0E-BA8E72B215E1}"/>
          </ac:spMkLst>
        </pc:spChg>
        <pc:picChg chg="add mod">
          <ac:chgData name="Hironari Yamada" userId="e57621f8-ec3c-449e-bb19-001fffcc008e" providerId="ADAL" clId="{BC0BD879-F267-5CCA-8DEA-E3B2DD07DA4E}" dt="2026-07-08T06:34:41.862" v="37134"/>
          <ac:picMkLst>
            <pc:docMk/>
            <pc:sldMk cId="292729347" sldId="2076139069"/>
            <ac:picMk id="6" creationId="{9D16E323-04D4-13B2-B2B5-6EF006ADAF4C}"/>
          </ac:picMkLst>
        </pc:picChg>
        <pc:picChg chg="add mod">
          <ac:chgData name="Hironari Yamada" userId="e57621f8-ec3c-449e-bb19-001fffcc008e" providerId="ADAL" clId="{BC0BD879-F267-5CCA-8DEA-E3B2DD07DA4E}" dt="2026-07-08T06:34:45.709" v="37135"/>
          <ac:picMkLst>
            <pc:docMk/>
            <pc:sldMk cId="292729347" sldId="2076139069"/>
            <ac:picMk id="8" creationId="{5BF4D091-3CEA-0535-6978-4A99C1C65B9A}"/>
          </ac:picMkLst>
        </pc:picChg>
      </pc:sldChg>
      <pc:sldChg chg="addSp delSp modSp add mod modNotesTx">
        <pc:chgData name="Hironari Yamada" userId="e57621f8-ec3c-449e-bb19-001fffcc008e" providerId="ADAL" clId="{BC0BD879-F267-5CCA-8DEA-E3B2DD07DA4E}" dt="2026-07-08T06:37:10.820" v="37143" actId="20577"/>
        <pc:sldMkLst>
          <pc:docMk/>
          <pc:sldMk cId="2306426990" sldId="2076139070"/>
        </pc:sldMkLst>
        <pc:spChg chg="add del mod">
          <ac:chgData name="Hironari Yamada" userId="e57621f8-ec3c-449e-bb19-001fffcc008e" providerId="ADAL" clId="{BC0BD879-F267-5CCA-8DEA-E3B2DD07DA4E}" dt="2026-07-08T06:35:55.163" v="37141" actId="478"/>
          <ac:spMkLst>
            <pc:docMk/>
            <pc:sldMk cId="2306426990" sldId="2076139070"/>
            <ac:spMk id="3" creationId="{24AB808E-A46E-B8B8-B23E-908E065A73FE}"/>
          </ac:spMkLst>
        </pc:spChg>
        <pc:spChg chg="add mod">
          <ac:chgData name="Hironari Yamada" userId="e57621f8-ec3c-449e-bb19-001fffcc008e" providerId="ADAL" clId="{BC0BD879-F267-5CCA-8DEA-E3B2DD07DA4E}" dt="2026-07-08T06:36:58.899" v="37142" actId="2711"/>
          <ac:spMkLst>
            <pc:docMk/>
            <pc:sldMk cId="2306426990" sldId="2076139070"/>
            <ac:spMk id="5" creationId="{9DC32F73-EEBA-9735-BF01-2CB683DEB5EB}"/>
          </ac:spMkLst>
        </pc:spChg>
        <pc:spChg chg="del">
          <ac:chgData name="Hironari Yamada" userId="e57621f8-ec3c-449e-bb19-001fffcc008e" providerId="ADAL" clId="{BC0BD879-F267-5CCA-8DEA-E3B2DD07DA4E}" dt="2026-07-08T06:35:48.534" v="37139" actId="478"/>
          <ac:spMkLst>
            <pc:docMk/>
            <pc:sldMk cId="2306426990" sldId="2076139070"/>
            <ac:spMk id="7" creationId="{5328A11D-6691-F6F7-8FB0-2CC0DE95EB3D}"/>
          </ac:spMkLst>
        </pc:spChg>
        <pc:spChg chg="mod">
          <ac:chgData name="Hironari Yamada" userId="e57621f8-ec3c-449e-bb19-001fffcc008e" providerId="ADAL" clId="{BC0BD879-F267-5CCA-8DEA-E3B2DD07DA4E}" dt="2026-07-08T06:35:34.724" v="37138"/>
          <ac:spMkLst>
            <pc:docMk/>
            <pc:sldMk cId="2306426990" sldId="2076139070"/>
            <ac:spMk id="9" creationId="{D7CE0562-0158-7424-F841-49FD773AA14F}"/>
          </ac:spMkLst>
        </pc:spChg>
        <pc:spChg chg="del">
          <ac:chgData name="Hironari Yamada" userId="e57621f8-ec3c-449e-bb19-001fffcc008e" providerId="ADAL" clId="{BC0BD879-F267-5CCA-8DEA-E3B2DD07DA4E}" dt="2026-07-08T06:35:48.534" v="37139" actId="478"/>
          <ac:spMkLst>
            <pc:docMk/>
            <pc:sldMk cId="2306426990" sldId="2076139070"/>
            <ac:spMk id="11" creationId="{AEF4FA7C-C690-0704-7E75-0900BFC96E99}"/>
          </ac:spMkLst>
        </pc:spChg>
        <pc:picChg chg="add mod">
          <ac:chgData name="Hironari Yamada" userId="e57621f8-ec3c-449e-bb19-001fffcc008e" providerId="ADAL" clId="{BC0BD879-F267-5CCA-8DEA-E3B2DD07DA4E}" dt="2026-07-08T06:35:49.833" v="37140"/>
          <ac:picMkLst>
            <pc:docMk/>
            <pc:sldMk cId="2306426990" sldId="2076139070"/>
            <ac:picMk id="6" creationId="{2898FDB1-8737-7D1E-EEA3-6D122C02C65E}"/>
          </ac:picMkLst>
        </pc:picChg>
        <pc:picChg chg="del">
          <ac:chgData name="Hironari Yamada" userId="e57621f8-ec3c-449e-bb19-001fffcc008e" providerId="ADAL" clId="{BC0BD879-F267-5CCA-8DEA-E3B2DD07DA4E}" dt="2026-07-08T06:35:48.534" v="37139" actId="478"/>
          <ac:picMkLst>
            <pc:docMk/>
            <pc:sldMk cId="2306426990" sldId="2076139070"/>
            <ac:picMk id="8" creationId="{589A5A78-811F-B980-4B41-8BF023BBCBF6}"/>
          </ac:picMkLst>
        </pc:picChg>
      </pc:sldChg>
      <pc:sldChg chg="addSp delSp modSp add mod">
        <pc:chgData name="Hironari Yamada" userId="e57621f8-ec3c-449e-bb19-001fffcc008e" providerId="ADAL" clId="{BC0BD879-F267-5CCA-8DEA-E3B2DD07DA4E}" dt="2026-07-08T06:37:58.346" v="37153"/>
        <pc:sldMkLst>
          <pc:docMk/>
          <pc:sldMk cId="2024843431" sldId="2076139071"/>
        </pc:sldMkLst>
        <pc:spChg chg="add mod">
          <ac:chgData name="Hironari Yamada" userId="e57621f8-ec3c-449e-bb19-001fffcc008e" providerId="ADAL" clId="{BC0BD879-F267-5CCA-8DEA-E3B2DD07DA4E}" dt="2026-07-08T06:37:55.315" v="37152"/>
          <ac:spMkLst>
            <pc:docMk/>
            <pc:sldMk cId="2024843431" sldId="2076139071"/>
            <ac:spMk id="3" creationId="{998C8AF9-E923-E8F2-9B52-FE3D0F9E0CD1}"/>
          </ac:spMkLst>
        </pc:spChg>
        <pc:spChg chg="del">
          <ac:chgData name="Hironari Yamada" userId="e57621f8-ec3c-449e-bb19-001fffcc008e" providerId="ADAL" clId="{BC0BD879-F267-5CCA-8DEA-E3B2DD07DA4E}" dt="2026-07-08T06:37:50.905" v="37150" actId="478"/>
          <ac:spMkLst>
            <pc:docMk/>
            <pc:sldMk cId="2024843431" sldId="2076139071"/>
            <ac:spMk id="5" creationId="{8C190C79-A7B4-A271-7B0C-5B2389756103}"/>
          </ac:spMkLst>
        </pc:spChg>
        <pc:spChg chg="add mod">
          <ac:chgData name="Hironari Yamada" userId="e57621f8-ec3c-449e-bb19-001fffcc008e" providerId="ADAL" clId="{BC0BD879-F267-5CCA-8DEA-E3B2DD07DA4E}" dt="2026-07-08T06:37:55.315" v="37152"/>
          <ac:spMkLst>
            <pc:docMk/>
            <pc:sldMk cId="2024843431" sldId="2076139071"/>
            <ac:spMk id="7" creationId="{B2D8757B-75E1-9A22-184A-4E5085B29F55}"/>
          </ac:spMkLst>
        </pc:spChg>
        <pc:spChg chg="add mod">
          <ac:chgData name="Hironari Yamada" userId="e57621f8-ec3c-449e-bb19-001fffcc008e" providerId="ADAL" clId="{BC0BD879-F267-5CCA-8DEA-E3B2DD07DA4E}" dt="2026-07-08T06:37:55.315" v="37152"/>
          <ac:spMkLst>
            <pc:docMk/>
            <pc:sldMk cId="2024843431" sldId="2076139071"/>
            <ac:spMk id="8" creationId="{540F4CEE-9929-0D69-6BAC-AE6A61B4429E}"/>
          </ac:spMkLst>
        </pc:spChg>
        <pc:spChg chg="mod">
          <ac:chgData name="Hironari Yamada" userId="e57621f8-ec3c-449e-bb19-001fffcc008e" providerId="ADAL" clId="{BC0BD879-F267-5CCA-8DEA-E3B2DD07DA4E}" dt="2026-07-08T06:37:39.837" v="37149"/>
          <ac:spMkLst>
            <pc:docMk/>
            <pc:sldMk cId="2024843431" sldId="2076139071"/>
            <ac:spMk id="9" creationId="{D74C82EA-5FE5-991B-C3AE-CFCEB9539CF3}"/>
          </ac:spMkLst>
        </pc:spChg>
        <pc:spChg chg="add mod">
          <ac:chgData name="Hironari Yamada" userId="e57621f8-ec3c-449e-bb19-001fffcc008e" providerId="ADAL" clId="{BC0BD879-F267-5CCA-8DEA-E3B2DD07DA4E}" dt="2026-07-08T06:37:55.315" v="37152"/>
          <ac:spMkLst>
            <pc:docMk/>
            <pc:sldMk cId="2024843431" sldId="2076139071"/>
            <ac:spMk id="10" creationId="{0A686E71-3AC1-1886-FA39-24C960E6C4F2}"/>
          </ac:spMkLst>
        </pc:spChg>
        <pc:spChg chg="add mod">
          <ac:chgData name="Hironari Yamada" userId="e57621f8-ec3c-449e-bb19-001fffcc008e" providerId="ADAL" clId="{BC0BD879-F267-5CCA-8DEA-E3B2DD07DA4E}" dt="2026-07-08T06:37:55.315" v="37152"/>
          <ac:spMkLst>
            <pc:docMk/>
            <pc:sldMk cId="2024843431" sldId="2076139071"/>
            <ac:spMk id="11" creationId="{FC5000B0-5FE6-9967-C5DD-44B73942C837}"/>
          </ac:spMkLst>
        </pc:spChg>
        <pc:spChg chg="add mod">
          <ac:chgData name="Hironari Yamada" userId="e57621f8-ec3c-449e-bb19-001fffcc008e" providerId="ADAL" clId="{BC0BD879-F267-5CCA-8DEA-E3B2DD07DA4E}" dt="2026-07-08T06:37:55.315" v="37152"/>
          <ac:spMkLst>
            <pc:docMk/>
            <pc:sldMk cId="2024843431" sldId="2076139071"/>
            <ac:spMk id="12" creationId="{8C7EAD9D-5AF6-718E-A4F1-74ED34D3BA69}"/>
          </ac:spMkLst>
        </pc:spChg>
        <pc:spChg chg="add mod">
          <ac:chgData name="Hironari Yamada" userId="e57621f8-ec3c-449e-bb19-001fffcc008e" providerId="ADAL" clId="{BC0BD879-F267-5CCA-8DEA-E3B2DD07DA4E}" dt="2026-07-08T06:37:55.315" v="37152"/>
          <ac:spMkLst>
            <pc:docMk/>
            <pc:sldMk cId="2024843431" sldId="2076139071"/>
            <ac:spMk id="13" creationId="{A17F1CED-DDFF-AE91-1AFE-03A8FE320FD4}"/>
          </ac:spMkLst>
        </pc:spChg>
        <pc:spChg chg="add mod">
          <ac:chgData name="Hironari Yamada" userId="e57621f8-ec3c-449e-bb19-001fffcc008e" providerId="ADAL" clId="{BC0BD879-F267-5CCA-8DEA-E3B2DD07DA4E}" dt="2026-07-08T06:37:58.346" v="37153"/>
          <ac:spMkLst>
            <pc:docMk/>
            <pc:sldMk cId="2024843431" sldId="2076139071"/>
            <ac:spMk id="14" creationId="{159BDD89-C0BC-5A4C-2215-74E132B4FB9E}"/>
          </ac:spMkLst>
        </pc:spChg>
        <pc:spChg chg="add mod">
          <ac:chgData name="Hironari Yamada" userId="e57621f8-ec3c-449e-bb19-001fffcc008e" providerId="ADAL" clId="{BC0BD879-F267-5CCA-8DEA-E3B2DD07DA4E}" dt="2026-07-08T06:37:58.346" v="37153"/>
          <ac:spMkLst>
            <pc:docMk/>
            <pc:sldMk cId="2024843431" sldId="2076139071"/>
            <ac:spMk id="15" creationId="{470C5EC4-C47F-EE46-9A56-3F0434E6FEE1}"/>
          </ac:spMkLst>
        </pc:spChg>
        <pc:spChg chg="add mod">
          <ac:chgData name="Hironari Yamada" userId="e57621f8-ec3c-449e-bb19-001fffcc008e" providerId="ADAL" clId="{BC0BD879-F267-5CCA-8DEA-E3B2DD07DA4E}" dt="2026-07-08T06:37:58.346" v="37153"/>
          <ac:spMkLst>
            <pc:docMk/>
            <pc:sldMk cId="2024843431" sldId="2076139071"/>
            <ac:spMk id="16" creationId="{3AF87777-3EAB-C6D3-98B8-3962C205C37A}"/>
          </ac:spMkLst>
        </pc:spChg>
        <pc:spChg chg="add mod">
          <ac:chgData name="Hironari Yamada" userId="e57621f8-ec3c-449e-bb19-001fffcc008e" providerId="ADAL" clId="{BC0BD879-F267-5CCA-8DEA-E3B2DD07DA4E}" dt="2026-07-08T06:37:58.346" v="37153"/>
          <ac:spMkLst>
            <pc:docMk/>
            <pc:sldMk cId="2024843431" sldId="2076139071"/>
            <ac:spMk id="17" creationId="{78BDB4B2-1846-A157-BC75-790E046A23AF}"/>
          </ac:spMkLst>
        </pc:spChg>
        <pc:spChg chg="add mod">
          <ac:chgData name="Hironari Yamada" userId="e57621f8-ec3c-449e-bb19-001fffcc008e" providerId="ADAL" clId="{BC0BD879-F267-5CCA-8DEA-E3B2DD07DA4E}" dt="2026-07-08T06:37:58.346" v="37153"/>
          <ac:spMkLst>
            <pc:docMk/>
            <pc:sldMk cId="2024843431" sldId="2076139071"/>
            <ac:spMk id="18" creationId="{13377714-C210-0ABA-F17E-E563054543FD}"/>
          </ac:spMkLst>
        </pc:spChg>
        <pc:spChg chg="add mod">
          <ac:chgData name="Hironari Yamada" userId="e57621f8-ec3c-449e-bb19-001fffcc008e" providerId="ADAL" clId="{BC0BD879-F267-5CCA-8DEA-E3B2DD07DA4E}" dt="2026-07-08T06:37:58.346" v="37153"/>
          <ac:spMkLst>
            <pc:docMk/>
            <pc:sldMk cId="2024843431" sldId="2076139071"/>
            <ac:spMk id="19" creationId="{AF577F14-6DA4-CD6D-9D79-F6D1AEE8EB66}"/>
          </ac:spMkLst>
        </pc:spChg>
        <pc:spChg chg="add mod">
          <ac:chgData name="Hironari Yamada" userId="e57621f8-ec3c-449e-bb19-001fffcc008e" providerId="ADAL" clId="{BC0BD879-F267-5CCA-8DEA-E3B2DD07DA4E}" dt="2026-07-08T06:37:58.346" v="37153"/>
          <ac:spMkLst>
            <pc:docMk/>
            <pc:sldMk cId="2024843431" sldId="2076139071"/>
            <ac:spMk id="20" creationId="{4B2C4E1E-DAF7-B9EA-35B6-F38EF4C0C38C}"/>
          </ac:spMkLst>
        </pc:spChg>
        <pc:picChg chg="del">
          <ac:chgData name="Hironari Yamada" userId="e57621f8-ec3c-449e-bb19-001fffcc008e" providerId="ADAL" clId="{BC0BD879-F267-5CCA-8DEA-E3B2DD07DA4E}" dt="2026-07-08T06:37:54.177" v="37151" actId="478"/>
          <ac:picMkLst>
            <pc:docMk/>
            <pc:sldMk cId="2024843431" sldId="2076139071"/>
            <ac:picMk id="6" creationId="{5693A276-4A6C-3512-E00D-8480039420F0}"/>
          </ac:picMkLst>
        </pc:picChg>
      </pc:sldChg>
      <pc:sldChg chg="addSp delSp modSp add mod">
        <pc:chgData name="Hironari Yamada" userId="e57621f8-ec3c-449e-bb19-001fffcc008e" providerId="ADAL" clId="{BC0BD879-F267-5CCA-8DEA-E3B2DD07DA4E}" dt="2026-07-08T06:39:58.907" v="37161" actId="1076"/>
        <pc:sldMkLst>
          <pc:docMk/>
          <pc:sldMk cId="722209890" sldId="2076139072"/>
        </pc:sldMkLst>
        <pc:spChg chg="mod">
          <ac:chgData name="Hironari Yamada" userId="e57621f8-ec3c-449e-bb19-001fffcc008e" providerId="ADAL" clId="{BC0BD879-F267-5CCA-8DEA-E3B2DD07DA4E}" dt="2026-07-08T06:39:55.666" v="37160"/>
          <ac:spMkLst>
            <pc:docMk/>
            <pc:sldMk cId="722209890" sldId="2076139072"/>
            <ac:spMk id="6" creationId="{1F034B9D-26F2-1242-DAC1-ECBA9E3D92B5}"/>
          </ac:spMkLst>
        </pc:spChg>
        <pc:spChg chg="mod">
          <ac:chgData name="Hironari Yamada" userId="e57621f8-ec3c-449e-bb19-001fffcc008e" providerId="ADAL" clId="{BC0BD879-F267-5CCA-8DEA-E3B2DD07DA4E}" dt="2026-07-08T06:39:37.218" v="37157"/>
          <ac:spMkLst>
            <pc:docMk/>
            <pc:sldMk cId="722209890" sldId="2076139072"/>
            <ac:spMk id="9" creationId="{BAF0FB00-362E-8EC5-7D64-CECB72D104E6}"/>
          </ac:spMkLst>
        </pc:spChg>
        <pc:spChg chg="mod">
          <ac:chgData name="Hironari Yamada" userId="e57621f8-ec3c-449e-bb19-001fffcc008e" providerId="ADAL" clId="{BC0BD879-F267-5CCA-8DEA-E3B2DD07DA4E}" dt="2026-07-08T06:39:55.666" v="37160"/>
          <ac:spMkLst>
            <pc:docMk/>
            <pc:sldMk cId="722209890" sldId="2076139072"/>
            <ac:spMk id="11" creationId="{C42C2796-AF55-AE67-7273-38518DD6800C}"/>
          </ac:spMkLst>
        </pc:spChg>
        <pc:spChg chg="del">
          <ac:chgData name="Hironari Yamada" userId="e57621f8-ec3c-449e-bb19-001fffcc008e" providerId="ADAL" clId="{BC0BD879-F267-5CCA-8DEA-E3B2DD07DA4E}" dt="2026-07-08T06:39:46.927" v="37159" actId="478"/>
          <ac:spMkLst>
            <pc:docMk/>
            <pc:sldMk cId="722209890" sldId="2076139072"/>
            <ac:spMk id="14" creationId="{4D330F45-377E-2F03-61F8-F4075EB7EF35}"/>
          </ac:spMkLst>
        </pc:spChg>
        <pc:spChg chg="del">
          <ac:chgData name="Hironari Yamada" userId="e57621f8-ec3c-449e-bb19-001fffcc008e" providerId="ADAL" clId="{BC0BD879-F267-5CCA-8DEA-E3B2DD07DA4E}" dt="2026-07-08T06:39:44.243" v="37158" actId="478"/>
          <ac:spMkLst>
            <pc:docMk/>
            <pc:sldMk cId="722209890" sldId="2076139072"/>
            <ac:spMk id="15" creationId="{861308CA-51F4-3291-177F-4FDB349320CB}"/>
          </ac:spMkLst>
        </pc:spChg>
        <pc:spChg chg="del">
          <ac:chgData name="Hironari Yamada" userId="e57621f8-ec3c-449e-bb19-001fffcc008e" providerId="ADAL" clId="{BC0BD879-F267-5CCA-8DEA-E3B2DD07DA4E}" dt="2026-07-08T06:39:44.243" v="37158" actId="478"/>
          <ac:spMkLst>
            <pc:docMk/>
            <pc:sldMk cId="722209890" sldId="2076139072"/>
            <ac:spMk id="16" creationId="{40BC98A7-7B40-01B5-29C8-510A336248C5}"/>
          </ac:spMkLst>
        </pc:spChg>
        <pc:spChg chg="del">
          <ac:chgData name="Hironari Yamada" userId="e57621f8-ec3c-449e-bb19-001fffcc008e" providerId="ADAL" clId="{BC0BD879-F267-5CCA-8DEA-E3B2DD07DA4E}" dt="2026-07-08T06:39:44.243" v="37158" actId="478"/>
          <ac:spMkLst>
            <pc:docMk/>
            <pc:sldMk cId="722209890" sldId="2076139072"/>
            <ac:spMk id="17" creationId="{AEFC99C3-717C-9ED8-B810-7CB8B4EE0E6E}"/>
          </ac:spMkLst>
        </pc:spChg>
        <pc:spChg chg="del">
          <ac:chgData name="Hironari Yamada" userId="e57621f8-ec3c-449e-bb19-001fffcc008e" providerId="ADAL" clId="{BC0BD879-F267-5CCA-8DEA-E3B2DD07DA4E}" dt="2026-07-08T06:39:44.243" v="37158" actId="478"/>
          <ac:spMkLst>
            <pc:docMk/>
            <pc:sldMk cId="722209890" sldId="2076139072"/>
            <ac:spMk id="18" creationId="{BA150E38-E9D2-A121-7ED7-608B2F6FDC21}"/>
          </ac:spMkLst>
        </pc:spChg>
        <pc:spChg chg="del">
          <ac:chgData name="Hironari Yamada" userId="e57621f8-ec3c-449e-bb19-001fffcc008e" providerId="ADAL" clId="{BC0BD879-F267-5CCA-8DEA-E3B2DD07DA4E}" dt="2026-07-08T06:39:44.243" v="37158" actId="478"/>
          <ac:spMkLst>
            <pc:docMk/>
            <pc:sldMk cId="722209890" sldId="2076139072"/>
            <ac:spMk id="19" creationId="{E47ACE9F-9010-41F9-2891-AB2F94319A0E}"/>
          </ac:spMkLst>
        </pc:spChg>
        <pc:spChg chg="del">
          <ac:chgData name="Hironari Yamada" userId="e57621f8-ec3c-449e-bb19-001fffcc008e" providerId="ADAL" clId="{BC0BD879-F267-5CCA-8DEA-E3B2DD07DA4E}" dt="2026-07-08T06:39:44.243" v="37158" actId="478"/>
          <ac:spMkLst>
            <pc:docMk/>
            <pc:sldMk cId="722209890" sldId="2076139072"/>
            <ac:spMk id="20" creationId="{D793CC39-F876-10DD-B984-01921561CF8B}"/>
          </ac:spMkLst>
        </pc:spChg>
        <pc:spChg chg="add mod">
          <ac:chgData name="Hironari Yamada" userId="e57621f8-ec3c-449e-bb19-001fffcc008e" providerId="ADAL" clId="{BC0BD879-F267-5CCA-8DEA-E3B2DD07DA4E}" dt="2026-07-08T06:39:58.907" v="37161" actId="1076"/>
          <ac:spMkLst>
            <pc:docMk/>
            <pc:sldMk cId="722209890" sldId="2076139072"/>
            <ac:spMk id="23" creationId="{9FE04D29-FDB2-70D2-21DB-9CD62DD3F451}"/>
          </ac:spMkLst>
        </pc:spChg>
        <pc:spChg chg="add mod">
          <ac:chgData name="Hironari Yamada" userId="e57621f8-ec3c-449e-bb19-001fffcc008e" providerId="ADAL" clId="{BC0BD879-F267-5CCA-8DEA-E3B2DD07DA4E}" dt="2026-07-08T06:39:58.907" v="37161" actId="1076"/>
          <ac:spMkLst>
            <pc:docMk/>
            <pc:sldMk cId="722209890" sldId="2076139072"/>
            <ac:spMk id="24" creationId="{5FEBE019-2993-6BB6-030C-A1BCC2D52660}"/>
          </ac:spMkLst>
        </pc:spChg>
        <pc:spChg chg="mod">
          <ac:chgData name="Hironari Yamada" userId="e57621f8-ec3c-449e-bb19-001fffcc008e" providerId="ADAL" clId="{BC0BD879-F267-5CCA-8DEA-E3B2DD07DA4E}" dt="2026-07-08T06:39:55.666" v="37160"/>
          <ac:spMkLst>
            <pc:docMk/>
            <pc:sldMk cId="722209890" sldId="2076139072"/>
            <ac:spMk id="26" creationId="{CC864276-1AF8-3135-7809-DBFC47BDAC76}"/>
          </ac:spMkLst>
        </pc:spChg>
        <pc:spChg chg="mod">
          <ac:chgData name="Hironari Yamada" userId="e57621f8-ec3c-449e-bb19-001fffcc008e" providerId="ADAL" clId="{BC0BD879-F267-5CCA-8DEA-E3B2DD07DA4E}" dt="2026-07-08T06:39:58.907" v="37161" actId="1076"/>
          <ac:spMkLst>
            <pc:docMk/>
            <pc:sldMk cId="722209890" sldId="2076139072"/>
            <ac:spMk id="30" creationId="{67AAF7AC-2161-68AC-5D16-87132A3DF147}"/>
          </ac:spMkLst>
        </pc:spChg>
        <pc:spChg chg="mod">
          <ac:chgData name="Hironari Yamada" userId="e57621f8-ec3c-449e-bb19-001fffcc008e" providerId="ADAL" clId="{BC0BD879-F267-5CCA-8DEA-E3B2DD07DA4E}" dt="2026-07-08T06:39:58.907" v="37161" actId="1076"/>
          <ac:spMkLst>
            <pc:docMk/>
            <pc:sldMk cId="722209890" sldId="2076139072"/>
            <ac:spMk id="31" creationId="{03FB02C4-4040-7C99-B164-A023993C0FE5}"/>
          </ac:spMkLst>
        </pc:spChg>
        <pc:spChg chg="mod">
          <ac:chgData name="Hironari Yamada" userId="e57621f8-ec3c-449e-bb19-001fffcc008e" providerId="ADAL" clId="{BC0BD879-F267-5CCA-8DEA-E3B2DD07DA4E}" dt="2026-07-08T06:39:58.907" v="37161" actId="1076"/>
          <ac:spMkLst>
            <pc:docMk/>
            <pc:sldMk cId="722209890" sldId="2076139072"/>
            <ac:spMk id="33" creationId="{C7EB9DE1-940B-ABBD-CBB0-73A6774ABC5B}"/>
          </ac:spMkLst>
        </pc:spChg>
        <pc:spChg chg="mod">
          <ac:chgData name="Hironari Yamada" userId="e57621f8-ec3c-449e-bb19-001fffcc008e" providerId="ADAL" clId="{BC0BD879-F267-5CCA-8DEA-E3B2DD07DA4E}" dt="2026-07-08T06:39:58.907" v="37161" actId="1076"/>
          <ac:spMkLst>
            <pc:docMk/>
            <pc:sldMk cId="722209890" sldId="2076139072"/>
            <ac:spMk id="36" creationId="{02C9922B-F257-FD70-4E28-D2A96FA95A3C}"/>
          </ac:spMkLst>
        </pc:spChg>
        <pc:spChg chg="mod">
          <ac:chgData name="Hironari Yamada" userId="e57621f8-ec3c-449e-bb19-001fffcc008e" providerId="ADAL" clId="{BC0BD879-F267-5CCA-8DEA-E3B2DD07DA4E}" dt="2026-07-08T06:39:55.666" v="37160"/>
          <ac:spMkLst>
            <pc:docMk/>
            <pc:sldMk cId="722209890" sldId="2076139072"/>
            <ac:spMk id="38" creationId="{D8AE47DF-C570-1F62-242A-B1DC99DD3431}"/>
          </ac:spMkLst>
        </pc:spChg>
        <pc:spChg chg="mod">
          <ac:chgData name="Hironari Yamada" userId="e57621f8-ec3c-449e-bb19-001fffcc008e" providerId="ADAL" clId="{BC0BD879-F267-5CCA-8DEA-E3B2DD07DA4E}" dt="2026-07-08T06:39:55.666" v="37160"/>
          <ac:spMkLst>
            <pc:docMk/>
            <pc:sldMk cId="722209890" sldId="2076139072"/>
            <ac:spMk id="39" creationId="{4E52E08C-26A9-FA59-F87D-0618AF31AC9A}"/>
          </ac:spMkLst>
        </pc:spChg>
        <pc:spChg chg="mod">
          <ac:chgData name="Hironari Yamada" userId="e57621f8-ec3c-449e-bb19-001fffcc008e" providerId="ADAL" clId="{BC0BD879-F267-5CCA-8DEA-E3B2DD07DA4E}" dt="2026-07-08T06:39:55.666" v="37160"/>
          <ac:spMkLst>
            <pc:docMk/>
            <pc:sldMk cId="722209890" sldId="2076139072"/>
            <ac:spMk id="40" creationId="{ACFDCBA1-05A0-6F23-6862-548FC8F401CC}"/>
          </ac:spMkLst>
        </pc:spChg>
        <pc:spChg chg="mod">
          <ac:chgData name="Hironari Yamada" userId="e57621f8-ec3c-449e-bb19-001fffcc008e" providerId="ADAL" clId="{BC0BD879-F267-5CCA-8DEA-E3B2DD07DA4E}" dt="2026-07-08T06:39:55.666" v="37160"/>
          <ac:spMkLst>
            <pc:docMk/>
            <pc:sldMk cId="722209890" sldId="2076139072"/>
            <ac:spMk id="41" creationId="{4B232E11-A560-DDD1-9B11-44972F8D6AA7}"/>
          </ac:spMkLst>
        </pc:spChg>
        <pc:spChg chg="add mod">
          <ac:chgData name="Hironari Yamada" userId="e57621f8-ec3c-449e-bb19-001fffcc008e" providerId="ADAL" clId="{BC0BD879-F267-5CCA-8DEA-E3B2DD07DA4E}" dt="2026-07-08T06:39:58.907" v="37161" actId="1076"/>
          <ac:spMkLst>
            <pc:docMk/>
            <pc:sldMk cId="722209890" sldId="2076139072"/>
            <ac:spMk id="42" creationId="{64AD0387-95DE-CBEC-A6E9-8A32AA37214E}"/>
          </ac:spMkLst>
        </pc:spChg>
        <pc:picChg chg="mod">
          <ac:chgData name="Hironari Yamada" userId="e57621f8-ec3c-449e-bb19-001fffcc008e" providerId="ADAL" clId="{BC0BD879-F267-5CCA-8DEA-E3B2DD07DA4E}" dt="2026-07-08T06:39:58.907" v="37161" actId="1076"/>
          <ac:picMkLst>
            <pc:docMk/>
            <pc:sldMk cId="722209890" sldId="2076139072"/>
            <ac:picMk id="43" creationId="{BB5AE955-A7A5-359E-B2D1-EE71031548C1}"/>
          </ac:picMkLst>
        </pc:picChg>
        <pc:picChg chg="mod">
          <ac:chgData name="Hironari Yamada" userId="e57621f8-ec3c-449e-bb19-001fffcc008e" providerId="ADAL" clId="{BC0BD879-F267-5CCA-8DEA-E3B2DD07DA4E}" dt="2026-07-08T06:39:58.907" v="37161" actId="1076"/>
          <ac:picMkLst>
            <pc:docMk/>
            <pc:sldMk cId="722209890" sldId="2076139072"/>
            <ac:picMk id="44" creationId="{E704B3FF-8543-BC7D-77AE-42C52C15B8BA}"/>
          </ac:picMkLst>
        </pc:picChg>
        <pc:picChg chg="mod">
          <ac:chgData name="Hironari Yamada" userId="e57621f8-ec3c-449e-bb19-001fffcc008e" providerId="ADAL" clId="{BC0BD879-F267-5CCA-8DEA-E3B2DD07DA4E}" dt="2026-07-08T06:39:58.907" v="37161" actId="1076"/>
          <ac:picMkLst>
            <pc:docMk/>
            <pc:sldMk cId="722209890" sldId="2076139072"/>
            <ac:picMk id="51" creationId="{6EFDA127-CA08-1572-290E-459048337608}"/>
          </ac:picMkLst>
        </pc:picChg>
      </pc:sldChg>
      <pc:sldChg chg="addSp delSp modSp add mod">
        <pc:chgData name="Hironari Yamada" userId="e57621f8-ec3c-449e-bb19-001fffcc008e" providerId="ADAL" clId="{BC0BD879-F267-5CCA-8DEA-E3B2DD07DA4E}" dt="2026-07-08T06:40:28.089" v="37169" actId="1076"/>
        <pc:sldMkLst>
          <pc:docMk/>
          <pc:sldMk cId="2076462329" sldId="2076139073"/>
        </pc:sldMkLst>
        <pc:spChg chg="mod">
          <ac:chgData name="Hironari Yamada" userId="e57621f8-ec3c-449e-bb19-001fffcc008e" providerId="ADAL" clId="{BC0BD879-F267-5CCA-8DEA-E3B2DD07DA4E}" dt="2026-07-08T06:40:11.385" v="37163"/>
          <ac:spMkLst>
            <pc:docMk/>
            <pc:sldMk cId="2076462329" sldId="2076139073"/>
            <ac:spMk id="9" creationId="{9BC0E0DA-A353-AC0D-06D3-2C9E73106D5D}"/>
          </ac:spMkLst>
        </pc:spChg>
        <pc:spChg chg="add del mod">
          <ac:chgData name="Hironari Yamada" userId="e57621f8-ec3c-449e-bb19-001fffcc008e" providerId="ADAL" clId="{BC0BD879-F267-5CCA-8DEA-E3B2DD07DA4E}" dt="2026-07-08T06:40:21.788" v="37166"/>
          <ac:spMkLst>
            <pc:docMk/>
            <pc:sldMk cId="2076462329" sldId="2076139073"/>
            <ac:spMk id="14" creationId="{204C17FF-15C8-6DC8-B536-A808B2DFD2D2}"/>
          </ac:spMkLst>
        </pc:spChg>
        <pc:spChg chg="mod">
          <ac:chgData name="Hironari Yamada" userId="e57621f8-ec3c-449e-bb19-001fffcc008e" providerId="ADAL" clId="{BC0BD879-F267-5CCA-8DEA-E3B2DD07DA4E}" dt="2026-07-08T06:40:22.967" v="37168"/>
          <ac:spMkLst>
            <pc:docMk/>
            <pc:sldMk cId="2076462329" sldId="2076139073"/>
            <ac:spMk id="17" creationId="{AEC37CF4-3460-1194-B2BD-B97FB3471E0C}"/>
          </ac:spMkLst>
        </pc:spChg>
        <pc:spChg chg="del">
          <ac:chgData name="Hironari Yamada" userId="e57621f8-ec3c-449e-bb19-001fffcc008e" providerId="ADAL" clId="{BC0BD879-F267-5CCA-8DEA-E3B2DD07DA4E}" dt="2026-07-08T06:40:22.462" v="37167" actId="478"/>
          <ac:spMkLst>
            <pc:docMk/>
            <pc:sldMk cId="2076462329" sldId="2076139073"/>
            <ac:spMk id="23" creationId="{FF6F9526-3E60-D104-6D8A-F0AE4040F375}"/>
          </ac:spMkLst>
        </pc:spChg>
        <pc:spChg chg="del">
          <ac:chgData name="Hironari Yamada" userId="e57621f8-ec3c-449e-bb19-001fffcc008e" providerId="ADAL" clId="{BC0BD879-F267-5CCA-8DEA-E3B2DD07DA4E}" dt="2026-07-08T06:40:22.462" v="37167" actId="478"/>
          <ac:spMkLst>
            <pc:docMk/>
            <pc:sldMk cId="2076462329" sldId="2076139073"/>
            <ac:spMk id="24" creationId="{30BE3475-2B17-67FD-9EE9-B4C509B138F6}"/>
          </ac:spMkLst>
        </pc:spChg>
        <pc:spChg chg="del">
          <ac:chgData name="Hironari Yamada" userId="e57621f8-ec3c-449e-bb19-001fffcc008e" providerId="ADAL" clId="{BC0BD879-F267-5CCA-8DEA-E3B2DD07DA4E}" dt="2026-07-08T06:40:22.462" v="37167" actId="478"/>
          <ac:spMkLst>
            <pc:docMk/>
            <pc:sldMk cId="2076462329" sldId="2076139073"/>
            <ac:spMk id="30" creationId="{FB489595-E690-FDDD-18FD-C1A24F5C819A}"/>
          </ac:spMkLst>
        </pc:spChg>
        <pc:spChg chg="del">
          <ac:chgData name="Hironari Yamada" userId="e57621f8-ec3c-449e-bb19-001fffcc008e" providerId="ADAL" clId="{BC0BD879-F267-5CCA-8DEA-E3B2DD07DA4E}" dt="2026-07-08T06:40:22.462" v="37167" actId="478"/>
          <ac:spMkLst>
            <pc:docMk/>
            <pc:sldMk cId="2076462329" sldId="2076139073"/>
            <ac:spMk id="31" creationId="{BF5B889C-6A6C-52E6-3E67-C8656024D437}"/>
          </ac:spMkLst>
        </pc:spChg>
        <pc:spChg chg="del">
          <ac:chgData name="Hironari Yamada" userId="e57621f8-ec3c-449e-bb19-001fffcc008e" providerId="ADAL" clId="{BC0BD879-F267-5CCA-8DEA-E3B2DD07DA4E}" dt="2026-07-08T06:40:22.462" v="37167" actId="478"/>
          <ac:spMkLst>
            <pc:docMk/>
            <pc:sldMk cId="2076462329" sldId="2076139073"/>
            <ac:spMk id="33" creationId="{BC53181F-7A22-7850-4188-F1304CED050A}"/>
          </ac:spMkLst>
        </pc:spChg>
        <pc:spChg chg="del">
          <ac:chgData name="Hironari Yamada" userId="e57621f8-ec3c-449e-bb19-001fffcc008e" providerId="ADAL" clId="{BC0BD879-F267-5CCA-8DEA-E3B2DD07DA4E}" dt="2026-07-08T06:40:22.462" v="37167" actId="478"/>
          <ac:spMkLst>
            <pc:docMk/>
            <pc:sldMk cId="2076462329" sldId="2076139073"/>
            <ac:spMk id="36" creationId="{9CC73B75-2EC3-28C5-CB1E-684F99693635}"/>
          </ac:spMkLst>
        </pc:spChg>
        <pc:spChg chg="del">
          <ac:chgData name="Hironari Yamada" userId="e57621f8-ec3c-449e-bb19-001fffcc008e" providerId="ADAL" clId="{BC0BD879-F267-5CCA-8DEA-E3B2DD07DA4E}" dt="2026-07-08T06:40:22.462" v="37167" actId="478"/>
          <ac:spMkLst>
            <pc:docMk/>
            <pc:sldMk cId="2076462329" sldId="2076139073"/>
            <ac:spMk id="42" creationId="{6DB863C4-442D-4946-0B42-DFD808314E89}"/>
          </ac:spMkLst>
        </pc:spChg>
        <pc:spChg chg="mod">
          <ac:chgData name="Hironari Yamada" userId="e57621f8-ec3c-449e-bb19-001fffcc008e" providerId="ADAL" clId="{BC0BD879-F267-5CCA-8DEA-E3B2DD07DA4E}" dt="2026-07-08T06:40:28.089" v="37169" actId="1076"/>
          <ac:spMkLst>
            <pc:docMk/>
            <pc:sldMk cId="2076462329" sldId="2076139073"/>
            <ac:spMk id="55" creationId="{D8FA60A0-94A0-0D8E-4070-6C2B0DD4FC26}"/>
          </ac:spMkLst>
        </pc:spChg>
        <pc:spChg chg="mod">
          <ac:chgData name="Hironari Yamada" userId="e57621f8-ec3c-449e-bb19-001fffcc008e" providerId="ADAL" clId="{BC0BD879-F267-5CCA-8DEA-E3B2DD07DA4E}" dt="2026-07-08T06:40:28.089" v="37169" actId="1076"/>
          <ac:spMkLst>
            <pc:docMk/>
            <pc:sldMk cId="2076462329" sldId="2076139073"/>
            <ac:spMk id="56" creationId="{66F692A0-8D2F-39A9-2285-309D2C6DFB26}"/>
          </ac:spMkLst>
        </pc:spChg>
        <pc:spChg chg="mod">
          <ac:chgData name="Hironari Yamada" userId="e57621f8-ec3c-449e-bb19-001fffcc008e" providerId="ADAL" clId="{BC0BD879-F267-5CCA-8DEA-E3B2DD07DA4E}" dt="2026-07-08T06:40:22.967" v="37168"/>
          <ac:spMkLst>
            <pc:docMk/>
            <pc:sldMk cId="2076462329" sldId="2076139073"/>
            <ac:spMk id="58" creationId="{BFE4F85D-9E26-8BB1-C343-0A7902E48BFB}"/>
          </ac:spMkLst>
        </pc:spChg>
        <pc:spChg chg="mod">
          <ac:chgData name="Hironari Yamada" userId="e57621f8-ec3c-449e-bb19-001fffcc008e" providerId="ADAL" clId="{BC0BD879-F267-5CCA-8DEA-E3B2DD07DA4E}" dt="2026-07-08T06:40:22.967" v="37168"/>
          <ac:spMkLst>
            <pc:docMk/>
            <pc:sldMk cId="2076462329" sldId="2076139073"/>
            <ac:spMk id="60" creationId="{FE6CD4C5-0B5C-326D-266C-7B9DFFDCE47F}"/>
          </ac:spMkLst>
        </pc:spChg>
        <pc:spChg chg="mod">
          <ac:chgData name="Hironari Yamada" userId="e57621f8-ec3c-449e-bb19-001fffcc008e" providerId="ADAL" clId="{BC0BD879-F267-5CCA-8DEA-E3B2DD07DA4E}" dt="2026-07-08T06:40:22.967" v="37168"/>
          <ac:spMkLst>
            <pc:docMk/>
            <pc:sldMk cId="2076462329" sldId="2076139073"/>
            <ac:spMk id="61" creationId="{B06121E4-E72F-A7D3-203C-E288EEE40641}"/>
          </ac:spMkLst>
        </pc:spChg>
        <pc:spChg chg="add mod">
          <ac:chgData name="Hironari Yamada" userId="e57621f8-ec3c-449e-bb19-001fffcc008e" providerId="ADAL" clId="{BC0BD879-F267-5CCA-8DEA-E3B2DD07DA4E}" dt="2026-07-08T06:40:28.089" v="37169" actId="1076"/>
          <ac:spMkLst>
            <pc:docMk/>
            <pc:sldMk cId="2076462329" sldId="2076139073"/>
            <ac:spMk id="62" creationId="{83DECFBD-C355-D6AC-8C8F-F68F613CA324}"/>
          </ac:spMkLst>
        </pc:spChg>
        <pc:spChg chg="mod">
          <ac:chgData name="Hironari Yamada" userId="e57621f8-ec3c-449e-bb19-001fffcc008e" providerId="ADAL" clId="{BC0BD879-F267-5CCA-8DEA-E3B2DD07DA4E}" dt="2026-07-08T06:40:22.967" v="37168"/>
          <ac:spMkLst>
            <pc:docMk/>
            <pc:sldMk cId="2076462329" sldId="2076139073"/>
            <ac:spMk id="65" creationId="{3A954CE7-76DC-A9AB-6D42-6BF895929E06}"/>
          </ac:spMkLst>
        </pc:spChg>
        <pc:spChg chg="mod">
          <ac:chgData name="Hironari Yamada" userId="e57621f8-ec3c-449e-bb19-001fffcc008e" providerId="ADAL" clId="{BC0BD879-F267-5CCA-8DEA-E3B2DD07DA4E}" dt="2026-07-08T06:40:22.967" v="37168"/>
          <ac:spMkLst>
            <pc:docMk/>
            <pc:sldMk cId="2076462329" sldId="2076139073"/>
            <ac:spMk id="66" creationId="{101BC880-C611-0FCE-2AC5-DD3409E8C203}"/>
          </ac:spMkLst>
        </pc:spChg>
        <pc:spChg chg="mod">
          <ac:chgData name="Hironari Yamada" userId="e57621f8-ec3c-449e-bb19-001fffcc008e" providerId="ADAL" clId="{BC0BD879-F267-5CCA-8DEA-E3B2DD07DA4E}" dt="2026-07-08T06:40:22.967" v="37168"/>
          <ac:spMkLst>
            <pc:docMk/>
            <pc:sldMk cId="2076462329" sldId="2076139073"/>
            <ac:spMk id="67" creationId="{E7139B36-34C7-FE2C-9A88-7B3B88B1D658}"/>
          </ac:spMkLst>
        </pc:spChg>
        <pc:spChg chg="mod">
          <ac:chgData name="Hironari Yamada" userId="e57621f8-ec3c-449e-bb19-001fffcc008e" providerId="ADAL" clId="{BC0BD879-F267-5CCA-8DEA-E3B2DD07DA4E}" dt="2026-07-08T06:40:28.089" v="37169" actId="1076"/>
          <ac:spMkLst>
            <pc:docMk/>
            <pc:sldMk cId="2076462329" sldId="2076139073"/>
            <ac:spMk id="68" creationId="{F3A5B807-F2CC-1884-80C8-EADECA6F95A6}"/>
          </ac:spMkLst>
        </pc:spChg>
        <pc:spChg chg="add mod">
          <ac:chgData name="Hironari Yamada" userId="e57621f8-ec3c-449e-bb19-001fffcc008e" providerId="ADAL" clId="{BC0BD879-F267-5CCA-8DEA-E3B2DD07DA4E}" dt="2026-07-08T06:40:28.089" v="37169" actId="1076"/>
          <ac:spMkLst>
            <pc:docMk/>
            <pc:sldMk cId="2076462329" sldId="2076139073"/>
            <ac:spMk id="79" creationId="{4DE89542-F2F2-93F3-CF1E-978C91697722}"/>
          </ac:spMkLst>
        </pc:spChg>
        <pc:spChg chg="add mod">
          <ac:chgData name="Hironari Yamada" userId="e57621f8-ec3c-449e-bb19-001fffcc008e" providerId="ADAL" clId="{BC0BD879-F267-5CCA-8DEA-E3B2DD07DA4E}" dt="2026-07-08T06:40:28.089" v="37169" actId="1076"/>
          <ac:spMkLst>
            <pc:docMk/>
            <pc:sldMk cId="2076462329" sldId="2076139073"/>
            <ac:spMk id="80" creationId="{62BFAAB7-9FAA-0325-15BD-BE4CD45416CF}"/>
          </ac:spMkLst>
        </pc:spChg>
        <pc:spChg chg="mod">
          <ac:chgData name="Hironari Yamada" userId="e57621f8-ec3c-449e-bb19-001fffcc008e" providerId="ADAL" clId="{BC0BD879-F267-5CCA-8DEA-E3B2DD07DA4E}" dt="2026-07-08T06:40:28.089" v="37169" actId="1076"/>
          <ac:spMkLst>
            <pc:docMk/>
            <pc:sldMk cId="2076462329" sldId="2076139073"/>
            <ac:spMk id="83" creationId="{D8ACB1F7-0CE9-E7E3-B22C-526AE08C0FE8}"/>
          </ac:spMkLst>
        </pc:spChg>
        <pc:spChg chg="mod">
          <ac:chgData name="Hironari Yamada" userId="e57621f8-ec3c-449e-bb19-001fffcc008e" providerId="ADAL" clId="{BC0BD879-F267-5CCA-8DEA-E3B2DD07DA4E}" dt="2026-07-08T06:40:28.089" v="37169" actId="1076"/>
          <ac:spMkLst>
            <pc:docMk/>
            <pc:sldMk cId="2076462329" sldId="2076139073"/>
            <ac:spMk id="84" creationId="{D20B182E-7912-DDAF-535C-5E63D8A5EE25}"/>
          </ac:spMkLst>
        </pc:spChg>
        <pc:picChg chg="del">
          <ac:chgData name="Hironari Yamada" userId="e57621f8-ec3c-449e-bb19-001fffcc008e" providerId="ADAL" clId="{BC0BD879-F267-5CCA-8DEA-E3B2DD07DA4E}" dt="2026-07-08T06:40:22.462" v="37167" actId="478"/>
          <ac:picMkLst>
            <pc:docMk/>
            <pc:sldMk cId="2076462329" sldId="2076139073"/>
            <ac:picMk id="43" creationId="{287FF584-1DAC-A766-EA46-1DCEC8E05251}"/>
          </ac:picMkLst>
        </pc:picChg>
        <pc:picChg chg="del">
          <ac:chgData name="Hironari Yamada" userId="e57621f8-ec3c-449e-bb19-001fffcc008e" providerId="ADAL" clId="{BC0BD879-F267-5CCA-8DEA-E3B2DD07DA4E}" dt="2026-07-08T06:40:22.462" v="37167" actId="478"/>
          <ac:picMkLst>
            <pc:docMk/>
            <pc:sldMk cId="2076462329" sldId="2076139073"/>
            <ac:picMk id="47" creationId="{1EDB97B8-2A4C-8F62-7EC2-751C8ED8BEC2}"/>
          </ac:picMkLst>
        </pc:picChg>
        <pc:picChg chg="del">
          <ac:chgData name="Hironari Yamada" userId="e57621f8-ec3c-449e-bb19-001fffcc008e" providerId="ADAL" clId="{BC0BD879-F267-5CCA-8DEA-E3B2DD07DA4E}" dt="2026-07-08T06:40:22.462" v="37167" actId="478"/>
          <ac:picMkLst>
            <pc:docMk/>
            <pc:sldMk cId="2076462329" sldId="2076139073"/>
            <ac:picMk id="50" creationId="{E9379E30-F8D3-E69D-9FB4-1AD4EAD83BC2}"/>
          </ac:picMkLst>
        </pc:picChg>
        <pc:picChg chg="mod">
          <ac:chgData name="Hironari Yamada" userId="e57621f8-ec3c-449e-bb19-001fffcc008e" providerId="ADAL" clId="{BC0BD879-F267-5CCA-8DEA-E3B2DD07DA4E}" dt="2026-07-08T06:40:28.089" v="37169" actId="1076"/>
          <ac:picMkLst>
            <pc:docMk/>
            <pc:sldMk cId="2076462329" sldId="2076139073"/>
            <ac:picMk id="71" creationId="{FFC7EDE2-461C-C774-1AF3-9BF571A1917A}"/>
          </ac:picMkLst>
        </pc:picChg>
        <pc:picChg chg="mod">
          <ac:chgData name="Hironari Yamada" userId="e57621f8-ec3c-449e-bb19-001fffcc008e" providerId="ADAL" clId="{BC0BD879-F267-5CCA-8DEA-E3B2DD07DA4E}" dt="2026-07-08T06:40:28.089" v="37169" actId="1076"/>
          <ac:picMkLst>
            <pc:docMk/>
            <pc:sldMk cId="2076462329" sldId="2076139073"/>
            <ac:picMk id="76" creationId="{5AC3484B-D81A-7780-1E09-85A1D122AF3A}"/>
          </ac:picMkLst>
        </pc:picChg>
      </pc:sldChg>
      <pc:sldChg chg="addSp delSp modSp add mod">
        <pc:chgData name="Hironari Yamada" userId="e57621f8-ec3c-449e-bb19-001fffcc008e" providerId="ADAL" clId="{BC0BD879-F267-5CCA-8DEA-E3B2DD07DA4E}" dt="2026-07-08T06:41:27.501" v="37179"/>
        <pc:sldMkLst>
          <pc:docMk/>
          <pc:sldMk cId="3259761889" sldId="2076139074"/>
        </pc:sldMkLst>
        <pc:spChg chg="add mod">
          <ac:chgData name="Hironari Yamada" userId="e57621f8-ec3c-449e-bb19-001fffcc008e" providerId="ADAL" clId="{BC0BD879-F267-5CCA-8DEA-E3B2DD07DA4E}" dt="2026-07-08T06:41:13.677" v="37178" actId="1076"/>
          <ac:spMkLst>
            <pc:docMk/>
            <pc:sldMk cId="3259761889" sldId="2076139074"/>
            <ac:spMk id="3" creationId="{A8E33237-CC09-FF60-C9CD-A188BB3BB9E7}"/>
          </ac:spMkLst>
        </pc:spChg>
        <pc:spChg chg="add mod">
          <ac:chgData name="Hironari Yamada" userId="e57621f8-ec3c-449e-bb19-001fffcc008e" providerId="ADAL" clId="{BC0BD879-F267-5CCA-8DEA-E3B2DD07DA4E}" dt="2026-07-08T06:41:13.677" v="37178" actId="1076"/>
          <ac:spMkLst>
            <pc:docMk/>
            <pc:sldMk cId="3259761889" sldId="2076139074"/>
            <ac:spMk id="5" creationId="{55BE870C-82F2-935B-A356-A285C25118AA}"/>
          </ac:spMkLst>
        </pc:spChg>
        <pc:spChg chg="add mod">
          <ac:chgData name="Hironari Yamada" userId="e57621f8-ec3c-449e-bb19-001fffcc008e" providerId="ADAL" clId="{BC0BD879-F267-5CCA-8DEA-E3B2DD07DA4E}" dt="2026-07-08T06:41:13.677" v="37178" actId="1076"/>
          <ac:spMkLst>
            <pc:docMk/>
            <pc:sldMk cId="3259761889" sldId="2076139074"/>
            <ac:spMk id="6" creationId="{5DBF6D96-03D4-C13C-E8EC-167BD6E06CE9}"/>
          </ac:spMkLst>
        </pc:spChg>
        <pc:spChg chg="mod">
          <ac:chgData name="Hironari Yamada" userId="e57621f8-ec3c-449e-bb19-001fffcc008e" providerId="ADAL" clId="{BC0BD879-F267-5CCA-8DEA-E3B2DD07DA4E}" dt="2026-07-08T06:41:10.361" v="37177"/>
          <ac:spMkLst>
            <pc:docMk/>
            <pc:sldMk cId="3259761889" sldId="2076139074"/>
            <ac:spMk id="8" creationId="{CE8C3434-855A-EDC5-9167-EBF08CA093DE}"/>
          </ac:spMkLst>
        </pc:spChg>
        <pc:spChg chg="mod">
          <ac:chgData name="Hironari Yamada" userId="e57621f8-ec3c-449e-bb19-001fffcc008e" providerId="ADAL" clId="{BC0BD879-F267-5CCA-8DEA-E3B2DD07DA4E}" dt="2026-07-08T06:40:58.583" v="37174" actId="20577"/>
          <ac:spMkLst>
            <pc:docMk/>
            <pc:sldMk cId="3259761889" sldId="2076139074"/>
            <ac:spMk id="9" creationId="{B55A00CF-4BD8-6B20-5C86-521D1B074245}"/>
          </ac:spMkLst>
        </pc:spChg>
        <pc:spChg chg="mod">
          <ac:chgData name="Hironari Yamada" userId="e57621f8-ec3c-449e-bb19-001fffcc008e" providerId="ADAL" clId="{BC0BD879-F267-5CCA-8DEA-E3B2DD07DA4E}" dt="2026-07-08T06:41:10.361" v="37177"/>
          <ac:spMkLst>
            <pc:docMk/>
            <pc:sldMk cId="3259761889" sldId="2076139074"/>
            <ac:spMk id="11" creationId="{43D5B50C-0220-4608-6DD3-7F683C1E2A7A}"/>
          </ac:spMkLst>
        </pc:spChg>
        <pc:spChg chg="mod">
          <ac:chgData name="Hironari Yamada" userId="e57621f8-ec3c-449e-bb19-001fffcc008e" providerId="ADAL" clId="{BC0BD879-F267-5CCA-8DEA-E3B2DD07DA4E}" dt="2026-07-08T06:41:10.361" v="37177"/>
          <ac:spMkLst>
            <pc:docMk/>
            <pc:sldMk cId="3259761889" sldId="2076139074"/>
            <ac:spMk id="12" creationId="{B99149EE-2E76-CC43-E861-2E32E5BA5369}"/>
          </ac:spMkLst>
        </pc:spChg>
        <pc:spChg chg="mod">
          <ac:chgData name="Hironari Yamada" userId="e57621f8-ec3c-449e-bb19-001fffcc008e" providerId="ADAL" clId="{BC0BD879-F267-5CCA-8DEA-E3B2DD07DA4E}" dt="2026-07-08T06:41:10.361" v="37177"/>
          <ac:spMkLst>
            <pc:docMk/>
            <pc:sldMk cId="3259761889" sldId="2076139074"/>
            <ac:spMk id="13" creationId="{8FB34CD9-358C-3F8A-70B3-9A2C9C6FCD1C}"/>
          </ac:spMkLst>
        </pc:spChg>
        <pc:spChg chg="mod">
          <ac:chgData name="Hironari Yamada" userId="e57621f8-ec3c-449e-bb19-001fffcc008e" providerId="ADAL" clId="{BC0BD879-F267-5CCA-8DEA-E3B2DD07DA4E}" dt="2026-07-08T06:41:10.361" v="37177"/>
          <ac:spMkLst>
            <pc:docMk/>
            <pc:sldMk cId="3259761889" sldId="2076139074"/>
            <ac:spMk id="14" creationId="{F197D377-9DDF-6C0A-3323-751B9FC0AD0B}"/>
          </ac:spMkLst>
        </pc:spChg>
        <pc:spChg chg="add mod">
          <ac:chgData name="Hironari Yamada" userId="e57621f8-ec3c-449e-bb19-001fffcc008e" providerId="ADAL" clId="{BC0BD879-F267-5CCA-8DEA-E3B2DD07DA4E}" dt="2026-07-08T06:41:13.677" v="37178" actId="1076"/>
          <ac:spMkLst>
            <pc:docMk/>
            <pc:sldMk cId="3259761889" sldId="2076139074"/>
            <ac:spMk id="23" creationId="{CA56B8BB-ECB5-53FD-C3AF-394A2CDB828A}"/>
          </ac:spMkLst>
        </pc:spChg>
        <pc:spChg chg="add mod">
          <ac:chgData name="Hironari Yamada" userId="e57621f8-ec3c-449e-bb19-001fffcc008e" providerId="ADAL" clId="{BC0BD879-F267-5CCA-8DEA-E3B2DD07DA4E}" dt="2026-07-08T06:41:27.501" v="37179"/>
          <ac:spMkLst>
            <pc:docMk/>
            <pc:sldMk cId="3259761889" sldId="2076139074"/>
            <ac:spMk id="27" creationId="{519507D5-A5D8-A46D-204F-D7C6080B3AF1}"/>
          </ac:spMkLst>
        </pc:spChg>
        <pc:spChg chg="add mod">
          <ac:chgData name="Hironari Yamada" userId="e57621f8-ec3c-449e-bb19-001fffcc008e" providerId="ADAL" clId="{BC0BD879-F267-5CCA-8DEA-E3B2DD07DA4E}" dt="2026-07-08T06:41:27.501" v="37179"/>
          <ac:spMkLst>
            <pc:docMk/>
            <pc:sldMk cId="3259761889" sldId="2076139074"/>
            <ac:spMk id="28" creationId="{3EE13D5F-D43A-A60C-109D-174AD11F25F2}"/>
          </ac:spMkLst>
        </pc:spChg>
        <pc:spChg chg="add mod">
          <ac:chgData name="Hironari Yamada" userId="e57621f8-ec3c-449e-bb19-001fffcc008e" providerId="ADAL" clId="{BC0BD879-F267-5CCA-8DEA-E3B2DD07DA4E}" dt="2026-07-08T06:41:27.501" v="37179"/>
          <ac:spMkLst>
            <pc:docMk/>
            <pc:sldMk cId="3259761889" sldId="2076139074"/>
            <ac:spMk id="29" creationId="{6A0420F2-7C18-A27C-89B1-911B1E00C539}"/>
          </ac:spMkLst>
        </pc:spChg>
        <pc:spChg chg="mod">
          <ac:chgData name="Hironari Yamada" userId="e57621f8-ec3c-449e-bb19-001fffcc008e" providerId="ADAL" clId="{BC0BD879-F267-5CCA-8DEA-E3B2DD07DA4E}" dt="2026-07-08T06:41:27.501" v="37179"/>
          <ac:spMkLst>
            <pc:docMk/>
            <pc:sldMk cId="3259761889" sldId="2076139074"/>
            <ac:spMk id="31" creationId="{9CF8C6BC-2493-72FB-C67E-8CF066C18301}"/>
          </ac:spMkLst>
        </pc:spChg>
        <pc:spChg chg="mod">
          <ac:chgData name="Hironari Yamada" userId="e57621f8-ec3c-449e-bb19-001fffcc008e" providerId="ADAL" clId="{BC0BD879-F267-5CCA-8DEA-E3B2DD07DA4E}" dt="2026-07-08T06:41:27.501" v="37179"/>
          <ac:spMkLst>
            <pc:docMk/>
            <pc:sldMk cId="3259761889" sldId="2076139074"/>
            <ac:spMk id="33" creationId="{62F8CA37-FF17-26B0-6D28-3353AB38B793}"/>
          </ac:spMkLst>
        </pc:spChg>
        <pc:spChg chg="mod">
          <ac:chgData name="Hironari Yamada" userId="e57621f8-ec3c-449e-bb19-001fffcc008e" providerId="ADAL" clId="{BC0BD879-F267-5CCA-8DEA-E3B2DD07DA4E}" dt="2026-07-08T06:41:27.501" v="37179"/>
          <ac:spMkLst>
            <pc:docMk/>
            <pc:sldMk cId="3259761889" sldId="2076139074"/>
            <ac:spMk id="34" creationId="{C92B34FD-9465-2FFF-11A2-53CCCA6FD086}"/>
          </ac:spMkLst>
        </pc:spChg>
        <pc:spChg chg="mod">
          <ac:chgData name="Hironari Yamada" userId="e57621f8-ec3c-449e-bb19-001fffcc008e" providerId="ADAL" clId="{BC0BD879-F267-5CCA-8DEA-E3B2DD07DA4E}" dt="2026-07-08T06:41:27.501" v="37179"/>
          <ac:spMkLst>
            <pc:docMk/>
            <pc:sldMk cId="3259761889" sldId="2076139074"/>
            <ac:spMk id="35" creationId="{DAF5C882-9AB9-E53E-80D3-DAF7C4977CB1}"/>
          </ac:spMkLst>
        </pc:spChg>
        <pc:spChg chg="mod">
          <ac:chgData name="Hironari Yamada" userId="e57621f8-ec3c-449e-bb19-001fffcc008e" providerId="ADAL" clId="{BC0BD879-F267-5CCA-8DEA-E3B2DD07DA4E}" dt="2026-07-08T06:41:27.501" v="37179"/>
          <ac:spMkLst>
            <pc:docMk/>
            <pc:sldMk cId="3259761889" sldId="2076139074"/>
            <ac:spMk id="36" creationId="{A169B3F2-85CE-DCA5-D8FA-666F7DF525B4}"/>
          </ac:spMkLst>
        </pc:spChg>
        <pc:spChg chg="add mod">
          <ac:chgData name="Hironari Yamada" userId="e57621f8-ec3c-449e-bb19-001fffcc008e" providerId="ADAL" clId="{BC0BD879-F267-5CCA-8DEA-E3B2DD07DA4E}" dt="2026-07-08T06:41:27.501" v="37179"/>
          <ac:spMkLst>
            <pc:docMk/>
            <pc:sldMk cId="3259761889" sldId="2076139074"/>
            <ac:spMk id="39" creationId="{92B7943D-84FF-4EC5-534D-5ED694755A7C}"/>
          </ac:spMkLst>
        </pc:spChg>
        <pc:spChg chg="del">
          <ac:chgData name="Hironari Yamada" userId="e57621f8-ec3c-449e-bb19-001fffcc008e" providerId="ADAL" clId="{BC0BD879-F267-5CCA-8DEA-E3B2DD07DA4E}" dt="2026-07-08T06:41:02.640" v="37175" actId="478"/>
          <ac:spMkLst>
            <pc:docMk/>
            <pc:sldMk cId="3259761889" sldId="2076139074"/>
            <ac:spMk id="55" creationId="{6F1215E9-1C8E-0B83-C0B4-39CCC4E5E766}"/>
          </ac:spMkLst>
        </pc:spChg>
        <pc:spChg chg="del">
          <ac:chgData name="Hironari Yamada" userId="e57621f8-ec3c-449e-bb19-001fffcc008e" providerId="ADAL" clId="{BC0BD879-F267-5CCA-8DEA-E3B2DD07DA4E}" dt="2026-07-08T06:41:02.640" v="37175" actId="478"/>
          <ac:spMkLst>
            <pc:docMk/>
            <pc:sldMk cId="3259761889" sldId="2076139074"/>
            <ac:spMk id="56" creationId="{EEFD2626-9E0B-8A36-E221-3A7ED7B8A27E}"/>
          </ac:spMkLst>
        </pc:spChg>
        <pc:spChg chg="del">
          <ac:chgData name="Hironari Yamada" userId="e57621f8-ec3c-449e-bb19-001fffcc008e" providerId="ADAL" clId="{BC0BD879-F267-5CCA-8DEA-E3B2DD07DA4E}" dt="2026-07-08T06:41:02.640" v="37175" actId="478"/>
          <ac:spMkLst>
            <pc:docMk/>
            <pc:sldMk cId="3259761889" sldId="2076139074"/>
            <ac:spMk id="62" creationId="{B629CCAF-7DCB-6B6B-E568-69D9B4F9F0CE}"/>
          </ac:spMkLst>
        </pc:spChg>
        <pc:spChg chg="del">
          <ac:chgData name="Hironari Yamada" userId="e57621f8-ec3c-449e-bb19-001fffcc008e" providerId="ADAL" clId="{BC0BD879-F267-5CCA-8DEA-E3B2DD07DA4E}" dt="2026-07-08T06:41:02.640" v="37175" actId="478"/>
          <ac:spMkLst>
            <pc:docMk/>
            <pc:sldMk cId="3259761889" sldId="2076139074"/>
            <ac:spMk id="68" creationId="{49E13AAF-AE24-32BB-2371-E928B1AA1BDA}"/>
          </ac:spMkLst>
        </pc:spChg>
        <pc:spChg chg="del">
          <ac:chgData name="Hironari Yamada" userId="e57621f8-ec3c-449e-bb19-001fffcc008e" providerId="ADAL" clId="{BC0BD879-F267-5CCA-8DEA-E3B2DD07DA4E}" dt="2026-07-08T06:41:02.640" v="37175" actId="478"/>
          <ac:spMkLst>
            <pc:docMk/>
            <pc:sldMk cId="3259761889" sldId="2076139074"/>
            <ac:spMk id="79" creationId="{AE9CCA11-BC8F-C52F-0E67-69FA4D8DCD72}"/>
          </ac:spMkLst>
        </pc:spChg>
        <pc:spChg chg="del">
          <ac:chgData name="Hironari Yamada" userId="e57621f8-ec3c-449e-bb19-001fffcc008e" providerId="ADAL" clId="{BC0BD879-F267-5CCA-8DEA-E3B2DD07DA4E}" dt="2026-07-08T06:41:02.640" v="37175" actId="478"/>
          <ac:spMkLst>
            <pc:docMk/>
            <pc:sldMk cId="3259761889" sldId="2076139074"/>
            <ac:spMk id="80" creationId="{EECFD264-80F4-58DE-D531-CDC8A7379FE8}"/>
          </ac:spMkLst>
        </pc:spChg>
        <pc:spChg chg="del">
          <ac:chgData name="Hironari Yamada" userId="e57621f8-ec3c-449e-bb19-001fffcc008e" providerId="ADAL" clId="{BC0BD879-F267-5CCA-8DEA-E3B2DD07DA4E}" dt="2026-07-08T06:41:02.640" v="37175" actId="478"/>
          <ac:spMkLst>
            <pc:docMk/>
            <pc:sldMk cId="3259761889" sldId="2076139074"/>
            <ac:spMk id="83" creationId="{55B5F541-73AB-80FA-6E11-E67826B4B2B6}"/>
          </ac:spMkLst>
        </pc:spChg>
        <pc:spChg chg="del">
          <ac:chgData name="Hironari Yamada" userId="e57621f8-ec3c-449e-bb19-001fffcc008e" providerId="ADAL" clId="{BC0BD879-F267-5CCA-8DEA-E3B2DD07DA4E}" dt="2026-07-08T06:41:02.640" v="37175" actId="478"/>
          <ac:spMkLst>
            <pc:docMk/>
            <pc:sldMk cId="3259761889" sldId="2076139074"/>
            <ac:spMk id="84" creationId="{D7276214-2599-4E33-852E-FCEDFE21FC89}"/>
          </ac:spMkLst>
        </pc:spChg>
        <pc:grpChg chg="mod">
          <ac:chgData name="Hironari Yamada" userId="e57621f8-ec3c-449e-bb19-001fffcc008e" providerId="ADAL" clId="{BC0BD879-F267-5CCA-8DEA-E3B2DD07DA4E}" dt="2026-07-08T06:41:13.677" v="37178" actId="1076"/>
          <ac:grpSpMkLst>
            <pc:docMk/>
            <pc:sldMk cId="3259761889" sldId="2076139074"/>
            <ac:grpSpMk id="7" creationId="{F3720620-6AF6-5BA2-EB75-EBB45E20F051}"/>
          </ac:grpSpMkLst>
        </pc:grpChg>
        <pc:picChg chg="add mod">
          <ac:chgData name="Hironari Yamada" userId="e57621f8-ec3c-449e-bb19-001fffcc008e" providerId="ADAL" clId="{BC0BD879-F267-5CCA-8DEA-E3B2DD07DA4E}" dt="2026-07-08T06:41:13.677" v="37178" actId="1076"/>
          <ac:picMkLst>
            <pc:docMk/>
            <pc:sldMk cId="3259761889" sldId="2076139074"/>
            <ac:picMk id="25" creationId="{B2283A2D-5637-C768-0ADF-273738D9EAA0}"/>
          </ac:picMkLst>
        </pc:picChg>
        <pc:picChg chg="mod">
          <ac:chgData name="Hironari Yamada" userId="e57621f8-ec3c-449e-bb19-001fffcc008e" providerId="ADAL" clId="{BC0BD879-F267-5CCA-8DEA-E3B2DD07DA4E}" dt="2026-07-08T06:41:13.677" v="37178" actId="1076"/>
          <ac:picMkLst>
            <pc:docMk/>
            <pc:sldMk cId="3259761889" sldId="2076139074"/>
            <ac:picMk id="26" creationId="{9D0C2E87-0F85-B17E-E993-5C6E6797083A}"/>
          </ac:picMkLst>
        </pc:picChg>
        <pc:picChg chg="add mod">
          <ac:chgData name="Hironari Yamada" userId="e57621f8-ec3c-449e-bb19-001fffcc008e" providerId="ADAL" clId="{BC0BD879-F267-5CCA-8DEA-E3B2DD07DA4E}" dt="2026-07-08T06:41:27.501" v="37179"/>
          <ac:picMkLst>
            <pc:docMk/>
            <pc:sldMk cId="3259761889" sldId="2076139074"/>
            <ac:picMk id="42" creationId="{3FC2AA56-5DE9-2050-A82E-88966FBCFB2A}"/>
          </ac:picMkLst>
        </pc:picChg>
        <pc:picChg chg="del">
          <ac:chgData name="Hironari Yamada" userId="e57621f8-ec3c-449e-bb19-001fffcc008e" providerId="ADAL" clId="{BC0BD879-F267-5CCA-8DEA-E3B2DD07DA4E}" dt="2026-07-08T06:41:02.640" v="37175" actId="478"/>
          <ac:picMkLst>
            <pc:docMk/>
            <pc:sldMk cId="3259761889" sldId="2076139074"/>
            <ac:picMk id="69" creationId="{DEA19F66-E801-611B-FBF0-0F0E031A208F}"/>
          </ac:picMkLst>
        </pc:picChg>
        <pc:picChg chg="del">
          <ac:chgData name="Hironari Yamada" userId="e57621f8-ec3c-449e-bb19-001fffcc008e" providerId="ADAL" clId="{BC0BD879-F267-5CCA-8DEA-E3B2DD07DA4E}" dt="2026-07-08T06:41:09.726" v="37176" actId="478"/>
          <ac:picMkLst>
            <pc:docMk/>
            <pc:sldMk cId="3259761889" sldId="2076139074"/>
            <ac:picMk id="73" creationId="{C1FB2AF6-940F-F930-B485-DA7C6FA7DFDF}"/>
          </ac:picMkLst>
        </pc:picChg>
        <pc:picChg chg="del">
          <ac:chgData name="Hironari Yamada" userId="e57621f8-ec3c-449e-bb19-001fffcc008e" providerId="ADAL" clId="{BC0BD879-F267-5CCA-8DEA-E3B2DD07DA4E}" dt="2026-07-08T06:41:02.640" v="37175" actId="478"/>
          <ac:picMkLst>
            <pc:docMk/>
            <pc:sldMk cId="3259761889" sldId="2076139074"/>
            <ac:picMk id="77" creationId="{46E21452-DB10-2DEF-3EF4-CD90B53CB29D}"/>
          </ac:picMkLst>
        </pc:picChg>
        <pc:cxnChg chg="mod">
          <ac:chgData name="Hironari Yamada" userId="e57621f8-ec3c-449e-bb19-001fffcc008e" providerId="ADAL" clId="{BC0BD879-F267-5CCA-8DEA-E3B2DD07DA4E}" dt="2026-07-08T06:41:13.677" v="37178" actId="1076"/>
          <ac:cxnSpMkLst>
            <pc:docMk/>
            <pc:sldMk cId="3259761889" sldId="2076139074"/>
            <ac:cxnSpMk id="24" creationId="{A5673674-047F-20F6-879C-C485B6DB1C69}"/>
          </ac:cxnSpMkLst>
        </pc:cxnChg>
      </pc:sldChg>
      <pc:sldChg chg="addSp delSp modSp add mod">
        <pc:chgData name="Hironari Yamada" userId="e57621f8-ec3c-449e-bb19-001fffcc008e" providerId="ADAL" clId="{BC0BD879-F267-5CCA-8DEA-E3B2DD07DA4E}" dt="2026-07-08T06:42:09.865" v="37187" actId="1076"/>
        <pc:sldMkLst>
          <pc:docMk/>
          <pc:sldMk cId="4165392500" sldId="2076139075"/>
        </pc:sldMkLst>
        <pc:spChg chg="del">
          <ac:chgData name="Hironari Yamada" userId="e57621f8-ec3c-449e-bb19-001fffcc008e" providerId="ADAL" clId="{BC0BD879-F267-5CCA-8DEA-E3B2DD07DA4E}" dt="2026-07-08T06:41:54.063" v="37184" actId="478"/>
          <ac:spMkLst>
            <pc:docMk/>
            <pc:sldMk cId="4165392500" sldId="2076139075"/>
            <ac:spMk id="3" creationId="{72AFFCAE-081C-2115-2F84-BBA91CB79C76}"/>
          </ac:spMkLst>
        </pc:spChg>
        <pc:spChg chg="del">
          <ac:chgData name="Hironari Yamada" userId="e57621f8-ec3c-449e-bb19-001fffcc008e" providerId="ADAL" clId="{BC0BD879-F267-5CCA-8DEA-E3B2DD07DA4E}" dt="2026-07-08T06:41:54.063" v="37184" actId="478"/>
          <ac:spMkLst>
            <pc:docMk/>
            <pc:sldMk cId="4165392500" sldId="2076139075"/>
            <ac:spMk id="5" creationId="{CC4702CC-52F8-AEAF-5738-5175CD296B69}"/>
          </ac:spMkLst>
        </pc:spChg>
        <pc:spChg chg="del">
          <ac:chgData name="Hironari Yamada" userId="e57621f8-ec3c-449e-bb19-001fffcc008e" providerId="ADAL" clId="{BC0BD879-F267-5CCA-8DEA-E3B2DD07DA4E}" dt="2026-07-08T06:41:54.063" v="37184" actId="478"/>
          <ac:spMkLst>
            <pc:docMk/>
            <pc:sldMk cId="4165392500" sldId="2076139075"/>
            <ac:spMk id="6" creationId="{7647C507-BC14-F05B-CA7C-951CB7142976}"/>
          </ac:spMkLst>
        </pc:spChg>
        <pc:spChg chg="mod">
          <ac:chgData name="Hironari Yamada" userId="e57621f8-ec3c-449e-bb19-001fffcc008e" providerId="ADAL" clId="{BC0BD879-F267-5CCA-8DEA-E3B2DD07DA4E}" dt="2026-07-08T06:41:45.347" v="37183"/>
          <ac:spMkLst>
            <pc:docMk/>
            <pc:sldMk cId="4165392500" sldId="2076139075"/>
            <ac:spMk id="9" creationId="{127407EE-15D3-F2B9-A8DA-5E4740679CB4}"/>
          </ac:spMkLst>
        </pc:spChg>
        <pc:spChg chg="add mod">
          <ac:chgData name="Hironari Yamada" userId="e57621f8-ec3c-449e-bb19-001fffcc008e" providerId="ADAL" clId="{BC0BD879-F267-5CCA-8DEA-E3B2DD07DA4E}" dt="2026-07-08T06:41:54.683" v="37185"/>
          <ac:spMkLst>
            <pc:docMk/>
            <pc:sldMk cId="4165392500" sldId="2076139075"/>
            <ac:spMk id="15" creationId="{B2570CEE-4DE2-340E-8E30-C29BA49340CE}"/>
          </ac:spMkLst>
        </pc:spChg>
        <pc:spChg chg="del">
          <ac:chgData name="Hironari Yamada" userId="e57621f8-ec3c-449e-bb19-001fffcc008e" providerId="ADAL" clId="{BC0BD879-F267-5CCA-8DEA-E3B2DD07DA4E}" dt="2026-07-08T06:41:54.063" v="37184" actId="478"/>
          <ac:spMkLst>
            <pc:docMk/>
            <pc:sldMk cId="4165392500" sldId="2076139075"/>
            <ac:spMk id="23" creationId="{59CCCD5B-0DA7-91EA-3A20-C359A73FDE9A}"/>
          </ac:spMkLst>
        </pc:spChg>
        <pc:spChg chg="add mod">
          <ac:chgData name="Hironari Yamada" userId="e57621f8-ec3c-449e-bb19-001fffcc008e" providerId="ADAL" clId="{BC0BD879-F267-5CCA-8DEA-E3B2DD07DA4E}" dt="2026-07-08T06:41:54.683" v="37185"/>
          <ac:spMkLst>
            <pc:docMk/>
            <pc:sldMk cId="4165392500" sldId="2076139075"/>
            <ac:spMk id="28" creationId="{9706EC34-2FA7-3071-4EC3-2EF76F49F6D7}"/>
          </ac:spMkLst>
        </pc:spChg>
        <pc:spChg chg="add mod">
          <ac:chgData name="Hironari Yamada" userId="e57621f8-ec3c-449e-bb19-001fffcc008e" providerId="ADAL" clId="{BC0BD879-F267-5CCA-8DEA-E3B2DD07DA4E}" dt="2026-07-08T06:41:54.683" v="37185"/>
          <ac:spMkLst>
            <pc:docMk/>
            <pc:sldMk cId="4165392500" sldId="2076139075"/>
            <ac:spMk id="29" creationId="{192A9DA7-5FA6-DC28-033C-B2489C8CFCCC}"/>
          </ac:spMkLst>
        </pc:spChg>
        <pc:spChg chg="add mod">
          <ac:chgData name="Hironari Yamada" userId="e57621f8-ec3c-449e-bb19-001fffcc008e" providerId="ADAL" clId="{BC0BD879-F267-5CCA-8DEA-E3B2DD07DA4E}" dt="2026-07-08T06:41:54.683" v="37185"/>
          <ac:spMkLst>
            <pc:docMk/>
            <pc:sldMk cId="4165392500" sldId="2076139075"/>
            <ac:spMk id="37" creationId="{EE71460D-DA14-2DCD-36F9-EC7C6EBDFB85}"/>
          </ac:spMkLst>
        </pc:spChg>
        <pc:spChg chg="add mod">
          <ac:chgData name="Hironari Yamada" userId="e57621f8-ec3c-449e-bb19-001fffcc008e" providerId="ADAL" clId="{BC0BD879-F267-5CCA-8DEA-E3B2DD07DA4E}" dt="2026-07-08T06:41:54.683" v="37185"/>
          <ac:spMkLst>
            <pc:docMk/>
            <pc:sldMk cId="4165392500" sldId="2076139075"/>
            <ac:spMk id="40" creationId="{BEDC17BA-91D2-0B6E-EA1F-BA2F83B20A0E}"/>
          </ac:spMkLst>
        </pc:spChg>
        <pc:spChg chg="add mod">
          <ac:chgData name="Hironari Yamada" userId="e57621f8-ec3c-449e-bb19-001fffcc008e" providerId="ADAL" clId="{BC0BD879-F267-5CCA-8DEA-E3B2DD07DA4E}" dt="2026-07-08T06:41:54.683" v="37185"/>
          <ac:spMkLst>
            <pc:docMk/>
            <pc:sldMk cId="4165392500" sldId="2076139075"/>
            <ac:spMk id="41" creationId="{AA3D7753-ECD8-3DDB-3217-D3393CA68C6D}"/>
          </ac:spMkLst>
        </pc:spChg>
        <pc:spChg chg="add mod">
          <ac:chgData name="Hironari Yamada" userId="e57621f8-ec3c-449e-bb19-001fffcc008e" providerId="ADAL" clId="{BC0BD879-F267-5CCA-8DEA-E3B2DD07DA4E}" dt="2026-07-08T06:41:54.683" v="37185"/>
          <ac:spMkLst>
            <pc:docMk/>
            <pc:sldMk cId="4165392500" sldId="2076139075"/>
            <ac:spMk id="42" creationId="{EB5EE214-6AD1-40F4-EB5D-3E1977BB04FC}"/>
          </ac:spMkLst>
        </pc:spChg>
        <pc:spChg chg="add mod">
          <ac:chgData name="Hironari Yamada" userId="e57621f8-ec3c-449e-bb19-001fffcc008e" providerId="ADAL" clId="{BC0BD879-F267-5CCA-8DEA-E3B2DD07DA4E}" dt="2026-07-08T06:41:54.683" v="37185"/>
          <ac:spMkLst>
            <pc:docMk/>
            <pc:sldMk cId="4165392500" sldId="2076139075"/>
            <ac:spMk id="43" creationId="{EEDFBCAB-887E-938F-B95E-B69223D982DE}"/>
          </ac:spMkLst>
        </pc:spChg>
        <pc:spChg chg="add mod">
          <ac:chgData name="Hironari Yamada" userId="e57621f8-ec3c-449e-bb19-001fffcc008e" providerId="ADAL" clId="{BC0BD879-F267-5CCA-8DEA-E3B2DD07DA4E}" dt="2026-07-08T06:41:54.683" v="37185"/>
          <ac:spMkLst>
            <pc:docMk/>
            <pc:sldMk cId="4165392500" sldId="2076139075"/>
            <ac:spMk id="44" creationId="{7FC17A1B-EADD-E9DF-8C43-9C948EE93A3C}"/>
          </ac:spMkLst>
        </pc:spChg>
        <pc:spChg chg="add mod">
          <ac:chgData name="Hironari Yamada" userId="e57621f8-ec3c-449e-bb19-001fffcc008e" providerId="ADAL" clId="{BC0BD879-F267-5CCA-8DEA-E3B2DD07DA4E}" dt="2026-07-08T06:41:54.683" v="37185"/>
          <ac:spMkLst>
            <pc:docMk/>
            <pc:sldMk cId="4165392500" sldId="2076139075"/>
            <ac:spMk id="46" creationId="{4746D2B8-5C49-56AE-BAF9-968861FEE82D}"/>
          </ac:spMkLst>
        </pc:spChg>
        <pc:spChg chg="add mod">
          <ac:chgData name="Hironari Yamada" userId="e57621f8-ec3c-449e-bb19-001fffcc008e" providerId="ADAL" clId="{BC0BD879-F267-5CCA-8DEA-E3B2DD07DA4E}" dt="2026-07-08T06:42:09.865" v="37187" actId="1076"/>
          <ac:spMkLst>
            <pc:docMk/>
            <pc:sldMk cId="4165392500" sldId="2076139075"/>
            <ac:spMk id="47" creationId="{2B0975DC-6D9A-9DB4-5C46-A41953B3DF68}"/>
          </ac:spMkLst>
        </pc:spChg>
        <pc:spChg chg="add mod">
          <ac:chgData name="Hironari Yamada" userId="e57621f8-ec3c-449e-bb19-001fffcc008e" providerId="ADAL" clId="{BC0BD879-F267-5CCA-8DEA-E3B2DD07DA4E}" dt="2026-07-08T06:42:09.865" v="37187" actId="1076"/>
          <ac:spMkLst>
            <pc:docMk/>
            <pc:sldMk cId="4165392500" sldId="2076139075"/>
            <ac:spMk id="52" creationId="{38526C39-E710-4A77-3C06-3BEC0664B593}"/>
          </ac:spMkLst>
        </pc:spChg>
        <pc:spChg chg="add mod">
          <ac:chgData name="Hironari Yamada" userId="e57621f8-ec3c-449e-bb19-001fffcc008e" providerId="ADAL" clId="{BC0BD879-F267-5CCA-8DEA-E3B2DD07DA4E}" dt="2026-07-08T06:42:09.865" v="37187" actId="1076"/>
          <ac:spMkLst>
            <pc:docMk/>
            <pc:sldMk cId="4165392500" sldId="2076139075"/>
            <ac:spMk id="54" creationId="{E1FC8B8A-B807-7B7E-47CE-C86DCCAB87B3}"/>
          </ac:spMkLst>
        </pc:spChg>
        <pc:spChg chg="add mod">
          <ac:chgData name="Hironari Yamada" userId="e57621f8-ec3c-449e-bb19-001fffcc008e" providerId="ADAL" clId="{BC0BD879-F267-5CCA-8DEA-E3B2DD07DA4E}" dt="2026-07-08T06:42:09.865" v="37187" actId="1076"/>
          <ac:spMkLst>
            <pc:docMk/>
            <pc:sldMk cId="4165392500" sldId="2076139075"/>
            <ac:spMk id="59" creationId="{7B355EFB-49D9-3C5B-5A99-C173A5C191C3}"/>
          </ac:spMkLst>
        </pc:spChg>
        <pc:spChg chg="add mod">
          <ac:chgData name="Hironari Yamada" userId="e57621f8-ec3c-449e-bb19-001fffcc008e" providerId="ADAL" clId="{BC0BD879-F267-5CCA-8DEA-E3B2DD07DA4E}" dt="2026-07-08T06:42:09.865" v="37187" actId="1076"/>
          <ac:spMkLst>
            <pc:docMk/>
            <pc:sldMk cId="4165392500" sldId="2076139075"/>
            <ac:spMk id="63" creationId="{EE812957-D6FF-B496-0D74-C390FAF14470}"/>
          </ac:spMkLst>
        </pc:spChg>
        <pc:spChg chg="add mod">
          <ac:chgData name="Hironari Yamada" userId="e57621f8-ec3c-449e-bb19-001fffcc008e" providerId="ADAL" clId="{BC0BD879-F267-5CCA-8DEA-E3B2DD07DA4E}" dt="2026-07-08T06:42:09.865" v="37187" actId="1076"/>
          <ac:spMkLst>
            <pc:docMk/>
            <pc:sldMk cId="4165392500" sldId="2076139075"/>
            <ac:spMk id="65" creationId="{470720A5-C623-1555-8968-17C7CA512319}"/>
          </ac:spMkLst>
        </pc:spChg>
        <pc:spChg chg="add mod">
          <ac:chgData name="Hironari Yamada" userId="e57621f8-ec3c-449e-bb19-001fffcc008e" providerId="ADAL" clId="{BC0BD879-F267-5CCA-8DEA-E3B2DD07DA4E}" dt="2026-07-08T06:42:09.865" v="37187" actId="1076"/>
          <ac:spMkLst>
            <pc:docMk/>
            <pc:sldMk cId="4165392500" sldId="2076139075"/>
            <ac:spMk id="68" creationId="{3560FB60-4E06-49F1-1F31-8E68EAACE8E1}"/>
          </ac:spMkLst>
        </pc:spChg>
        <pc:spChg chg="add mod">
          <ac:chgData name="Hironari Yamada" userId="e57621f8-ec3c-449e-bb19-001fffcc008e" providerId="ADAL" clId="{BC0BD879-F267-5CCA-8DEA-E3B2DD07DA4E}" dt="2026-07-08T06:42:09.865" v="37187" actId="1076"/>
          <ac:spMkLst>
            <pc:docMk/>
            <pc:sldMk cId="4165392500" sldId="2076139075"/>
            <ac:spMk id="69" creationId="{B740DDB1-CE0D-C7AB-4E7B-28F94ECE1F9D}"/>
          </ac:spMkLst>
        </pc:spChg>
        <pc:spChg chg="add mod">
          <ac:chgData name="Hironari Yamada" userId="e57621f8-ec3c-449e-bb19-001fffcc008e" providerId="ADAL" clId="{BC0BD879-F267-5CCA-8DEA-E3B2DD07DA4E}" dt="2026-07-08T06:42:09.865" v="37187" actId="1076"/>
          <ac:spMkLst>
            <pc:docMk/>
            <pc:sldMk cId="4165392500" sldId="2076139075"/>
            <ac:spMk id="70" creationId="{4C02551B-C3FF-935C-5159-DA8FE9323B2F}"/>
          </ac:spMkLst>
        </pc:spChg>
        <pc:spChg chg="add mod">
          <ac:chgData name="Hironari Yamada" userId="e57621f8-ec3c-449e-bb19-001fffcc008e" providerId="ADAL" clId="{BC0BD879-F267-5CCA-8DEA-E3B2DD07DA4E}" dt="2026-07-08T06:42:09.865" v="37187" actId="1076"/>
          <ac:spMkLst>
            <pc:docMk/>
            <pc:sldMk cId="4165392500" sldId="2076139075"/>
            <ac:spMk id="72" creationId="{64041534-DFD1-20CC-0FCB-690E99AC527B}"/>
          </ac:spMkLst>
        </pc:spChg>
        <pc:grpChg chg="del">
          <ac:chgData name="Hironari Yamada" userId="e57621f8-ec3c-449e-bb19-001fffcc008e" providerId="ADAL" clId="{BC0BD879-F267-5CCA-8DEA-E3B2DD07DA4E}" dt="2026-07-08T06:41:54.063" v="37184" actId="478"/>
          <ac:grpSpMkLst>
            <pc:docMk/>
            <pc:sldMk cId="4165392500" sldId="2076139075"/>
            <ac:grpSpMk id="7" creationId="{79934125-86E0-6053-207B-CB720E4F60A2}"/>
          </ac:grpSpMkLst>
        </pc:grpChg>
        <pc:picChg chg="del">
          <ac:chgData name="Hironari Yamada" userId="e57621f8-ec3c-449e-bb19-001fffcc008e" providerId="ADAL" clId="{BC0BD879-F267-5CCA-8DEA-E3B2DD07DA4E}" dt="2026-07-08T06:41:54.063" v="37184" actId="478"/>
          <ac:picMkLst>
            <pc:docMk/>
            <pc:sldMk cId="4165392500" sldId="2076139075"/>
            <ac:picMk id="25" creationId="{EE2EF0E4-89CE-80FC-7163-64E3F82BD051}"/>
          </ac:picMkLst>
        </pc:picChg>
        <pc:picChg chg="del">
          <ac:chgData name="Hironari Yamada" userId="e57621f8-ec3c-449e-bb19-001fffcc008e" providerId="ADAL" clId="{BC0BD879-F267-5CCA-8DEA-E3B2DD07DA4E}" dt="2026-07-08T06:41:54.063" v="37184" actId="478"/>
          <ac:picMkLst>
            <pc:docMk/>
            <pc:sldMk cId="4165392500" sldId="2076139075"/>
            <ac:picMk id="26" creationId="{D281A541-11F9-6796-C4B6-431E2AC76643}"/>
          </ac:picMkLst>
        </pc:picChg>
        <pc:cxnChg chg="del">
          <ac:chgData name="Hironari Yamada" userId="e57621f8-ec3c-449e-bb19-001fffcc008e" providerId="ADAL" clId="{BC0BD879-F267-5CCA-8DEA-E3B2DD07DA4E}" dt="2026-07-08T06:41:54.063" v="37184" actId="478"/>
          <ac:cxnSpMkLst>
            <pc:docMk/>
            <pc:sldMk cId="4165392500" sldId="2076139075"/>
            <ac:cxnSpMk id="24" creationId="{26850C4A-38FE-6B21-C67F-7944E7BB3FD6}"/>
          </ac:cxnSpMkLst>
        </pc:cxnChg>
      </pc:sldChg>
      <pc:sldChg chg="addSp delSp modSp add mod">
        <pc:chgData name="Hironari Yamada" userId="e57621f8-ec3c-449e-bb19-001fffcc008e" providerId="ADAL" clId="{BC0BD879-F267-5CCA-8DEA-E3B2DD07DA4E}" dt="2026-07-08T06:43:23.690" v="37242" actId="14100"/>
        <pc:sldMkLst>
          <pc:docMk/>
          <pc:sldMk cId="2412097650" sldId="2076139076"/>
        </pc:sldMkLst>
        <pc:spChg chg="mod">
          <ac:chgData name="Hironari Yamada" userId="e57621f8-ec3c-449e-bb19-001fffcc008e" providerId="ADAL" clId="{BC0BD879-F267-5CCA-8DEA-E3B2DD07DA4E}" dt="2026-07-08T06:43:23.690" v="37242" actId="14100"/>
          <ac:spMkLst>
            <pc:docMk/>
            <pc:sldMk cId="2412097650" sldId="2076139076"/>
            <ac:spMk id="5" creationId="{7D94546E-A0B4-C08E-31FC-D09A3554EFCF}"/>
          </ac:spMkLst>
        </pc:spChg>
        <pc:spChg chg="mod">
          <ac:chgData name="Hironari Yamada" userId="e57621f8-ec3c-449e-bb19-001fffcc008e" providerId="ADAL" clId="{BC0BD879-F267-5CCA-8DEA-E3B2DD07DA4E}" dt="2026-07-08T06:42:31.151" v="37189"/>
          <ac:spMkLst>
            <pc:docMk/>
            <pc:sldMk cId="2412097650" sldId="2076139076"/>
            <ac:spMk id="9" creationId="{E98397C0-B385-7AC6-2FE6-F6C1CC2DC233}"/>
          </ac:spMkLst>
        </pc:spChg>
        <pc:spChg chg="add mod">
          <ac:chgData name="Hironari Yamada" userId="e57621f8-ec3c-449e-bb19-001fffcc008e" providerId="ADAL" clId="{BC0BD879-F267-5CCA-8DEA-E3B2DD07DA4E}" dt="2026-07-08T06:43:11.254" v="37220" actId="1035"/>
          <ac:spMkLst>
            <pc:docMk/>
            <pc:sldMk cId="2412097650" sldId="2076139076"/>
            <ac:spMk id="12" creationId="{4A91F3F9-8844-C58C-4A28-615458052FBF}"/>
          </ac:spMkLst>
        </pc:spChg>
        <pc:spChg chg="mod">
          <ac:chgData name="Hironari Yamada" userId="e57621f8-ec3c-449e-bb19-001fffcc008e" providerId="ADAL" clId="{BC0BD879-F267-5CCA-8DEA-E3B2DD07DA4E}" dt="2026-07-08T06:43:11.254" v="37220" actId="1035"/>
          <ac:spMkLst>
            <pc:docMk/>
            <pc:sldMk cId="2412097650" sldId="2076139076"/>
            <ac:spMk id="13" creationId="{E0742DB2-B184-D392-1ED0-761CCE449510}"/>
          </ac:spMkLst>
        </pc:spChg>
        <pc:spChg chg="add mod">
          <ac:chgData name="Hironari Yamada" userId="e57621f8-ec3c-449e-bb19-001fffcc008e" providerId="ADAL" clId="{BC0BD879-F267-5CCA-8DEA-E3B2DD07DA4E}" dt="2026-07-08T06:43:11.254" v="37220" actId="1035"/>
          <ac:spMkLst>
            <pc:docMk/>
            <pc:sldMk cId="2412097650" sldId="2076139076"/>
            <ac:spMk id="24" creationId="{45AB3DF8-8778-A03B-EA4F-5DC96098D626}"/>
          </ac:spMkLst>
        </pc:spChg>
        <pc:spChg chg="mod">
          <ac:chgData name="Hironari Yamada" userId="e57621f8-ec3c-449e-bb19-001fffcc008e" providerId="ADAL" clId="{BC0BD879-F267-5CCA-8DEA-E3B2DD07DA4E}" dt="2026-07-08T06:43:19.171" v="37241" actId="1035"/>
          <ac:spMkLst>
            <pc:docMk/>
            <pc:sldMk cId="2412097650" sldId="2076139076"/>
            <ac:spMk id="25" creationId="{B3434E24-02DE-B221-FC7D-77A279A293D1}"/>
          </ac:spMkLst>
        </pc:spChg>
        <pc:spChg chg="mod">
          <ac:chgData name="Hironari Yamada" userId="e57621f8-ec3c-449e-bb19-001fffcc008e" providerId="ADAL" clId="{BC0BD879-F267-5CCA-8DEA-E3B2DD07DA4E}" dt="2026-07-08T06:42:49.442" v="37193" actId="1076"/>
          <ac:spMkLst>
            <pc:docMk/>
            <pc:sldMk cId="2412097650" sldId="2076139076"/>
            <ac:spMk id="33" creationId="{617DE350-0EA6-421A-E1C6-13F59406682E}"/>
          </ac:spMkLst>
        </pc:spChg>
        <pc:spChg chg="mod">
          <ac:chgData name="Hironari Yamada" userId="e57621f8-ec3c-449e-bb19-001fffcc008e" providerId="ADAL" clId="{BC0BD879-F267-5CCA-8DEA-E3B2DD07DA4E}" dt="2026-07-08T06:43:11.254" v="37220" actId="1035"/>
          <ac:spMkLst>
            <pc:docMk/>
            <pc:sldMk cId="2412097650" sldId="2076139076"/>
            <ac:spMk id="36" creationId="{CDE9072A-12E1-80D6-6A1A-925C8C230150}"/>
          </ac:spMkLst>
        </pc:spChg>
        <pc:spChg chg="mod">
          <ac:chgData name="Hironari Yamada" userId="e57621f8-ec3c-449e-bb19-001fffcc008e" providerId="ADAL" clId="{BC0BD879-F267-5CCA-8DEA-E3B2DD07DA4E}" dt="2026-07-08T06:42:49.442" v="37193" actId="1076"/>
          <ac:spMkLst>
            <pc:docMk/>
            <pc:sldMk cId="2412097650" sldId="2076139076"/>
            <ac:spMk id="38" creationId="{E5DA937A-37B4-16EB-DF9A-791AC30FCE2E}"/>
          </ac:spMkLst>
        </pc:spChg>
        <pc:spChg chg="mod">
          <ac:chgData name="Hironari Yamada" userId="e57621f8-ec3c-449e-bb19-001fffcc008e" providerId="ADAL" clId="{BC0BD879-F267-5CCA-8DEA-E3B2DD07DA4E}" dt="2026-07-08T06:42:49.442" v="37193" actId="1076"/>
          <ac:spMkLst>
            <pc:docMk/>
            <pc:sldMk cId="2412097650" sldId="2076139076"/>
            <ac:spMk id="42" creationId="{CDB30A91-D847-E688-5368-BA892AA5CB91}"/>
          </ac:spMkLst>
        </pc:spChg>
        <pc:spChg chg="del">
          <ac:chgData name="Hironari Yamada" userId="e57621f8-ec3c-449e-bb19-001fffcc008e" providerId="ADAL" clId="{BC0BD879-F267-5CCA-8DEA-E3B2DD07DA4E}" dt="2026-07-08T06:42:41.378" v="37190" actId="478"/>
          <ac:spMkLst>
            <pc:docMk/>
            <pc:sldMk cId="2412097650" sldId="2076139076"/>
            <ac:spMk id="52" creationId="{DF457661-414F-BCD9-B5D7-E7629647694A}"/>
          </ac:spMkLst>
        </pc:spChg>
        <pc:spChg chg="del">
          <ac:chgData name="Hironari Yamada" userId="e57621f8-ec3c-449e-bb19-001fffcc008e" providerId="ADAL" clId="{BC0BD879-F267-5CCA-8DEA-E3B2DD07DA4E}" dt="2026-07-08T06:42:41.378" v="37190" actId="478"/>
          <ac:spMkLst>
            <pc:docMk/>
            <pc:sldMk cId="2412097650" sldId="2076139076"/>
            <ac:spMk id="53" creationId="{9FEC917E-D356-BE10-B0C4-348D61181923}"/>
          </ac:spMkLst>
        </pc:spChg>
        <pc:spChg chg="del">
          <ac:chgData name="Hironari Yamada" userId="e57621f8-ec3c-449e-bb19-001fffcc008e" providerId="ADAL" clId="{BC0BD879-F267-5CCA-8DEA-E3B2DD07DA4E}" dt="2026-07-08T06:42:41.378" v="37190" actId="478"/>
          <ac:spMkLst>
            <pc:docMk/>
            <pc:sldMk cId="2412097650" sldId="2076139076"/>
            <ac:spMk id="65" creationId="{7066B944-9AE6-64BF-497B-57690BC7D125}"/>
          </ac:spMkLst>
        </pc:spChg>
        <pc:spChg chg="del">
          <ac:chgData name="Hironari Yamada" userId="e57621f8-ec3c-449e-bb19-001fffcc008e" providerId="ADAL" clId="{BC0BD879-F267-5CCA-8DEA-E3B2DD07DA4E}" dt="2026-07-08T06:42:41.378" v="37190" actId="478"/>
          <ac:spMkLst>
            <pc:docMk/>
            <pc:sldMk cId="2412097650" sldId="2076139076"/>
            <ac:spMk id="66" creationId="{829F10E9-A599-20BE-74E6-3BECB7CD2E6A}"/>
          </ac:spMkLst>
        </pc:spChg>
        <pc:spChg chg="del">
          <ac:chgData name="Hironari Yamada" userId="e57621f8-ec3c-449e-bb19-001fffcc008e" providerId="ADAL" clId="{BC0BD879-F267-5CCA-8DEA-E3B2DD07DA4E}" dt="2026-07-08T06:42:41.378" v="37190" actId="478"/>
          <ac:spMkLst>
            <pc:docMk/>
            <pc:sldMk cId="2412097650" sldId="2076139076"/>
            <ac:spMk id="67" creationId="{FBE9722E-ABC6-73D2-7325-E5AE41FD2080}"/>
          </ac:spMkLst>
        </pc:spChg>
        <pc:spChg chg="del">
          <ac:chgData name="Hironari Yamada" userId="e57621f8-ec3c-449e-bb19-001fffcc008e" providerId="ADAL" clId="{BC0BD879-F267-5CCA-8DEA-E3B2DD07DA4E}" dt="2026-07-08T06:42:41.378" v="37190" actId="478"/>
          <ac:spMkLst>
            <pc:docMk/>
            <pc:sldMk cId="2412097650" sldId="2076139076"/>
            <ac:spMk id="68" creationId="{7A91B640-1382-9EC1-F26A-396D1E968323}"/>
          </ac:spMkLst>
        </pc:spChg>
        <pc:spChg chg="del">
          <ac:chgData name="Hironari Yamada" userId="e57621f8-ec3c-449e-bb19-001fffcc008e" providerId="ADAL" clId="{BC0BD879-F267-5CCA-8DEA-E3B2DD07DA4E}" dt="2026-07-08T06:42:41.378" v="37190" actId="478"/>
          <ac:spMkLst>
            <pc:docMk/>
            <pc:sldMk cId="2412097650" sldId="2076139076"/>
            <ac:spMk id="69" creationId="{C141B29A-8597-02E3-9030-49C3570E68B8}"/>
          </ac:spMkLst>
        </pc:spChg>
        <pc:spChg chg="del">
          <ac:chgData name="Hironari Yamada" userId="e57621f8-ec3c-449e-bb19-001fffcc008e" providerId="ADAL" clId="{BC0BD879-F267-5CCA-8DEA-E3B2DD07DA4E}" dt="2026-07-08T06:42:41.378" v="37190" actId="478"/>
          <ac:spMkLst>
            <pc:docMk/>
            <pc:sldMk cId="2412097650" sldId="2076139076"/>
            <ac:spMk id="70" creationId="{81326CEB-457E-C79B-6619-A9C15E705B0A}"/>
          </ac:spMkLst>
        </pc:spChg>
        <pc:spChg chg="del">
          <ac:chgData name="Hironari Yamada" userId="e57621f8-ec3c-449e-bb19-001fffcc008e" providerId="ADAL" clId="{BC0BD879-F267-5CCA-8DEA-E3B2DD07DA4E}" dt="2026-07-08T06:42:41.378" v="37190" actId="478"/>
          <ac:spMkLst>
            <pc:docMk/>
            <pc:sldMk cId="2412097650" sldId="2076139076"/>
            <ac:spMk id="71" creationId="{CFAEC265-7E8B-5274-302A-E0A1614568C8}"/>
          </ac:spMkLst>
        </pc:spChg>
        <pc:spChg chg="del">
          <ac:chgData name="Hironari Yamada" userId="e57621f8-ec3c-449e-bb19-001fffcc008e" providerId="ADAL" clId="{BC0BD879-F267-5CCA-8DEA-E3B2DD07DA4E}" dt="2026-07-08T06:42:41.378" v="37190" actId="478"/>
          <ac:spMkLst>
            <pc:docMk/>
            <pc:sldMk cId="2412097650" sldId="2076139076"/>
            <ac:spMk id="72" creationId="{CABB6C50-3FD6-1238-802B-3BEDC2BBF6DB}"/>
          </ac:spMkLst>
        </pc:spChg>
        <pc:spChg chg="mod">
          <ac:chgData name="Hironari Yamada" userId="e57621f8-ec3c-449e-bb19-001fffcc008e" providerId="ADAL" clId="{BC0BD879-F267-5CCA-8DEA-E3B2DD07DA4E}" dt="2026-07-08T06:42:49.442" v="37193" actId="1076"/>
          <ac:spMkLst>
            <pc:docMk/>
            <pc:sldMk cId="2412097650" sldId="2076139076"/>
            <ac:spMk id="74" creationId="{C3F90B88-86F9-F32C-9585-2F33BD92850F}"/>
          </ac:spMkLst>
        </pc:spChg>
        <pc:spChg chg="add mod">
          <ac:chgData name="Hironari Yamada" userId="e57621f8-ec3c-449e-bb19-001fffcc008e" providerId="ADAL" clId="{BC0BD879-F267-5CCA-8DEA-E3B2DD07DA4E}" dt="2026-07-08T06:43:11.254" v="37220" actId="1035"/>
          <ac:spMkLst>
            <pc:docMk/>
            <pc:sldMk cId="2412097650" sldId="2076139076"/>
            <ac:spMk id="86" creationId="{B174CB6C-17D6-AD27-E142-4918D9B92AD7}"/>
          </ac:spMkLst>
        </pc:spChg>
        <pc:spChg chg="mod">
          <ac:chgData name="Hironari Yamada" userId="e57621f8-ec3c-449e-bb19-001fffcc008e" providerId="ADAL" clId="{BC0BD879-F267-5CCA-8DEA-E3B2DD07DA4E}" dt="2026-07-08T06:43:19.171" v="37241" actId="1035"/>
          <ac:spMkLst>
            <pc:docMk/>
            <pc:sldMk cId="2412097650" sldId="2076139076"/>
            <ac:spMk id="91" creationId="{2458995C-FBCB-A75D-7565-F22AD2FC55AC}"/>
          </ac:spMkLst>
        </pc:spChg>
        <pc:spChg chg="mod">
          <ac:chgData name="Hironari Yamada" userId="e57621f8-ec3c-449e-bb19-001fffcc008e" providerId="ADAL" clId="{BC0BD879-F267-5CCA-8DEA-E3B2DD07DA4E}" dt="2026-07-08T06:42:59.730" v="37207" actId="1036"/>
          <ac:spMkLst>
            <pc:docMk/>
            <pc:sldMk cId="2412097650" sldId="2076139076"/>
            <ac:spMk id="101" creationId="{B7E9259F-F76C-F02B-17AC-4419121DA054}"/>
          </ac:spMkLst>
        </pc:spChg>
        <pc:spChg chg="mod">
          <ac:chgData name="Hironari Yamada" userId="e57621f8-ec3c-449e-bb19-001fffcc008e" providerId="ADAL" clId="{BC0BD879-F267-5CCA-8DEA-E3B2DD07DA4E}" dt="2026-07-08T06:42:59.730" v="37207" actId="1036"/>
          <ac:spMkLst>
            <pc:docMk/>
            <pc:sldMk cId="2412097650" sldId="2076139076"/>
            <ac:spMk id="104" creationId="{D862D37E-27AC-796F-3403-F9ED9FB4A655}"/>
          </ac:spMkLst>
        </pc:spChg>
        <pc:spChg chg="mod">
          <ac:chgData name="Hironari Yamada" userId="e57621f8-ec3c-449e-bb19-001fffcc008e" providerId="ADAL" clId="{BC0BD879-F267-5CCA-8DEA-E3B2DD07DA4E}" dt="2026-07-08T06:42:49.442" v="37193" actId="1076"/>
          <ac:spMkLst>
            <pc:docMk/>
            <pc:sldMk cId="2412097650" sldId="2076139076"/>
            <ac:spMk id="117" creationId="{E1A89AAD-9CFC-0340-6D53-48A0893D745B}"/>
          </ac:spMkLst>
        </pc:spChg>
        <pc:spChg chg="mod">
          <ac:chgData name="Hironari Yamada" userId="e57621f8-ec3c-449e-bb19-001fffcc008e" providerId="ADAL" clId="{BC0BD879-F267-5CCA-8DEA-E3B2DD07DA4E}" dt="2026-07-08T06:42:49.442" v="37193" actId="1076"/>
          <ac:spMkLst>
            <pc:docMk/>
            <pc:sldMk cId="2412097650" sldId="2076139076"/>
            <ac:spMk id="123" creationId="{5AF48FD1-DCD7-3927-8C8D-6D26432520E6}"/>
          </ac:spMkLst>
        </pc:spChg>
        <pc:spChg chg="add mod">
          <ac:chgData name="Hironari Yamada" userId="e57621f8-ec3c-449e-bb19-001fffcc008e" providerId="ADAL" clId="{BC0BD879-F267-5CCA-8DEA-E3B2DD07DA4E}" dt="2026-07-08T06:42:49.442" v="37193" actId="1076"/>
          <ac:spMkLst>
            <pc:docMk/>
            <pc:sldMk cId="2412097650" sldId="2076139076"/>
            <ac:spMk id="128" creationId="{402F9114-8A5C-52E8-1C7D-927E20B267CB}"/>
          </ac:spMkLst>
        </pc:spChg>
        <pc:spChg chg="mod">
          <ac:chgData name="Hironari Yamada" userId="e57621f8-ec3c-449e-bb19-001fffcc008e" providerId="ADAL" clId="{BC0BD879-F267-5CCA-8DEA-E3B2DD07DA4E}" dt="2026-07-08T06:42:59.730" v="37207" actId="1036"/>
          <ac:spMkLst>
            <pc:docMk/>
            <pc:sldMk cId="2412097650" sldId="2076139076"/>
            <ac:spMk id="129" creationId="{D5898939-A18E-9C04-94A4-FD784D9F6BA9}"/>
          </ac:spMkLst>
        </pc:spChg>
        <pc:picChg chg="mod">
          <ac:chgData name="Hironari Yamada" userId="e57621f8-ec3c-449e-bb19-001fffcc008e" providerId="ADAL" clId="{BC0BD879-F267-5CCA-8DEA-E3B2DD07DA4E}" dt="2026-07-08T06:42:59.730" v="37207" actId="1036"/>
          <ac:picMkLst>
            <pc:docMk/>
            <pc:sldMk cId="2412097650" sldId="2076139076"/>
            <ac:picMk id="3" creationId="{77D2ECA2-2088-03DD-3C04-563D297EC1DA}"/>
          </ac:picMkLst>
        </pc:picChg>
        <pc:picChg chg="mod">
          <ac:chgData name="Hironari Yamada" userId="e57621f8-ec3c-449e-bb19-001fffcc008e" providerId="ADAL" clId="{BC0BD879-F267-5CCA-8DEA-E3B2DD07DA4E}" dt="2026-07-08T06:43:19.171" v="37241" actId="1035"/>
          <ac:picMkLst>
            <pc:docMk/>
            <pc:sldMk cId="2412097650" sldId="2076139076"/>
            <ac:picMk id="7" creationId="{BF8652A7-6ACF-2851-B71C-7D7ACC34BF0C}"/>
          </ac:picMkLst>
        </pc:picChg>
        <pc:picChg chg="mod">
          <ac:chgData name="Hironari Yamada" userId="e57621f8-ec3c-449e-bb19-001fffcc008e" providerId="ADAL" clId="{BC0BD879-F267-5CCA-8DEA-E3B2DD07DA4E}" dt="2026-07-08T06:43:19.171" v="37241" actId="1035"/>
          <ac:picMkLst>
            <pc:docMk/>
            <pc:sldMk cId="2412097650" sldId="2076139076"/>
            <ac:picMk id="15" creationId="{E0207D6C-3751-2D0C-85E9-F8D93BC5798E}"/>
          </ac:picMkLst>
        </pc:picChg>
        <pc:picChg chg="mod">
          <ac:chgData name="Hironari Yamada" userId="e57621f8-ec3c-449e-bb19-001fffcc008e" providerId="ADAL" clId="{BC0BD879-F267-5CCA-8DEA-E3B2DD07DA4E}" dt="2026-07-08T06:43:11.254" v="37220" actId="1035"/>
          <ac:picMkLst>
            <pc:docMk/>
            <pc:sldMk cId="2412097650" sldId="2076139076"/>
            <ac:picMk id="17" creationId="{CE770FED-DE5E-64D6-8B98-1CB7E322AD9F}"/>
          </ac:picMkLst>
        </pc:picChg>
        <pc:picChg chg="mod">
          <ac:chgData name="Hironari Yamada" userId="e57621f8-ec3c-449e-bb19-001fffcc008e" providerId="ADAL" clId="{BC0BD879-F267-5CCA-8DEA-E3B2DD07DA4E}" dt="2026-07-08T06:43:11.254" v="37220" actId="1035"/>
          <ac:picMkLst>
            <pc:docMk/>
            <pc:sldMk cId="2412097650" sldId="2076139076"/>
            <ac:picMk id="18" creationId="{FF17910A-63CE-7B30-D34B-654C6154C6C5}"/>
          </ac:picMkLst>
        </pc:picChg>
        <pc:picChg chg="mod">
          <ac:chgData name="Hironari Yamada" userId="e57621f8-ec3c-449e-bb19-001fffcc008e" providerId="ADAL" clId="{BC0BD879-F267-5CCA-8DEA-E3B2DD07DA4E}" dt="2026-07-08T06:43:19.171" v="37241" actId="1035"/>
          <ac:picMkLst>
            <pc:docMk/>
            <pc:sldMk cId="2412097650" sldId="2076139076"/>
            <ac:picMk id="20" creationId="{28DE8F63-AD10-A421-7E05-54BDB7FA8370}"/>
          </ac:picMkLst>
        </pc:picChg>
        <pc:picChg chg="mod">
          <ac:chgData name="Hironari Yamada" userId="e57621f8-ec3c-449e-bb19-001fffcc008e" providerId="ADAL" clId="{BC0BD879-F267-5CCA-8DEA-E3B2DD07DA4E}" dt="2026-07-08T06:43:11.254" v="37220" actId="1035"/>
          <ac:picMkLst>
            <pc:docMk/>
            <pc:sldMk cId="2412097650" sldId="2076139076"/>
            <ac:picMk id="21" creationId="{9EB64757-FD31-48C4-85A8-AC1C1B169194}"/>
          </ac:picMkLst>
        </pc:picChg>
        <pc:picChg chg="del">
          <ac:chgData name="Hironari Yamada" userId="e57621f8-ec3c-449e-bb19-001fffcc008e" providerId="ADAL" clId="{BC0BD879-F267-5CCA-8DEA-E3B2DD07DA4E}" dt="2026-07-08T06:42:43.243" v="37191" actId="478"/>
          <ac:picMkLst>
            <pc:docMk/>
            <pc:sldMk cId="2412097650" sldId="2076139076"/>
            <ac:picMk id="58" creationId="{721C0094-38DE-6001-3ACE-00ADE84CEAB3}"/>
          </ac:picMkLst>
        </pc:picChg>
        <pc:picChg chg="mod">
          <ac:chgData name="Hironari Yamada" userId="e57621f8-ec3c-449e-bb19-001fffcc008e" providerId="ADAL" clId="{BC0BD879-F267-5CCA-8DEA-E3B2DD07DA4E}" dt="2026-07-08T06:42:59.730" v="37207" actId="1036"/>
          <ac:picMkLst>
            <pc:docMk/>
            <pc:sldMk cId="2412097650" sldId="2076139076"/>
            <ac:picMk id="102" creationId="{95ED60EF-5ACA-CD17-A571-CF981BEFB2EE}"/>
          </ac:picMkLst>
        </pc:picChg>
        <pc:picChg chg="mod">
          <ac:chgData name="Hironari Yamada" userId="e57621f8-ec3c-449e-bb19-001fffcc008e" providerId="ADAL" clId="{BC0BD879-F267-5CCA-8DEA-E3B2DD07DA4E}" dt="2026-07-08T06:42:59.730" v="37207" actId="1036"/>
          <ac:picMkLst>
            <pc:docMk/>
            <pc:sldMk cId="2412097650" sldId="2076139076"/>
            <ac:picMk id="103" creationId="{1CCC16A4-F0A8-7122-8147-2DACEE437C44}"/>
          </ac:picMkLst>
        </pc:picChg>
        <pc:picChg chg="mod">
          <ac:chgData name="Hironari Yamada" userId="e57621f8-ec3c-449e-bb19-001fffcc008e" providerId="ADAL" clId="{BC0BD879-F267-5CCA-8DEA-E3B2DD07DA4E}" dt="2026-07-08T06:42:59.730" v="37207" actId="1036"/>
          <ac:picMkLst>
            <pc:docMk/>
            <pc:sldMk cId="2412097650" sldId="2076139076"/>
            <ac:picMk id="105" creationId="{08ADC384-AB7F-0624-44EF-4D664E0545B4}"/>
          </ac:picMkLst>
        </pc:picChg>
      </pc:sldChg>
      <pc:sldChg chg="addSp delSp modSp add mod">
        <pc:chgData name="Hironari Yamada" userId="e57621f8-ec3c-449e-bb19-001fffcc008e" providerId="ADAL" clId="{BC0BD879-F267-5CCA-8DEA-E3B2DD07DA4E}" dt="2026-07-08T06:45:59.229" v="37319"/>
        <pc:sldMkLst>
          <pc:docMk/>
          <pc:sldMk cId="456432902" sldId="2076139077"/>
        </pc:sldMkLst>
        <pc:spChg chg="mod">
          <ac:chgData name="Hironari Yamada" userId="e57621f8-ec3c-449e-bb19-001fffcc008e" providerId="ADAL" clId="{BC0BD879-F267-5CCA-8DEA-E3B2DD07DA4E}" dt="2026-07-08T06:44:39.074" v="37297" actId="14100"/>
          <ac:spMkLst>
            <pc:docMk/>
            <pc:sldMk cId="456432902" sldId="2076139077"/>
            <ac:spMk id="9" creationId="{4C2469E2-68C4-8914-8CEB-1D10D1491218}"/>
          </ac:spMkLst>
        </pc:spChg>
        <pc:spChg chg="del">
          <ac:chgData name="Hironari Yamada" userId="e57621f8-ec3c-449e-bb19-001fffcc008e" providerId="ADAL" clId="{BC0BD879-F267-5CCA-8DEA-E3B2DD07DA4E}" dt="2026-07-08T06:44:42.334" v="37298" actId="478"/>
          <ac:spMkLst>
            <pc:docMk/>
            <pc:sldMk cId="456432902" sldId="2076139077"/>
            <ac:spMk id="13" creationId="{C7C74CFA-4996-C6CC-2466-6EA0255A2BDC}"/>
          </ac:spMkLst>
        </pc:spChg>
        <pc:spChg chg="add mod">
          <ac:chgData name="Hironari Yamada" userId="e57621f8-ec3c-449e-bb19-001fffcc008e" providerId="ADAL" clId="{BC0BD879-F267-5CCA-8DEA-E3B2DD07DA4E}" dt="2026-07-08T06:45:04.030" v="37318" actId="1036"/>
          <ac:spMkLst>
            <pc:docMk/>
            <pc:sldMk cId="456432902" sldId="2076139077"/>
            <ac:spMk id="62" creationId="{D927B4A3-B072-55DC-ED69-457D5FB145A0}"/>
          </ac:spMkLst>
        </pc:spChg>
        <pc:spChg chg="add mod">
          <ac:chgData name="Hironari Yamada" userId="e57621f8-ec3c-449e-bb19-001fffcc008e" providerId="ADAL" clId="{BC0BD879-F267-5CCA-8DEA-E3B2DD07DA4E}" dt="2026-07-08T06:45:04.030" v="37318" actId="1036"/>
          <ac:spMkLst>
            <pc:docMk/>
            <pc:sldMk cId="456432902" sldId="2076139077"/>
            <ac:spMk id="63" creationId="{26B18CDB-470D-8305-14B3-5724EC92B51D}"/>
          </ac:spMkLst>
        </pc:spChg>
        <pc:spChg chg="add mod">
          <ac:chgData name="Hironari Yamada" userId="e57621f8-ec3c-449e-bb19-001fffcc008e" providerId="ADAL" clId="{BC0BD879-F267-5CCA-8DEA-E3B2DD07DA4E}" dt="2026-07-08T06:45:04.030" v="37318" actId="1036"/>
          <ac:spMkLst>
            <pc:docMk/>
            <pc:sldMk cId="456432902" sldId="2076139077"/>
            <ac:spMk id="64" creationId="{C655F2CA-B75F-ED23-93A2-4780969F93F8}"/>
          </ac:spMkLst>
        </pc:spChg>
        <pc:spChg chg="add mod">
          <ac:chgData name="Hironari Yamada" userId="e57621f8-ec3c-449e-bb19-001fffcc008e" providerId="ADAL" clId="{BC0BD879-F267-5CCA-8DEA-E3B2DD07DA4E}" dt="2026-07-08T06:45:04.030" v="37318" actId="1036"/>
          <ac:spMkLst>
            <pc:docMk/>
            <pc:sldMk cId="456432902" sldId="2076139077"/>
            <ac:spMk id="65" creationId="{E54FDCC7-0CC0-9C02-A571-F9AFD880B281}"/>
          </ac:spMkLst>
        </pc:spChg>
        <pc:spChg chg="add mod">
          <ac:chgData name="Hironari Yamada" userId="e57621f8-ec3c-449e-bb19-001fffcc008e" providerId="ADAL" clId="{BC0BD879-F267-5CCA-8DEA-E3B2DD07DA4E}" dt="2026-07-08T06:45:04.030" v="37318" actId="1036"/>
          <ac:spMkLst>
            <pc:docMk/>
            <pc:sldMk cId="456432902" sldId="2076139077"/>
            <ac:spMk id="67" creationId="{DA43805D-8B1E-E3C1-DFE2-29EB26D2D25D}"/>
          </ac:spMkLst>
        </pc:spChg>
        <pc:spChg chg="add mod">
          <ac:chgData name="Hironari Yamada" userId="e57621f8-ec3c-449e-bb19-001fffcc008e" providerId="ADAL" clId="{BC0BD879-F267-5CCA-8DEA-E3B2DD07DA4E}" dt="2026-07-08T06:45:04.030" v="37318" actId="1036"/>
          <ac:spMkLst>
            <pc:docMk/>
            <pc:sldMk cId="456432902" sldId="2076139077"/>
            <ac:spMk id="68" creationId="{7426903B-679A-C7E1-7015-A74082949E61}"/>
          </ac:spMkLst>
        </pc:spChg>
        <pc:spChg chg="add mod">
          <ac:chgData name="Hironari Yamada" userId="e57621f8-ec3c-449e-bb19-001fffcc008e" providerId="ADAL" clId="{BC0BD879-F267-5CCA-8DEA-E3B2DD07DA4E}" dt="2026-07-08T06:45:04.030" v="37318" actId="1036"/>
          <ac:spMkLst>
            <pc:docMk/>
            <pc:sldMk cId="456432902" sldId="2076139077"/>
            <ac:spMk id="72" creationId="{474A92AF-E389-655B-B836-86814878B314}"/>
          </ac:spMkLst>
        </pc:spChg>
        <pc:spChg chg="del">
          <ac:chgData name="Hironari Yamada" userId="e57621f8-ec3c-449e-bb19-001fffcc008e" providerId="ADAL" clId="{BC0BD879-F267-5CCA-8DEA-E3B2DD07DA4E}" dt="2026-07-08T06:44:42.334" v="37298" actId="478"/>
          <ac:spMkLst>
            <pc:docMk/>
            <pc:sldMk cId="456432902" sldId="2076139077"/>
            <ac:spMk id="83" creationId="{FA9D42C7-7EA2-0C80-B56F-C44F2FC62E0B}"/>
          </ac:spMkLst>
        </pc:spChg>
        <pc:spChg chg="del">
          <ac:chgData name="Hironari Yamada" userId="e57621f8-ec3c-449e-bb19-001fffcc008e" providerId="ADAL" clId="{BC0BD879-F267-5CCA-8DEA-E3B2DD07DA4E}" dt="2026-07-08T06:44:42.334" v="37298" actId="478"/>
          <ac:spMkLst>
            <pc:docMk/>
            <pc:sldMk cId="456432902" sldId="2076139077"/>
            <ac:spMk id="87" creationId="{B81CBEF4-C421-4599-B8D9-E0AAE6D33EA9}"/>
          </ac:spMkLst>
        </pc:spChg>
        <pc:spChg chg="del">
          <ac:chgData name="Hironari Yamada" userId="e57621f8-ec3c-449e-bb19-001fffcc008e" providerId="ADAL" clId="{BC0BD879-F267-5CCA-8DEA-E3B2DD07DA4E}" dt="2026-07-08T06:44:42.334" v="37298" actId="478"/>
          <ac:spMkLst>
            <pc:docMk/>
            <pc:sldMk cId="456432902" sldId="2076139077"/>
            <ac:spMk id="95" creationId="{DADFB13B-65D1-2DEC-99A6-1DC609400586}"/>
          </ac:spMkLst>
        </pc:spChg>
        <pc:spChg chg="del">
          <ac:chgData name="Hironari Yamada" userId="e57621f8-ec3c-449e-bb19-001fffcc008e" providerId="ADAL" clId="{BC0BD879-F267-5CCA-8DEA-E3B2DD07DA4E}" dt="2026-07-08T06:44:42.334" v="37298" actId="478"/>
          <ac:spMkLst>
            <pc:docMk/>
            <pc:sldMk cId="456432902" sldId="2076139077"/>
            <ac:spMk id="101" creationId="{A7726FA4-687C-48FF-847D-C85D0EEC00E5}"/>
          </ac:spMkLst>
        </pc:spChg>
        <pc:spChg chg="del">
          <ac:chgData name="Hironari Yamada" userId="e57621f8-ec3c-449e-bb19-001fffcc008e" providerId="ADAL" clId="{BC0BD879-F267-5CCA-8DEA-E3B2DD07DA4E}" dt="2026-07-08T06:44:42.334" v="37298" actId="478"/>
          <ac:spMkLst>
            <pc:docMk/>
            <pc:sldMk cId="456432902" sldId="2076139077"/>
            <ac:spMk id="106" creationId="{500E35DD-2907-E6B8-B1C6-266956530AF7}"/>
          </ac:spMkLst>
        </pc:spChg>
        <pc:spChg chg="del">
          <ac:chgData name="Hironari Yamada" userId="e57621f8-ec3c-449e-bb19-001fffcc008e" providerId="ADAL" clId="{BC0BD879-F267-5CCA-8DEA-E3B2DD07DA4E}" dt="2026-07-08T06:44:42.334" v="37298" actId="478"/>
          <ac:spMkLst>
            <pc:docMk/>
            <pc:sldMk cId="456432902" sldId="2076139077"/>
            <ac:spMk id="109" creationId="{02383C99-3088-E06A-E6EF-7F0B98EAE69A}"/>
          </ac:spMkLst>
        </pc:spChg>
        <pc:spChg chg="del">
          <ac:chgData name="Hironari Yamada" userId="e57621f8-ec3c-449e-bb19-001fffcc008e" providerId="ADAL" clId="{BC0BD879-F267-5CCA-8DEA-E3B2DD07DA4E}" dt="2026-07-08T06:44:42.334" v="37298" actId="478"/>
          <ac:spMkLst>
            <pc:docMk/>
            <pc:sldMk cId="456432902" sldId="2076139077"/>
            <ac:spMk id="125" creationId="{90D9F148-A79C-EA46-1470-6BECBF4CC1A1}"/>
          </ac:spMkLst>
        </pc:spChg>
        <pc:spChg chg="del">
          <ac:chgData name="Hironari Yamada" userId="e57621f8-ec3c-449e-bb19-001fffcc008e" providerId="ADAL" clId="{BC0BD879-F267-5CCA-8DEA-E3B2DD07DA4E}" dt="2026-07-08T06:44:42.334" v="37298" actId="478"/>
          <ac:spMkLst>
            <pc:docMk/>
            <pc:sldMk cId="456432902" sldId="2076139077"/>
            <ac:spMk id="126" creationId="{A9B1B423-BBCA-FA01-5066-01B242D19291}"/>
          </ac:spMkLst>
        </pc:spChg>
        <pc:spChg chg="del">
          <ac:chgData name="Hironari Yamada" userId="e57621f8-ec3c-449e-bb19-001fffcc008e" providerId="ADAL" clId="{BC0BD879-F267-5CCA-8DEA-E3B2DD07DA4E}" dt="2026-07-08T06:44:42.334" v="37298" actId="478"/>
          <ac:spMkLst>
            <pc:docMk/>
            <pc:sldMk cId="456432902" sldId="2076139077"/>
            <ac:spMk id="127" creationId="{7CD78E6D-BCAA-5AEA-CC34-B62ADBFF599E}"/>
          </ac:spMkLst>
        </pc:spChg>
        <pc:spChg chg="add mod">
          <ac:chgData name="Hironari Yamada" userId="e57621f8-ec3c-449e-bb19-001fffcc008e" providerId="ADAL" clId="{BC0BD879-F267-5CCA-8DEA-E3B2DD07DA4E}" dt="2026-07-08T06:45:04.030" v="37318" actId="1036"/>
          <ac:spMkLst>
            <pc:docMk/>
            <pc:sldMk cId="456432902" sldId="2076139077"/>
            <ac:spMk id="130" creationId="{175F49F1-B97A-7F42-905F-9E3961C148D0}"/>
          </ac:spMkLst>
        </pc:spChg>
        <pc:spChg chg="add mod">
          <ac:chgData name="Hironari Yamada" userId="e57621f8-ec3c-449e-bb19-001fffcc008e" providerId="ADAL" clId="{BC0BD879-F267-5CCA-8DEA-E3B2DD07DA4E}" dt="2026-07-08T06:45:04.030" v="37318" actId="1036"/>
          <ac:spMkLst>
            <pc:docMk/>
            <pc:sldMk cId="456432902" sldId="2076139077"/>
            <ac:spMk id="131" creationId="{7B81DDB9-41AC-C89F-424C-745331805BB2}"/>
          </ac:spMkLst>
        </pc:spChg>
        <pc:spChg chg="add mod">
          <ac:chgData name="Hironari Yamada" userId="e57621f8-ec3c-449e-bb19-001fffcc008e" providerId="ADAL" clId="{BC0BD879-F267-5CCA-8DEA-E3B2DD07DA4E}" dt="2026-07-08T06:45:04.030" v="37318" actId="1036"/>
          <ac:spMkLst>
            <pc:docMk/>
            <pc:sldMk cId="456432902" sldId="2076139077"/>
            <ac:spMk id="132" creationId="{7E92D085-727C-B3BE-8DED-1ADFED0C5841}"/>
          </ac:spMkLst>
        </pc:spChg>
        <pc:spChg chg="add mod">
          <ac:chgData name="Hironari Yamada" userId="e57621f8-ec3c-449e-bb19-001fffcc008e" providerId="ADAL" clId="{BC0BD879-F267-5CCA-8DEA-E3B2DD07DA4E}" dt="2026-07-08T06:44:55.856" v="37300"/>
          <ac:spMkLst>
            <pc:docMk/>
            <pc:sldMk cId="456432902" sldId="2076139077"/>
            <ac:spMk id="133" creationId="{A5398D6B-0791-3763-5A5D-0B3BD894608B}"/>
          </ac:spMkLst>
        </pc:spChg>
        <pc:spChg chg="add mod">
          <ac:chgData name="Hironari Yamada" userId="e57621f8-ec3c-449e-bb19-001fffcc008e" providerId="ADAL" clId="{BC0BD879-F267-5CCA-8DEA-E3B2DD07DA4E}" dt="2026-07-08T06:45:59.229" v="37319"/>
          <ac:spMkLst>
            <pc:docMk/>
            <pc:sldMk cId="456432902" sldId="2076139077"/>
            <ac:spMk id="150" creationId="{8DD90507-63A8-B646-0E0C-1B5E405F46EE}"/>
          </ac:spMkLst>
        </pc:spChg>
        <pc:spChg chg="add mod">
          <ac:chgData name="Hironari Yamada" userId="e57621f8-ec3c-449e-bb19-001fffcc008e" providerId="ADAL" clId="{BC0BD879-F267-5CCA-8DEA-E3B2DD07DA4E}" dt="2026-07-08T06:45:59.229" v="37319"/>
          <ac:spMkLst>
            <pc:docMk/>
            <pc:sldMk cId="456432902" sldId="2076139077"/>
            <ac:spMk id="152" creationId="{50BAE106-2B7A-4AC9-5338-0790C5EB5E16}"/>
          </ac:spMkLst>
        </pc:spChg>
        <pc:spChg chg="add mod">
          <ac:chgData name="Hironari Yamada" userId="e57621f8-ec3c-449e-bb19-001fffcc008e" providerId="ADAL" clId="{BC0BD879-F267-5CCA-8DEA-E3B2DD07DA4E}" dt="2026-07-08T06:45:59.229" v="37319"/>
          <ac:spMkLst>
            <pc:docMk/>
            <pc:sldMk cId="456432902" sldId="2076139077"/>
            <ac:spMk id="153" creationId="{A3A77AD7-E107-50BA-E1B4-745F783EBE53}"/>
          </ac:spMkLst>
        </pc:spChg>
        <pc:spChg chg="add mod">
          <ac:chgData name="Hironari Yamada" userId="e57621f8-ec3c-449e-bb19-001fffcc008e" providerId="ADAL" clId="{BC0BD879-F267-5CCA-8DEA-E3B2DD07DA4E}" dt="2026-07-08T06:45:59.229" v="37319"/>
          <ac:spMkLst>
            <pc:docMk/>
            <pc:sldMk cId="456432902" sldId="2076139077"/>
            <ac:spMk id="155" creationId="{EAE41D1D-EBA2-0983-13FC-D6BAFE566B5D}"/>
          </ac:spMkLst>
        </pc:spChg>
        <pc:spChg chg="add mod">
          <ac:chgData name="Hironari Yamada" userId="e57621f8-ec3c-449e-bb19-001fffcc008e" providerId="ADAL" clId="{BC0BD879-F267-5CCA-8DEA-E3B2DD07DA4E}" dt="2026-07-08T06:45:59.229" v="37319"/>
          <ac:spMkLst>
            <pc:docMk/>
            <pc:sldMk cId="456432902" sldId="2076139077"/>
            <ac:spMk id="156" creationId="{630EBC06-D88B-1160-CF2F-318E3A34C1CC}"/>
          </ac:spMkLst>
        </pc:spChg>
        <pc:spChg chg="add mod">
          <ac:chgData name="Hironari Yamada" userId="e57621f8-ec3c-449e-bb19-001fffcc008e" providerId="ADAL" clId="{BC0BD879-F267-5CCA-8DEA-E3B2DD07DA4E}" dt="2026-07-08T06:45:59.229" v="37319"/>
          <ac:spMkLst>
            <pc:docMk/>
            <pc:sldMk cId="456432902" sldId="2076139077"/>
            <ac:spMk id="157" creationId="{280289D4-C29C-0EC1-3601-E5F2B2145AF6}"/>
          </ac:spMkLst>
        </pc:spChg>
        <pc:spChg chg="add mod">
          <ac:chgData name="Hironari Yamada" userId="e57621f8-ec3c-449e-bb19-001fffcc008e" providerId="ADAL" clId="{BC0BD879-F267-5CCA-8DEA-E3B2DD07DA4E}" dt="2026-07-08T06:45:59.229" v="37319"/>
          <ac:spMkLst>
            <pc:docMk/>
            <pc:sldMk cId="456432902" sldId="2076139077"/>
            <ac:spMk id="158" creationId="{56887B41-9C02-643A-14AE-1042EE1D4EFF}"/>
          </ac:spMkLst>
        </pc:spChg>
        <pc:spChg chg="add mod">
          <ac:chgData name="Hironari Yamada" userId="e57621f8-ec3c-449e-bb19-001fffcc008e" providerId="ADAL" clId="{BC0BD879-F267-5CCA-8DEA-E3B2DD07DA4E}" dt="2026-07-08T06:45:59.229" v="37319"/>
          <ac:spMkLst>
            <pc:docMk/>
            <pc:sldMk cId="456432902" sldId="2076139077"/>
            <ac:spMk id="159" creationId="{A84023FC-8994-409B-5AFD-93D4AF7A1814}"/>
          </ac:spMkLst>
        </pc:spChg>
        <pc:spChg chg="add mod">
          <ac:chgData name="Hironari Yamada" userId="e57621f8-ec3c-449e-bb19-001fffcc008e" providerId="ADAL" clId="{BC0BD879-F267-5CCA-8DEA-E3B2DD07DA4E}" dt="2026-07-08T06:45:59.229" v="37319"/>
          <ac:spMkLst>
            <pc:docMk/>
            <pc:sldMk cId="456432902" sldId="2076139077"/>
            <ac:spMk id="161" creationId="{879BD8D1-A1E8-E6F6-C887-C566D9A2B8B2}"/>
          </ac:spMkLst>
        </pc:spChg>
        <pc:spChg chg="add mod">
          <ac:chgData name="Hironari Yamada" userId="e57621f8-ec3c-449e-bb19-001fffcc008e" providerId="ADAL" clId="{BC0BD879-F267-5CCA-8DEA-E3B2DD07DA4E}" dt="2026-07-08T06:45:59.229" v="37319"/>
          <ac:spMkLst>
            <pc:docMk/>
            <pc:sldMk cId="456432902" sldId="2076139077"/>
            <ac:spMk id="162" creationId="{54DB0053-7298-22AD-7054-C5271A5D2ADA}"/>
          </ac:spMkLst>
        </pc:spChg>
      </pc:sldChg>
      <pc:sldChg chg="addSp delSp modSp add mod">
        <pc:chgData name="Hironari Yamada" userId="e57621f8-ec3c-449e-bb19-001fffcc008e" providerId="ADAL" clId="{BC0BD879-F267-5CCA-8DEA-E3B2DD07DA4E}" dt="2026-07-08T06:48:31.205" v="37516" actId="20577"/>
        <pc:sldMkLst>
          <pc:docMk/>
          <pc:sldMk cId="541512871" sldId="2076139078"/>
        </pc:sldMkLst>
        <pc:spChg chg="add del mod">
          <ac:chgData name="Hironari Yamada" userId="e57621f8-ec3c-449e-bb19-001fffcc008e" providerId="ADAL" clId="{BC0BD879-F267-5CCA-8DEA-E3B2DD07DA4E}" dt="2026-07-08T06:47:08.542" v="37364"/>
          <ac:spMkLst>
            <pc:docMk/>
            <pc:sldMk cId="541512871" sldId="2076139078"/>
            <ac:spMk id="3" creationId="{A7202BE5-02B7-394B-B65B-E1394CD20B65}"/>
          </ac:spMkLst>
        </pc:spChg>
        <pc:spChg chg="mod">
          <ac:chgData name="Hironari Yamada" userId="e57621f8-ec3c-449e-bb19-001fffcc008e" providerId="ADAL" clId="{BC0BD879-F267-5CCA-8DEA-E3B2DD07DA4E}" dt="2026-07-08T06:47:44.105" v="37374" actId="1076"/>
          <ac:spMkLst>
            <pc:docMk/>
            <pc:sldMk cId="541512871" sldId="2076139078"/>
            <ac:spMk id="4" creationId="{85598723-106D-D98E-ABFE-E4A98D777FDC}"/>
          </ac:spMkLst>
        </pc:spChg>
        <pc:spChg chg="add mod">
          <ac:chgData name="Hironari Yamada" userId="e57621f8-ec3c-449e-bb19-001fffcc008e" providerId="ADAL" clId="{BC0BD879-F267-5CCA-8DEA-E3B2DD07DA4E}" dt="2026-07-08T06:47:51.214" v="37375" actId="1076"/>
          <ac:spMkLst>
            <pc:docMk/>
            <pc:sldMk cId="541512871" sldId="2076139078"/>
            <ac:spMk id="5" creationId="{CF4698F0-C9BE-8780-78AF-D7F2A9289DBE}"/>
          </ac:spMkLst>
        </pc:spChg>
        <pc:spChg chg="del">
          <ac:chgData name="Hironari Yamada" userId="e57621f8-ec3c-449e-bb19-001fffcc008e" providerId="ADAL" clId="{BC0BD879-F267-5CCA-8DEA-E3B2DD07DA4E}" dt="2026-07-08T06:47:15.657" v="37365" actId="478"/>
          <ac:spMkLst>
            <pc:docMk/>
            <pc:sldMk cId="541512871" sldId="2076139078"/>
            <ac:spMk id="6" creationId="{07263FE0-80C4-405B-1048-2C3B109F4490}"/>
          </ac:spMkLst>
        </pc:spChg>
        <pc:spChg chg="mod">
          <ac:chgData name="Hironari Yamada" userId="e57621f8-ec3c-449e-bb19-001fffcc008e" providerId="ADAL" clId="{BC0BD879-F267-5CCA-8DEA-E3B2DD07DA4E}" dt="2026-07-08T06:46:38.467" v="37359" actId="20577"/>
          <ac:spMkLst>
            <pc:docMk/>
            <pc:sldMk cId="541512871" sldId="2076139078"/>
            <ac:spMk id="9" creationId="{83ADB6CD-DCE1-D68F-6B80-509D8E746797}"/>
          </ac:spMkLst>
        </pc:spChg>
        <pc:spChg chg="del">
          <ac:chgData name="Hironari Yamada" userId="e57621f8-ec3c-449e-bb19-001fffcc008e" providerId="ADAL" clId="{BC0BD879-F267-5CCA-8DEA-E3B2DD07DA4E}" dt="2026-07-08T06:47:22.624" v="37368" actId="478"/>
          <ac:spMkLst>
            <pc:docMk/>
            <pc:sldMk cId="541512871" sldId="2076139078"/>
            <ac:spMk id="13" creationId="{848A148F-405B-AABE-A641-E3F353384B94}"/>
          </ac:spMkLst>
        </pc:spChg>
        <pc:spChg chg="del">
          <ac:chgData name="Hironari Yamada" userId="e57621f8-ec3c-449e-bb19-001fffcc008e" providerId="ADAL" clId="{BC0BD879-F267-5CCA-8DEA-E3B2DD07DA4E}" dt="2026-07-08T06:47:18.267" v="37366" actId="478"/>
          <ac:spMkLst>
            <pc:docMk/>
            <pc:sldMk cId="541512871" sldId="2076139078"/>
            <ac:spMk id="16" creationId="{9FDC9B09-C400-30E1-A668-BAF5D897EBD6}"/>
          </ac:spMkLst>
        </pc:spChg>
        <pc:spChg chg="del">
          <ac:chgData name="Hironari Yamada" userId="e57621f8-ec3c-449e-bb19-001fffcc008e" providerId="ADAL" clId="{BC0BD879-F267-5CCA-8DEA-E3B2DD07DA4E}" dt="2026-07-08T06:47:15.657" v="37365" actId="478"/>
          <ac:spMkLst>
            <pc:docMk/>
            <pc:sldMk cId="541512871" sldId="2076139078"/>
            <ac:spMk id="17" creationId="{B40E82E3-631A-3BAA-17E6-1E44A368A847}"/>
          </ac:spMkLst>
        </pc:spChg>
        <pc:spChg chg="add del mod">
          <ac:chgData name="Hironari Yamada" userId="e57621f8-ec3c-449e-bb19-001fffcc008e" providerId="ADAL" clId="{BC0BD879-F267-5CCA-8DEA-E3B2DD07DA4E}" dt="2026-07-08T06:47:15.657" v="37365" actId="478"/>
          <ac:spMkLst>
            <pc:docMk/>
            <pc:sldMk cId="541512871" sldId="2076139078"/>
            <ac:spMk id="18" creationId="{44374121-E7EC-4437-F2F2-71C4D786D842}"/>
          </ac:spMkLst>
        </pc:spChg>
        <pc:spChg chg="del">
          <ac:chgData name="Hironari Yamada" userId="e57621f8-ec3c-449e-bb19-001fffcc008e" providerId="ADAL" clId="{BC0BD879-F267-5CCA-8DEA-E3B2DD07DA4E}" dt="2026-07-08T06:47:15.657" v="37365" actId="478"/>
          <ac:spMkLst>
            <pc:docMk/>
            <pc:sldMk cId="541512871" sldId="2076139078"/>
            <ac:spMk id="19" creationId="{F6024E41-95EC-258D-A9F2-B7B85D4603E4}"/>
          </ac:spMkLst>
        </pc:spChg>
        <pc:spChg chg="add del mod">
          <ac:chgData name="Hironari Yamada" userId="e57621f8-ec3c-449e-bb19-001fffcc008e" providerId="ADAL" clId="{BC0BD879-F267-5CCA-8DEA-E3B2DD07DA4E}" dt="2026-07-08T06:47:15.657" v="37365" actId="478"/>
          <ac:spMkLst>
            <pc:docMk/>
            <pc:sldMk cId="541512871" sldId="2076139078"/>
            <ac:spMk id="20" creationId="{1C42D7E1-2E64-DA63-E270-E94D5FCFF417}"/>
          </ac:spMkLst>
        </pc:spChg>
        <pc:spChg chg="add del mod">
          <ac:chgData name="Hironari Yamada" userId="e57621f8-ec3c-449e-bb19-001fffcc008e" providerId="ADAL" clId="{BC0BD879-F267-5CCA-8DEA-E3B2DD07DA4E}" dt="2026-07-08T06:47:15.657" v="37365" actId="478"/>
          <ac:spMkLst>
            <pc:docMk/>
            <pc:sldMk cId="541512871" sldId="2076139078"/>
            <ac:spMk id="21" creationId="{194C59E1-A2A1-F978-E434-F1126CC0B4ED}"/>
          </ac:spMkLst>
        </pc:spChg>
        <pc:spChg chg="add del mod">
          <ac:chgData name="Hironari Yamada" userId="e57621f8-ec3c-449e-bb19-001fffcc008e" providerId="ADAL" clId="{BC0BD879-F267-5CCA-8DEA-E3B2DD07DA4E}" dt="2026-07-08T06:47:22.624" v="37368" actId="478"/>
          <ac:spMkLst>
            <pc:docMk/>
            <pc:sldMk cId="541512871" sldId="2076139078"/>
            <ac:spMk id="22" creationId="{B383DBD6-5883-9BE3-A8A8-7660F577CEE6}"/>
          </ac:spMkLst>
        </pc:spChg>
        <pc:spChg chg="del">
          <ac:chgData name="Hironari Yamada" userId="e57621f8-ec3c-449e-bb19-001fffcc008e" providerId="ADAL" clId="{BC0BD879-F267-5CCA-8DEA-E3B2DD07DA4E}" dt="2026-07-08T06:47:22.624" v="37368" actId="478"/>
          <ac:spMkLst>
            <pc:docMk/>
            <pc:sldMk cId="541512871" sldId="2076139078"/>
            <ac:spMk id="23" creationId="{6B7E8F63-BA6F-06CE-8D73-A7043733989F}"/>
          </ac:spMkLst>
        </pc:spChg>
        <pc:spChg chg="del">
          <ac:chgData name="Hironari Yamada" userId="e57621f8-ec3c-449e-bb19-001fffcc008e" providerId="ADAL" clId="{BC0BD879-F267-5CCA-8DEA-E3B2DD07DA4E}" dt="2026-07-08T06:47:22.624" v="37368" actId="478"/>
          <ac:spMkLst>
            <pc:docMk/>
            <pc:sldMk cId="541512871" sldId="2076139078"/>
            <ac:spMk id="24" creationId="{52B9CD21-9A3D-5E6C-67CD-89B1D9E1BB30}"/>
          </ac:spMkLst>
        </pc:spChg>
        <pc:spChg chg="add mod">
          <ac:chgData name="Hironari Yamada" userId="e57621f8-ec3c-449e-bb19-001fffcc008e" providerId="ADAL" clId="{BC0BD879-F267-5CCA-8DEA-E3B2DD07DA4E}" dt="2026-07-08T06:47:44.105" v="37374" actId="1076"/>
          <ac:spMkLst>
            <pc:docMk/>
            <pc:sldMk cId="541512871" sldId="2076139078"/>
            <ac:spMk id="25" creationId="{22763C59-D012-6814-60C1-A858158BBBC3}"/>
          </ac:spMkLst>
        </pc:spChg>
        <pc:spChg chg="add mod">
          <ac:chgData name="Hironari Yamada" userId="e57621f8-ec3c-449e-bb19-001fffcc008e" providerId="ADAL" clId="{BC0BD879-F267-5CCA-8DEA-E3B2DD07DA4E}" dt="2026-07-08T06:47:44.105" v="37374" actId="1076"/>
          <ac:spMkLst>
            <pc:docMk/>
            <pc:sldMk cId="541512871" sldId="2076139078"/>
            <ac:spMk id="26" creationId="{A322CBBE-9774-8DD9-F9C3-DE6B475770E6}"/>
          </ac:spMkLst>
        </pc:spChg>
        <pc:spChg chg="add mod">
          <ac:chgData name="Hironari Yamada" userId="e57621f8-ec3c-449e-bb19-001fffcc008e" providerId="ADAL" clId="{BC0BD879-F267-5CCA-8DEA-E3B2DD07DA4E}" dt="2026-07-08T06:47:44.105" v="37374" actId="1076"/>
          <ac:spMkLst>
            <pc:docMk/>
            <pc:sldMk cId="541512871" sldId="2076139078"/>
            <ac:spMk id="27" creationId="{81EF6FF2-16A7-B963-8944-616036A5E7AB}"/>
          </ac:spMkLst>
        </pc:spChg>
        <pc:spChg chg="add mod">
          <ac:chgData name="Hironari Yamada" userId="e57621f8-ec3c-449e-bb19-001fffcc008e" providerId="ADAL" clId="{BC0BD879-F267-5CCA-8DEA-E3B2DD07DA4E}" dt="2026-07-08T06:47:51.214" v="37375" actId="1076"/>
          <ac:spMkLst>
            <pc:docMk/>
            <pc:sldMk cId="541512871" sldId="2076139078"/>
            <ac:spMk id="28" creationId="{B533A48B-57A9-8CCE-5585-7BD86CA9B8D3}"/>
          </ac:spMkLst>
        </pc:spChg>
        <pc:spChg chg="mod">
          <ac:chgData name="Hironari Yamada" userId="e57621f8-ec3c-449e-bb19-001fffcc008e" providerId="ADAL" clId="{BC0BD879-F267-5CCA-8DEA-E3B2DD07DA4E}" dt="2026-07-08T06:47:51.214" v="37375" actId="1076"/>
          <ac:spMkLst>
            <pc:docMk/>
            <pc:sldMk cId="541512871" sldId="2076139078"/>
            <ac:spMk id="29" creationId="{8F501FFD-FC42-4928-350A-23CF6B20A67F}"/>
          </ac:spMkLst>
        </pc:spChg>
        <pc:spChg chg="add mod">
          <ac:chgData name="Hironari Yamada" userId="e57621f8-ec3c-449e-bb19-001fffcc008e" providerId="ADAL" clId="{BC0BD879-F267-5CCA-8DEA-E3B2DD07DA4E}" dt="2026-07-08T06:47:51.214" v="37375" actId="1076"/>
          <ac:spMkLst>
            <pc:docMk/>
            <pc:sldMk cId="541512871" sldId="2076139078"/>
            <ac:spMk id="30" creationId="{2D2322F1-1BD3-2AEE-0913-2AD022A9885B}"/>
          </ac:spMkLst>
        </pc:spChg>
        <pc:spChg chg="add mod">
          <ac:chgData name="Hironari Yamada" userId="e57621f8-ec3c-449e-bb19-001fffcc008e" providerId="ADAL" clId="{BC0BD879-F267-5CCA-8DEA-E3B2DD07DA4E}" dt="2026-07-08T06:48:31.205" v="37516" actId="20577"/>
          <ac:spMkLst>
            <pc:docMk/>
            <pc:sldMk cId="541512871" sldId="2076139078"/>
            <ac:spMk id="31" creationId="{DDAB94E5-4B64-AB7E-476C-EF750E5BC1FC}"/>
          </ac:spMkLst>
        </pc:spChg>
        <pc:spChg chg="del">
          <ac:chgData name="Hironari Yamada" userId="e57621f8-ec3c-449e-bb19-001fffcc008e" providerId="ADAL" clId="{BC0BD879-F267-5CCA-8DEA-E3B2DD07DA4E}" dt="2026-07-08T06:46:18.635" v="37321" actId="478"/>
          <ac:spMkLst>
            <pc:docMk/>
            <pc:sldMk cId="541512871" sldId="2076139078"/>
            <ac:spMk id="63" creationId="{245EDC80-165A-2CFD-3559-04B2C620866D}"/>
          </ac:spMkLst>
        </pc:spChg>
        <pc:spChg chg="del">
          <ac:chgData name="Hironari Yamada" userId="e57621f8-ec3c-449e-bb19-001fffcc008e" providerId="ADAL" clId="{BC0BD879-F267-5CCA-8DEA-E3B2DD07DA4E}" dt="2026-07-08T06:46:18.635" v="37321" actId="478"/>
          <ac:spMkLst>
            <pc:docMk/>
            <pc:sldMk cId="541512871" sldId="2076139078"/>
            <ac:spMk id="64" creationId="{B9DD6ADC-AFF6-6477-7C23-39C7C32366CB}"/>
          </ac:spMkLst>
        </pc:spChg>
        <pc:spChg chg="del">
          <ac:chgData name="Hironari Yamada" userId="e57621f8-ec3c-449e-bb19-001fffcc008e" providerId="ADAL" clId="{BC0BD879-F267-5CCA-8DEA-E3B2DD07DA4E}" dt="2026-07-08T06:46:18.635" v="37321" actId="478"/>
          <ac:spMkLst>
            <pc:docMk/>
            <pc:sldMk cId="541512871" sldId="2076139078"/>
            <ac:spMk id="65" creationId="{196E452E-23A9-0F41-E7CF-1D89F2581BC2}"/>
          </ac:spMkLst>
        </pc:spChg>
        <pc:spChg chg="del">
          <ac:chgData name="Hironari Yamada" userId="e57621f8-ec3c-449e-bb19-001fffcc008e" providerId="ADAL" clId="{BC0BD879-F267-5CCA-8DEA-E3B2DD07DA4E}" dt="2026-07-08T06:46:18.635" v="37321" actId="478"/>
          <ac:spMkLst>
            <pc:docMk/>
            <pc:sldMk cId="541512871" sldId="2076139078"/>
            <ac:spMk id="66" creationId="{CC6F182F-A9FC-A2BA-64C6-CFF29300C8D0}"/>
          </ac:spMkLst>
        </pc:spChg>
        <pc:spChg chg="del">
          <ac:chgData name="Hironari Yamada" userId="e57621f8-ec3c-449e-bb19-001fffcc008e" providerId="ADAL" clId="{BC0BD879-F267-5CCA-8DEA-E3B2DD07DA4E}" dt="2026-07-08T06:46:18.635" v="37321" actId="478"/>
          <ac:spMkLst>
            <pc:docMk/>
            <pc:sldMk cId="541512871" sldId="2076139078"/>
            <ac:spMk id="67" creationId="{7E2EE7D8-3D5A-D429-5B9A-28279DF8E291}"/>
          </ac:spMkLst>
        </pc:spChg>
        <pc:spChg chg="del">
          <ac:chgData name="Hironari Yamada" userId="e57621f8-ec3c-449e-bb19-001fffcc008e" providerId="ADAL" clId="{BC0BD879-F267-5CCA-8DEA-E3B2DD07DA4E}" dt="2026-07-08T06:46:18.635" v="37321" actId="478"/>
          <ac:spMkLst>
            <pc:docMk/>
            <pc:sldMk cId="541512871" sldId="2076139078"/>
            <ac:spMk id="68" creationId="{289CCE45-4699-F275-8550-DAD3D56F9531}"/>
          </ac:spMkLst>
        </pc:spChg>
        <pc:spChg chg="del">
          <ac:chgData name="Hironari Yamada" userId="e57621f8-ec3c-449e-bb19-001fffcc008e" providerId="ADAL" clId="{BC0BD879-F267-5CCA-8DEA-E3B2DD07DA4E}" dt="2026-07-08T06:46:21.532" v="37322" actId="478"/>
          <ac:spMkLst>
            <pc:docMk/>
            <pc:sldMk cId="541512871" sldId="2076139078"/>
            <ac:spMk id="69" creationId="{B6B78CF5-9EE2-1125-C741-7844B85265CC}"/>
          </ac:spMkLst>
        </pc:spChg>
        <pc:spChg chg="del">
          <ac:chgData name="Hironari Yamada" userId="e57621f8-ec3c-449e-bb19-001fffcc008e" providerId="ADAL" clId="{BC0BD879-F267-5CCA-8DEA-E3B2DD07DA4E}" dt="2026-07-08T06:46:18.635" v="37321" actId="478"/>
          <ac:spMkLst>
            <pc:docMk/>
            <pc:sldMk cId="541512871" sldId="2076139078"/>
            <ac:spMk id="70" creationId="{79B83B22-B92C-156A-F282-88AFE996DFB4}"/>
          </ac:spMkLst>
        </pc:spChg>
        <pc:spChg chg="del">
          <ac:chgData name="Hironari Yamada" userId="e57621f8-ec3c-449e-bb19-001fffcc008e" providerId="ADAL" clId="{BC0BD879-F267-5CCA-8DEA-E3B2DD07DA4E}" dt="2026-07-08T06:46:21.532" v="37322" actId="478"/>
          <ac:spMkLst>
            <pc:docMk/>
            <pc:sldMk cId="541512871" sldId="2076139078"/>
            <ac:spMk id="71" creationId="{4070AE86-1B2E-6869-AD4C-E3B7EB99C94E}"/>
          </ac:spMkLst>
        </pc:spChg>
        <pc:spChg chg="del">
          <ac:chgData name="Hironari Yamada" userId="e57621f8-ec3c-449e-bb19-001fffcc008e" providerId="ADAL" clId="{BC0BD879-F267-5CCA-8DEA-E3B2DD07DA4E}" dt="2026-07-08T06:46:18.635" v="37321" actId="478"/>
          <ac:spMkLst>
            <pc:docMk/>
            <pc:sldMk cId="541512871" sldId="2076139078"/>
            <ac:spMk id="72" creationId="{FAC90BB2-65A8-394A-5C06-8D2D69E3D1B4}"/>
          </ac:spMkLst>
        </pc:spChg>
        <pc:spChg chg="del">
          <ac:chgData name="Hironari Yamada" userId="e57621f8-ec3c-449e-bb19-001fffcc008e" providerId="ADAL" clId="{BC0BD879-F267-5CCA-8DEA-E3B2DD07DA4E}" dt="2026-07-08T06:46:18.635" v="37321" actId="478"/>
          <ac:spMkLst>
            <pc:docMk/>
            <pc:sldMk cId="541512871" sldId="2076139078"/>
            <ac:spMk id="130" creationId="{5A7C6B98-43C3-1427-D276-5A2F75F2BEBC}"/>
          </ac:spMkLst>
        </pc:spChg>
        <pc:spChg chg="del">
          <ac:chgData name="Hironari Yamada" userId="e57621f8-ec3c-449e-bb19-001fffcc008e" providerId="ADAL" clId="{BC0BD879-F267-5CCA-8DEA-E3B2DD07DA4E}" dt="2026-07-08T06:46:21.532" v="37322" actId="478"/>
          <ac:spMkLst>
            <pc:docMk/>
            <pc:sldMk cId="541512871" sldId="2076139078"/>
            <ac:spMk id="131" creationId="{E225B0CF-1C22-089E-8253-D172FE45BC4C}"/>
          </ac:spMkLst>
        </pc:spChg>
        <pc:spChg chg="del">
          <ac:chgData name="Hironari Yamada" userId="e57621f8-ec3c-449e-bb19-001fffcc008e" providerId="ADAL" clId="{BC0BD879-F267-5CCA-8DEA-E3B2DD07DA4E}" dt="2026-07-08T06:46:18.635" v="37321" actId="478"/>
          <ac:spMkLst>
            <pc:docMk/>
            <pc:sldMk cId="541512871" sldId="2076139078"/>
            <ac:spMk id="132" creationId="{D7C3AB0D-B343-461E-EE11-B042BEC240C9}"/>
          </ac:spMkLst>
        </pc:spChg>
        <pc:grpChg chg="del">
          <ac:chgData name="Hironari Yamada" userId="e57621f8-ec3c-449e-bb19-001fffcc008e" providerId="ADAL" clId="{BC0BD879-F267-5CCA-8DEA-E3B2DD07DA4E}" dt="2026-07-08T06:47:15.657" v="37365" actId="478"/>
          <ac:grpSpMkLst>
            <pc:docMk/>
            <pc:sldMk cId="541512871" sldId="2076139078"/>
            <ac:grpSpMk id="7" creationId="{FC1FC5B9-885B-FEBB-D13B-0829A0D62F4A}"/>
          </ac:grpSpMkLst>
        </pc:grpChg>
        <pc:cxnChg chg="del">
          <ac:chgData name="Hironari Yamada" userId="e57621f8-ec3c-449e-bb19-001fffcc008e" providerId="ADAL" clId="{BC0BD879-F267-5CCA-8DEA-E3B2DD07DA4E}" dt="2026-07-08T06:47:28.224" v="37370" actId="478"/>
          <ac:cxnSpMkLst>
            <pc:docMk/>
            <pc:sldMk cId="541512871" sldId="2076139078"/>
            <ac:cxnSpMk id="11" creationId="{16795C2E-EA51-97F6-8A35-10C392BD314A}"/>
          </ac:cxnSpMkLst>
        </pc:cxnChg>
        <pc:cxnChg chg="del">
          <ac:chgData name="Hironari Yamada" userId="e57621f8-ec3c-449e-bb19-001fffcc008e" providerId="ADAL" clId="{BC0BD879-F267-5CCA-8DEA-E3B2DD07DA4E}" dt="2026-07-08T06:47:24.624" v="37369" actId="478"/>
          <ac:cxnSpMkLst>
            <pc:docMk/>
            <pc:sldMk cId="541512871" sldId="2076139078"/>
            <ac:cxnSpMk id="12" creationId="{437A745A-90C2-D909-5041-C1059D57D8DC}"/>
          </ac:cxnSpMkLst>
        </pc:cxnChg>
        <pc:cxnChg chg="mod">
          <ac:chgData name="Hironari Yamada" userId="e57621f8-ec3c-449e-bb19-001fffcc008e" providerId="ADAL" clId="{BC0BD879-F267-5CCA-8DEA-E3B2DD07DA4E}" dt="2026-07-08T06:47:34.325" v="37371" actId="1076"/>
          <ac:cxnSpMkLst>
            <pc:docMk/>
            <pc:sldMk cId="541512871" sldId="2076139078"/>
            <ac:cxnSpMk id="14" creationId="{2FC5A3C5-82D6-C80E-7DB7-0B38ACDD49A3}"/>
          </ac:cxnSpMkLst>
        </pc:cxnChg>
        <pc:cxnChg chg="del">
          <ac:chgData name="Hironari Yamada" userId="e57621f8-ec3c-449e-bb19-001fffcc008e" providerId="ADAL" clId="{BC0BD879-F267-5CCA-8DEA-E3B2DD07DA4E}" dt="2026-07-08T06:47:19.956" v="37367" actId="478"/>
          <ac:cxnSpMkLst>
            <pc:docMk/>
            <pc:sldMk cId="541512871" sldId="2076139078"/>
            <ac:cxnSpMk id="15" creationId="{7295368C-5D8B-EF76-909E-246F3A2C3FC5}"/>
          </ac:cxnSpMkLst>
        </pc:cxnChg>
      </pc:sldChg>
      <pc:sldChg chg="addSp delSp modSp add mod">
        <pc:chgData name="Hironari Yamada" userId="e57621f8-ec3c-449e-bb19-001fffcc008e" providerId="ADAL" clId="{BC0BD879-F267-5CCA-8DEA-E3B2DD07DA4E}" dt="2026-07-08T06:49:37.955" v="37531" actId="1076"/>
        <pc:sldMkLst>
          <pc:docMk/>
          <pc:sldMk cId="3813570223" sldId="2076139079"/>
        </pc:sldMkLst>
        <pc:spChg chg="del">
          <ac:chgData name="Hironari Yamada" userId="e57621f8-ec3c-449e-bb19-001fffcc008e" providerId="ADAL" clId="{BC0BD879-F267-5CCA-8DEA-E3B2DD07DA4E}" dt="2026-07-08T06:48:45.763" v="37518" actId="478"/>
          <ac:spMkLst>
            <pc:docMk/>
            <pc:sldMk cId="3813570223" sldId="2076139079"/>
            <ac:spMk id="4" creationId="{F0B84824-5C80-097C-77E5-AC6FE8DA48A2}"/>
          </ac:spMkLst>
        </pc:spChg>
        <pc:spChg chg="del">
          <ac:chgData name="Hironari Yamada" userId="e57621f8-ec3c-449e-bb19-001fffcc008e" providerId="ADAL" clId="{BC0BD879-F267-5CCA-8DEA-E3B2DD07DA4E}" dt="2026-07-08T06:48:45.763" v="37518" actId="478"/>
          <ac:spMkLst>
            <pc:docMk/>
            <pc:sldMk cId="3813570223" sldId="2076139079"/>
            <ac:spMk id="5" creationId="{EC0BF3AC-69B3-56A7-E119-6E71A7D8B61B}"/>
          </ac:spMkLst>
        </pc:spChg>
        <pc:spChg chg="mod">
          <ac:chgData name="Hironari Yamada" userId="e57621f8-ec3c-449e-bb19-001fffcc008e" providerId="ADAL" clId="{BC0BD879-F267-5CCA-8DEA-E3B2DD07DA4E}" dt="2026-07-08T06:48:46.379" v="37519"/>
          <ac:spMkLst>
            <pc:docMk/>
            <pc:sldMk cId="3813570223" sldId="2076139079"/>
            <ac:spMk id="7" creationId="{BD0BCF74-82A0-9A2C-C5A0-32678968DC25}"/>
          </ac:spMkLst>
        </pc:spChg>
        <pc:spChg chg="mod">
          <ac:chgData name="Hironari Yamada" userId="e57621f8-ec3c-449e-bb19-001fffcc008e" providerId="ADAL" clId="{BC0BD879-F267-5CCA-8DEA-E3B2DD07DA4E}" dt="2026-07-08T06:48:46.379" v="37519"/>
          <ac:spMkLst>
            <pc:docMk/>
            <pc:sldMk cId="3813570223" sldId="2076139079"/>
            <ac:spMk id="8" creationId="{73602A53-6D65-8F12-F0DC-890D4080F962}"/>
          </ac:spMkLst>
        </pc:spChg>
        <pc:spChg chg="mod">
          <ac:chgData name="Hironari Yamada" userId="e57621f8-ec3c-449e-bb19-001fffcc008e" providerId="ADAL" clId="{BC0BD879-F267-5CCA-8DEA-E3B2DD07DA4E}" dt="2026-07-08T06:48:46.379" v="37519"/>
          <ac:spMkLst>
            <pc:docMk/>
            <pc:sldMk cId="3813570223" sldId="2076139079"/>
            <ac:spMk id="12" creationId="{0192A624-0D84-B7A0-A22A-52C77D44968F}"/>
          </ac:spMkLst>
        </pc:spChg>
        <pc:spChg chg="add mod">
          <ac:chgData name="Hironari Yamada" userId="e57621f8-ec3c-449e-bb19-001fffcc008e" providerId="ADAL" clId="{BC0BD879-F267-5CCA-8DEA-E3B2DD07DA4E}" dt="2026-07-08T06:48:46.379" v="37519"/>
          <ac:spMkLst>
            <pc:docMk/>
            <pc:sldMk cId="3813570223" sldId="2076139079"/>
            <ac:spMk id="23" creationId="{AFC22145-86BF-542F-795B-11F1379B87D8}"/>
          </ac:spMkLst>
        </pc:spChg>
        <pc:spChg chg="add mod">
          <ac:chgData name="Hironari Yamada" userId="e57621f8-ec3c-449e-bb19-001fffcc008e" providerId="ADAL" clId="{BC0BD879-F267-5CCA-8DEA-E3B2DD07DA4E}" dt="2026-07-08T06:48:46.379" v="37519"/>
          <ac:spMkLst>
            <pc:docMk/>
            <pc:sldMk cId="3813570223" sldId="2076139079"/>
            <ac:spMk id="24" creationId="{65803F0A-C114-89EE-9A33-B6FED7D84D6D}"/>
          </ac:spMkLst>
        </pc:spChg>
        <pc:spChg chg="del">
          <ac:chgData name="Hironari Yamada" userId="e57621f8-ec3c-449e-bb19-001fffcc008e" providerId="ADAL" clId="{BC0BD879-F267-5CCA-8DEA-E3B2DD07DA4E}" dt="2026-07-08T06:48:45.763" v="37518" actId="478"/>
          <ac:spMkLst>
            <pc:docMk/>
            <pc:sldMk cId="3813570223" sldId="2076139079"/>
            <ac:spMk id="25" creationId="{AF3561A2-D90C-FBC7-50D6-822237C2BBD0}"/>
          </ac:spMkLst>
        </pc:spChg>
        <pc:spChg chg="del">
          <ac:chgData name="Hironari Yamada" userId="e57621f8-ec3c-449e-bb19-001fffcc008e" providerId="ADAL" clId="{BC0BD879-F267-5CCA-8DEA-E3B2DD07DA4E}" dt="2026-07-08T06:48:45.763" v="37518" actId="478"/>
          <ac:spMkLst>
            <pc:docMk/>
            <pc:sldMk cId="3813570223" sldId="2076139079"/>
            <ac:spMk id="26" creationId="{731A8C3E-0F2F-9879-0E63-63A79D1175CA}"/>
          </ac:spMkLst>
        </pc:spChg>
        <pc:spChg chg="del">
          <ac:chgData name="Hironari Yamada" userId="e57621f8-ec3c-449e-bb19-001fffcc008e" providerId="ADAL" clId="{BC0BD879-F267-5CCA-8DEA-E3B2DD07DA4E}" dt="2026-07-08T06:48:45.763" v="37518" actId="478"/>
          <ac:spMkLst>
            <pc:docMk/>
            <pc:sldMk cId="3813570223" sldId="2076139079"/>
            <ac:spMk id="27" creationId="{F49869D3-6C8B-C0A4-658C-606D66D402E2}"/>
          </ac:spMkLst>
        </pc:spChg>
        <pc:spChg chg="del">
          <ac:chgData name="Hironari Yamada" userId="e57621f8-ec3c-449e-bb19-001fffcc008e" providerId="ADAL" clId="{BC0BD879-F267-5CCA-8DEA-E3B2DD07DA4E}" dt="2026-07-08T06:48:45.763" v="37518" actId="478"/>
          <ac:spMkLst>
            <pc:docMk/>
            <pc:sldMk cId="3813570223" sldId="2076139079"/>
            <ac:spMk id="28" creationId="{C17D839C-6573-ACD6-F9F5-F6B69978C4ED}"/>
          </ac:spMkLst>
        </pc:spChg>
        <pc:spChg chg="del">
          <ac:chgData name="Hironari Yamada" userId="e57621f8-ec3c-449e-bb19-001fffcc008e" providerId="ADAL" clId="{BC0BD879-F267-5CCA-8DEA-E3B2DD07DA4E}" dt="2026-07-08T06:48:45.763" v="37518" actId="478"/>
          <ac:spMkLst>
            <pc:docMk/>
            <pc:sldMk cId="3813570223" sldId="2076139079"/>
            <ac:spMk id="29" creationId="{09B9DE05-6F20-0875-8E86-19E60F98BD16}"/>
          </ac:spMkLst>
        </pc:spChg>
        <pc:spChg chg="del">
          <ac:chgData name="Hironari Yamada" userId="e57621f8-ec3c-449e-bb19-001fffcc008e" providerId="ADAL" clId="{BC0BD879-F267-5CCA-8DEA-E3B2DD07DA4E}" dt="2026-07-08T06:48:45.763" v="37518" actId="478"/>
          <ac:spMkLst>
            <pc:docMk/>
            <pc:sldMk cId="3813570223" sldId="2076139079"/>
            <ac:spMk id="30" creationId="{E24C88B7-B9E5-B1A7-E04F-E4895D0B0008}"/>
          </ac:spMkLst>
        </pc:spChg>
        <pc:spChg chg="del">
          <ac:chgData name="Hironari Yamada" userId="e57621f8-ec3c-449e-bb19-001fffcc008e" providerId="ADAL" clId="{BC0BD879-F267-5CCA-8DEA-E3B2DD07DA4E}" dt="2026-07-08T06:48:45.763" v="37518" actId="478"/>
          <ac:spMkLst>
            <pc:docMk/>
            <pc:sldMk cId="3813570223" sldId="2076139079"/>
            <ac:spMk id="31" creationId="{5543B80A-61FB-2CED-062C-BEA7387A7398}"/>
          </ac:spMkLst>
        </pc:spChg>
        <pc:spChg chg="add mod">
          <ac:chgData name="Hironari Yamada" userId="e57621f8-ec3c-449e-bb19-001fffcc008e" providerId="ADAL" clId="{BC0BD879-F267-5CCA-8DEA-E3B2DD07DA4E}" dt="2026-07-08T06:48:46.379" v="37519"/>
          <ac:spMkLst>
            <pc:docMk/>
            <pc:sldMk cId="3813570223" sldId="2076139079"/>
            <ac:spMk id="37" creationId="{4DA7DCFF-CC15-29B3-A9B3-43FFB75CC90E}"/>
          </ac:spMkLst>
        </pc:spChg>
        <pc:spChg chg="add mod">
          <ac:chgData name="Hironari Yamada" userId="e57621f8-ec3c-449e-bb19-001fffcc008e" providerId="ADAL" clId="{BC0BD879-F267-5CCA-8DEA-E3B2DD07DA4E}" dt="2026-07-08T06:48:46.379" v="37519"/>
          <ac:spMkLst>
            <pc:docMk/>
            <pc:sldMk cId="3813570223" sldId="2076139079"/>
            <ac:spMk id="45" creationId="{2A5E89CF-348C-AA75-1D94-A9037DE0B557}"/>
          </ac:spMkLst>
        </pc:spChg>
        <pc:spChg chg="add mod">
          <ac:chgData name="Hironari Yamada" userId="e57621f8-ec3c-449e-bb19-001fffcc008e" providerId="ADAL" clId="{BC0BD879-F267-5CCA-8DEA-E3B2DD07DA4E}" dt="2026-07-08T06:48:46.379" v="37519"/>
          <ac:spMkLst>
            <pc:docMk/>
            <pc:sldMk cId="3813570223" sldId="2076139079"/>
            <ac:spMk id="57" creationId="{BE94D192-EDE8-DD23-1B65-8FBD8D5ADC5B}"/>
          </ac:spMkLst>
        </pc:spChg>
        <pc:spChg chg="add mod">
          <ac:chgData name="Hironari Yamada" userId="e57621f8-ec3c-449e-bb19-001fffcc008e" providerId="ADAL" clId="{BC0BD879-F267-5CCA-8DEA-E3B2DD07DA4E}" dt="2026-07-08T06:48:46.379" v="37519"/>
          <ac:spMkLst>
            <pc:docMk/>
            <pc:sldMk cId="3813570223" sldId="2076139079"/>
            <ac:spMk id="61" creationId="{27ABD9C5-6912-2200-EBA7-92C26E2D31F4}"/>
          </ac:spMkLst>
        </pc:spChg>
        <pc:spChg chg="add mod">
          <ac:chgData name="Hironari Yamada" userId="e57621f8-ec3c-449e-bb19-001fffcc008e" providerId="ADAL" clId="{BC0BD879-F267-5CCA-8DEA-E3B2DD07DA4E}" dt="2026-07-08T06:48:46.379" v="37519"/>
          <ac:spMkLst>
            <pc:docMk/>
            <pc:sldMk cId="3813570223" sldId="2076139079"/>
            <ac:spMk id="63" creationId="{F9AACE87-D345-8CB4-AFD3-F0252FE53433}"/>
          </ac:spMkLst>
        </pc:spChg>
        <pc:spChg chg="mod">
          <ac:chgData name="Hironari Yamada" userId="e57621f8-ec3c-449e-bb19-001fffcc008e" providerId="ADAL" clId="{BC0BD879-F267-5CCA-8DEA-E3B2DD07DA4E}" dt="2026-07-08T06:49:34.906" v="37530" actId="1076"/>
          <ac:spMkLst>
            <pc:docMk/>
            <pc:sldMk cId="3813570223" sldId="2076139079"/>
            <ac:spMk id="129" creationId="{AA9AB73D-727D-5654-EDFF-F7651AF1E71D}"/>
          </ac:spMkLst>
        </pc:spChg>
        <pc:spChg chg="mod">
          <ac:chgData name="Hironari Yamada" userId="e57621f8-ec3c-449e-bb19-001fffcc008e" providerId="ADAL" clId="{BC0BD879-F267-5CCA-8DEA-E3B2DD07DA4E}" dt="2026-07-08T06:49:01.647" v="37521" actId="1076"/>
          <ac:spMkLst>
            <pc:docMk/>
            <pc:sldMk cId="3813570223" sldId="2076139079"/>
            <ac:spMk id="132" creationId="{7DB6B7ED-89A9-FA08-10DC-EC9A7D8E0AC1}"/>
          </ac:spMkLst>
        </pc:spChg>
        <pc:spChg chg="mod">
          <ac:chgData name="Hironari Yamada" userId="e57621f8-ec3c-449e-bb19-001fffcc008e" providerId="ADAL" clId="{BC0BD879-F267-5CCA-8DEA-E3B2DD07DA4E}" dt="2026-07-08T06:49:22.099" v="37527" actId="404"/>
          <ac:spMkLst>
            <pc:docMk/>
            <pc:sldMk cId="3813570223" sldId="2076139079"/>
            <ac:spMk id="138" creationId="{4446EA82-D3EA-7B7B-70C7-F09B4698FFAD}"/>
          </ac:spMkLst>
        </pc:spChg>
        <pc:spChg chg="mod">
          <ac:chgData name="Hironari Yamada" userId="e57621f8-ec3c-449e-bb19-001fffcc008e" providerId="ADAL" clId="{BC0BD879-F267-5CCA-8DEA-E3B2DD07DA4E}" dt="2026-07-08T06:49:14.107" v="37525" actId="404"/>
          <ac:spMkLst>
            <pc:docMk/>
            <pc:sldMk cId="3813570223" sldId="2076139079"/>
            <ac:spMk id="139" creationId="{ED71FF87-D0A4-BEDC-DE3E-54A655C3D4AD}"/>
          </ac:spMkLst>
        </pc:spChg>
        <pc:spChg chg="mod">
          <ac:chgData name="Hironari Yamada" userId="e57621f8-ec3c-449e-bb19-001fffcc008e" providerId="ADAL" clId="{BC0BD879-F267-5CCA-8DEA-E3B2DD07DA4E}" dt="2026-07-08T06:49:14.107" v="37525" actId="404"/>
          <ac:spMkLst>
            <pc:docMk/>
            <pc:sldMk cId="3813570223" sldId="2076139079"/>
            <ac:spMk id="140" creationId="{0015D848-E455-2EC7-7A5E-E4859B6215A0}"/>
          </ac:spMkLst>
        </pc:spChg>
        <pc:spChg chg="mod">
          <ac:chgData name="Hironari Yamada" userId="e57621f8-ec3c-449e-bb19-001fffcc008e" providerId="ADAL" clId="{BC0BD879-F267-5CCA-8DEA-E3B2DD07DA4E}" dt="2026-07-08T06:49:14.107" v="37525" actId="404"/>
          <ac:spMkLst>
            <pc:docMk/>
            <pc:sldMk cId="3813570223" sldId="2076139079"/>
            <ac:spMk id="141" creationId="{F95A8533-0463-5A71-7312-75B4FE2AD29A}"/>
          </ac:spMkLst>
        </pc:spChg>
        <pc:spChg chg="mod">
          <ac:chgData name="Hironari Yamada" userId="e57621f8-ec3c-449e-bb19-001fffcc008e" providerId="ADAL" clId="{BC0BD879-F267-5CCA-8DEA-E3B2DD07DA4E}" dt="2026-07-08T06:49:14.107" v="37525" actId="404"/>
          <ac:spMkLst>
            <pc:docMk/>
            <pc:sldMk cId="3813570223" sldId="2076139079"/>
            <ac:spMk id="142" creationId="{CBF7BFB8-D189-50CE-BD67-3767E1921FA5}"/>
          </ac:spMkLst>
        </pc:spChg>
        <pc:spChg chg="mod">
          <ac:chgData name="Hironari Yamada" userId="e57621f8-ec3c-449e-bb19-001fffcc008e" providerId="ADAL" clId="{BC0BD879-F267-5CCA-8DEA-E3B2DD07DA4E}" dt="2026-07-08T06:49:14.107" v="37525" actId="404"/>
          <ac:spMkLst>
            <pc:docMk/>
            <pc:sldMk cId="3813570223" sldId="2076139079"/>
            <ac:spMk id="143" creationId="{22975BF9-3114-2438-E741-94984FC71F73}"/>
          </ac:spMkLst>
        </pc:spChg>
        <pc:spChg chg="mod">
          <ac:chgData name="Hironari Yamada" userId="e57621f8-ec3c-449e-bb19-001fffcc008e" providerId="ADAL" clId="{BC0BD879-F267-5CCA-8DEA-E3B2DD07DA4E}" dt="2026-07-08T06:49:14.107" v="37525" actId="404"/>
          <ac:spMkLst>
            <pc:docMk/>
            <pc:sldMk cId="3813570223" sldId="2076139079"/>
            <ac:spMk id="144" creationId="{157CC96C-BDE8-589E-F961-CD71AAE2F444}"/>
          </ac:spMkLst>
        </pc:spChg>
        <pc:spChg chg="mod">
          <ac:chgData name="Hironari Yamada" userId="e57621f8-ec3c-449e-bb19-001fffcc008e" providerId="ADAL" clId="{BC0BD879-F267-5CCA-8DEA-E3B2DD07DA4E}" dt="2026-07-08T06:49:14.107" v="37525" actId="404"/>
          <ac:spMkLst>
            <pc:docMk/>
            <pc:sldMk cId="3813570223" sldId="2076139079"/>
            <ac:spMk id="145" creationId="{3F358FC3-2EE9-999C-4473-BF8604FA2040}"/>
          </ac:spMkLst>
        </pc:spChg>
        <pc:spChg chg="mod">
          <ac:chgData name="Hironari Yamada" userId="e57621f8-ec3c-449e-bb19-001fffcc008e" providerId="ADAL" clId="{BC0BD879-F267-5CCA-8DEA-E3B2DD07DA4E}" dt="2026-07-08T06:49:14.107" v="37525" actId="404"/>
          <ac:spMkLst>
            <pc:docMk/>
            <pc:sldMk cId="3813570223" sldId="2076139079"/>
            <ac:spMk id="146" creationId="{964C94A7-33EE-45FA-B2F5-AA77CDAB1B31}"/>
          </ac:spMkLst>
        </pc:spChg>
        <pc:spChg chg="mod">
          <ac:chgData name="Hironari Yamada" userId="e57621f8-ec3c-449e-bb19-001fffcc008e" providerId="ADAL" clId="{BC0BD879-F267-5CCA-8DEA-E3B2DD07DA4E}" dt="2026-07-08T06:49:14.107" v="37525" actId="404"/>
          <ac:spMkLst>
            <pc:docMk/>
            <pc:sldMk cId="3813570223" sldId="2076139079"/>
            <ac:spMk id="150" creationId="{DCE73758-852D-F639-6EA2-D5C8B2EDD266}"/>
          </ac:spMkLst>
        </pc:spChg>
        <pc:spChg chg="mod">
          <ac:chgData name="Hironari Yamada" userId="e57621f8-ec3c-449e-bb19-001fffcc008e" providerId="ADAL" clId="{BC0BD879-F267-5CCA-8DEA-E3B2DD07DA4E}" dt="2026-07-08T06:49:05.099" v="37523" actId="403"/>
          <ac:spMkLst>
            <pc:docMk/>
            <pc:sldMk cId="3813570223" sldId="2076139079"/>
            <ac:spMk id="151" creationId="{8A24C8E7-BF00-BF74-3827-88C2A0B6594C}"/>
          </ac:spMkLst>
        </pc:spChg>
        <pc:spChg chg="mod">
          <ac:chgData name="Hironari Yamada" userId="e57621f8-ec3c-449e-bb19-001fffcc008e" providerId="ADAL" clId="{BC0BD879-F267-5CCA-8DEA-E3B2DD07DA4E}" dt="2026-07-08T06:49:17.935" v="37526" actId="404"/>
          <ac:spMkLst>
            <pc:docMk/>
            <pc:sldMk cId="3813570223" sldId="2076139079"/>
            <ac:spMk id="153" creationId="{299B94F3-369B-11EA-72F6-B0F6F3E58C99}"/>
          </ac:spMkLst>
        </pc:spChg>
        <pc:spChg chg="add mod">
          <ac:chgData name="Hironari Yamada" userId="e57621f8-ec3c-449e-bb19-001fffcc008e" providerId="ADAL" clId="{BC0BD879-F267-5CCA-8DEA-E3B2DD07DA4E}" dt="2026-07-08T06:49:01.647" v="37521" actId="1076"/>
          <ac:spMkLst>
            <pc:docMk/>
            <pc:sldMk cId="3813570223" sldId="2076139079"/>
            <ac:spMk id="154" creationId="{54C24737-F861-D542-C932-D5F5DCC8941D}"/>
          </ac:spMkLst>
        </pc:spChg>
        <pc:spChg chg="add mod">
          <ac:chgData name="Hironari Yamada" userId="e57621f8-ec3c-449e-bb19-001fffcc008e" providerId="ADAL" clId="{BC0BD879-F267-5CCA-8DEA-E3B2DD07DA4E}" dt="2026-07-08T06:49:01.647" v="37521" actId="1076"/>
          <ac:spMkLst>
            <pc:docMk/>
            <pc:sldMk cId="3813570223" sldId="2076139079"/>
            <ac:spMk id="155" creationId="{BCE89551-F32A-A01F-75D6-7566529FF5F2}"/>
          </ac:spMkLst>
        </pc:spChg>
        <pc:spChg chg="add mod">
          <ac:chgData name="Hironari Yamada" userId="e57621f8-ec3c-449e-bb19-001fffcc008e" providerId="ADAL" clId="{BC0BD879-F267-5CCA-8DEA-E3B2DD07DA4E}" dt="2026-07-08T06:49:01.647" v="37521" actId="1076"/>
          <ac:spMkLst>
            <pc:docMk/>
            <pc:sldMk cId="3813570223" sldId="2076139079"/>
            <ac:spMk id="156" creationId="{E50BECD1-8166-497A-C2AA-B1EACB0A83B1}"/>
          </ac:spMkLst>
        </pc:spChg>
        <pc:spChg chg="mod">
          <ac:chgData name="Hironari Yamada" userId="e57621f8-ec3c-449e-bb19-001fffcc008e" providerId="ADAL" clId="{BC0BD879-F267-5CCA-8DEA-E3B2DD07DA4E}" dt="2026-07-08T06:49:05.099" v="37523" actId="403"/>
          <ac:spMkLst>
            <pc:docMk/>
            <pc:sldMk cId="3813570223" sldId="2076139079"/>
            <ac:spMk id="157" creationId="{F5A0BBE3-E8DC-0ECE-C2A3-EFE6BD749DCE}"/>
          </ac:spMkLst>
        </pc:spChg>
        <pc:spChg chg="mod">
          <ac:chgData name="Hironari Yamada" userId="e57621f8-ec3c-449e-bb19-001fffcc008e" providerId="ADAL" clId="{BC0BD879-F267-5CCA-8DEA-E3B2DD07DA4E}" dt="2026-07-08T06:49:05.099" v="37523" actId="403"/>
          <ac:spMkLst>
            <pc:docMk/>
            <pc:sldMk cId="3813570223" sldId="2076139079"/>
            <ac:spMk id="158" creationId="{9AE9EEB3-AB6C-7C44-DB0B-04E939C1E59D}"/>
          </ac:spMkLst>
        </pc:spChg>
        <pc:spChg chg="add mod">
          <ac:chgData name="Hironari Yamada" userId="e57621f8-ec3c-449e-bb19-001fffcc008e" providerId="ADAL" clId="{BC0BD879-F267-5CCA-8DEA-E3B2DD07DA4E}" dt="2026-07-08T06:49:05.099" v="37523" actId="403"/>
          <ac:spMkLst>
            <pc:docMk/>
            <pc:sldMk cId="3813570223" sldId="2076139079"/>
            <ac:spMk id="159" creationId="{54455904-F1D5-A74B-B8CA-7DFBA67E0CAC}"/>
          </ac:spMkLst>
        </pc:spChg>
        <pc:spChg chg="mod">
          <ac:chgData name="Hironari Yamada" userId="e57621f8-ec3c-449e-bb19-001fffcc008e" providerId="ADAL" clId="{BC0BD879-F267-5CCA-8DEA-E3B2DD07DA4E}" dt="2026-07-08T06:49:05.099" v="37523" actId="403"/>
          <ac:spMkLst>
            <pc:docMk/>
            <pc:sldMk cId="3813570223" sldId="2076139079"/>
            <ac:spMk id="161" creationId="{6FF1FB06-2C2E-E791-DA03-378E56B7DDE1}"/>
          </ac:spMkLst>
        </pc:spChg>
        <pc:spChg chg="mod">
          <ac:chgData name="Hironari Yamada" userId="e57621f8-ec3c-449e-bb19-001fffcc008e" providerId="ADAL" clId="{BC0BD879-F267-5CCA-8DEA-E3B2DD07DA4E}" dt="2026-07-08T06:49:05.099" v="37523" actId="403"/>
          <ac:spMkLst>
            <pc:docMk/>
            <pc:sldMk cId="3813570223" sldId="2076139079"/>
            <ac:spMk id="168" creationId="{42E3CE43-387F-A8B4-DF19-7813519297B2}"/>
          </ac:spMkLst>
        </pc:spChg>
        <pc:spChg chg="mod">
          <ac:chgData name="Hironari Yamada" userId="e57621f8-ec3c-449e-bb19-001fffcc008e" providerId="ADAL" clId="{BC0BD879-F267-5CCA-8DEA-E3B2DD07DA4E}" dt="2026-07-08T06:49:25.052" v="37528" actId="404"/>
          <ac:spMkLst>
            <pc:docMk/>
            <pc:sldMk cId="3813570223" sldId="2076139079"/>
            <ac:spMk id="170" creationId="{DED9E36A-B543-E34C-3289-1072ACC592C0}"/>
          </ac:spMkLst>
        </pc:spChg>
        <pc:spChg chg="add mod">
          <ac:chgData name="Hironari Yamada" userId="e57621f8-ec3c-449e-bb19-001fffcc008e" providerId="ADAL" clId="{BC0BD879-F267-5CCA-8DEA-E3B2DD07DA4E}" dt="2026-07-08T06:49:37.955" v="37531" actId="1076"/>
          <ac:spMkLst>
            <pc:docMk/>
            <pc:sldMk cId="3813570223" sldId="2076139079"/>
            <ac:spMk id="180" creationId="{3AD4D342-A834-8502-5B69-256CA4C9CA71}"/>
          </ac:spMkLst>
        </pc:spChg>
        <pc:spChg chg="add mod">
          <ac:chgData name="Hironari Yamada" userId="e57621f8-ec3c-449e-bb19-001fffcc008e" providerId="ADAL" clId="{BC0BD879-F267-5CCA-8DEA-E3B2DD07DA4E}" dt="2026-07-08T06:49:01.647" v="37521" actId="1076"/>
          <ac:spMkLst>
            <pc:docMk/>
            <pc:sldMk cId="3813570223" sldId="2076139079"/>
            <ac:spMk id="184" creationId="{DFEEEDDE-3BA8-7A43-54D6-FA8F5EFD19C4}"/>
          </ac:spMkLst>
        </pc:spChg>
        <pc:cxnChg chg="del">
          <ac:chgData name="Hironari Yamada" userId="e57621f8-ec3c-449e-bb19-001fffcc008e" providerId="ADAL" clId="{BC0BD879-F267-5CCA-8DEA-E3B2DD07DA4E}" dt="2026-07-08T06:48:45.763" v="37518" actId="478"/>
          <ac:cxnSpMkLst>
            <pc:docMk/>
            <pc:sldMk cId="3813570223" sldId="2076139079"/>
            <ac:cxnSpMk id="14" creationId="{D498F2C8-5E3C-26C2-5DC8-A9DDE6D78CAE}"/>
          </ac:cxnSpMkLst>
        </pc:cxnChg>
      </pc:sldChg>
      <pc:sldChg chg="modSp add del mod modNotes">
        <pc:chgData name="Hironari Yamada" userId="e57621f8-ec3c-449e-bb19-001fffcc008e" providerId="ADAL" clId="{BC0BD879-F267-5CCA-8DEA-E3B2DD07DA4E}" dt="2026-07-08T06:37:32.889" v="37147"/>
        <pc:sldMkLst>
          <pc:docMk/>
          <pc:sldMk cId="1132539425" sldId="2147482534"/>
        </pc:sldMkLst>
        <pc:spChg chg="mod">
          <ac:chgData name="Hironari Yamada" userId="e57621f8-ec3c-449e-bb19-001fffcc008e" providerId="ADAL" clId="{BC0BD879-F267-5CCA-8DEA-E3B2DD07DA4E}" dt="2026-07-08T06:37:32.889" v="37147"/>
          <ac:spMkLst>
            <pc:docMk/>
            <pc:sldMk cId="1132539425" sldId="2147482534"/>
            <ac:spMk id="2" creationId="{D39E7412-6721-BD0A-36E7-DF516C8EAE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29685-0536-B3E9-3B73-416800B9A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426F6-C2CA-2D6D-591E-D7C8D50CE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8F6B4-4B23-C9AF-D366-0C97F97AAE3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65C1229-FA14-7A49-E228-A95AE608CCA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62315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0F52-DAB6-8D3C-B29F-BF198A19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C5E52-CD78-D4E2-84C0-F1AC1B1AA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035FC-2BD5-FFD2-328B-6D302228FB0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7525F88-14F6-4AC1-6F47-A5520C97C57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6839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41877-8361-9D4A-EEBD-11AC3B226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F111C-6C03-0A85-5605-2D5C3FD31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9A756-CCD1-4095-ED5A-78F3586CBB0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2C46A57-5C94-885D-62E8-F732C55C8E6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32253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406BA-A070-23F7-9F79-9FAB6F1D2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01C6E-AE82-69F8-1858-A7B8E7C2B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78A44-05EC-9B31-01E7-08D845B6F92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30B173F-590D-C166-C252-3F322A910A3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4611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AC70-03E2-1F8E-65CE-CC74210CA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F04D1-2262-D963-51FB-1C5CF5518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1F5B3-D1CF-E9DA-6788-B2C07E72125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097EF89-F7B9-2FCC-2C7C-D2F14417B7B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01403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7E35-A22C-5783-0C70-63DF1A160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8A262-66A5-7FC3-917C-4FBAF3EED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017A0-55FA-20DA-9376-5634FDB829D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29C97D8-2E71-3444-3D4C-35948CD7A6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65584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948D3-8D6F-2197-7062-4010F764B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98AEF-F649-8E9A-71DF-496168FAF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674A9-B7A1-5820-B8EC-0379D794C85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6799553-08E0-5911-B580-2CBA8F8A3E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81448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AD14C-AF98-95A3-630C-302EFCC48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6E2FE-C063-8D74-7894-637CAB2A9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350B5-1A13-8372-45CB-9F24707112F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714F202-ADA0-AB68-F247-E520B859AA6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11760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9F79-4494-1083-28D8-95D98ADAE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79523-7EC2-E587-FB99-E364CEF67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DA08D-EBB6-D0AF-5DE7-EC153120ACC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EBB8566-35FA-4E4F-9D31-C4B1E0F200C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3000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89CE7-94EB-DB05-DD39-43E658ACB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423A0-BAF9-8088-3253-9CA5C48A1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E5517-1F7A-7379-D5B3-B45FE9AA6BC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BCBD2D6-5F12-AF45-BC5A-F4ECF8B2A94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57937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B0E6-59D7-2449-E2A2-784C83B08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9B978-0398-FC46-37E5-4835749FC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A23EF-E9B3-F419-333A-FD958AEEA2C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9B3C992-1F80-5D13-9B40-AD42079E13C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34588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5B11D-1866-E2D5-1BFB-F0941B180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21209-2381-5FA0-1C58-51B6A09F7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DC1AD-F36A-37FE-D2AF-671B5607F2F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CE60BBC-7D00-ABC6-8E2B-AA17D0EE43B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31907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A07E9-0E4D-F1D3-6849-3FD49B369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31252-6933-6680-143B-C8929CA9C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665F3-2092-82CD-81AB-CC0832981A1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4391D80-1C31-54BE-A2E2-0EB028910D9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52299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36A00-8A6E-E498-ED4A-1A82C0BDB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D67D1-7275-BF5C-2678-4DE44F0CC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FF18B-2860-520A-45BB-FE1C3F51BE0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860F64D-7AC1-5AF9-DBF7-9D9E5E6097A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65000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A217-2247-08E3-9DE5-0D8C0CE87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2BB07-88F5-59BA-3FAC-435A210C6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0D259-4F21-DFF6-FF15-1D050F9B11A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77D3896-CF5B-0E10-6500-EF32CC51EC4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49664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A27D-435D-A59F-C368-0B9BD6232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1DD79-F657-78B7-3DEF-132D7544B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361-E9CC-80AE-4022-19B09608939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607176C-C9F3-A4D7-ACA1-C26C78A974D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60070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5F4BF-B1E8-3EA7-7CDB-EC5AC1CC6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D9042-C685-243C-2092-0623B7A72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2BEDB-9E0F-9D68-F6D3-4B1B610418B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B65F4-25B6-EC9F-0A7F-B6B42C969AB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97624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20F2F-1C09-A05B-11AB-521D7359B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AED6E-4626-F37E-C79D-AC62EFA03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170B9-6E9A-39DC-233C-CE1E94237342}"/>
              </a:ext>
            </a:extLst>
          </p:cNvPr>
          <p:cNvSpPr>
            <a:spLocks noGrp="1"/>
          </p:cNvSpPr>
          <p:nvPr>
            <p:ph type="body" idx="1"/>
          </p:nvPr>
        </p:nvSpPr>
        <p:spPr/>
        <p:txBody>
          <a:bodyPr/>
          <a:lstStyle/>
          <a:p>
            <a:r>
              <a:rPr lang="en-US" altLang="ja-JP" dirty="0"/>
              <a:t>Append </a:t>
            </a:r>
            <a:r>
              <a:rPr lang="ja-JP" altLang="en-US"/>
              <a:t>は</a:t>
            </a:r>
            <a:r>
              <a:rPr lang="ja-JP" altLang="ja-JP" sz="1200" b="0" i="0" kern="1200">
                <a:effectLst/>
              </a:rPr>
              <a:t>作成中または更新中に要求されたリソースにフィールドを追加する</a:t>
            </a:r>
            <a:r>
              <a:rPr lang="ja-JP" altLang="en-US" sz="1200" b="0" i="0" kern="1200">
                <a:effectLst/>
              </a:rPr>
              <a:t>。例えばリソースを作成するときにタグを指定していなくても、このポリシーによってタグとその値が付加されるなど</a:t>
            </a:r>
            <a:endParaRPr lang="en-US" altLang="ja-JP" sz="1200" b="0" i="0" kern="1200" dirty="0">
              <a:effectLst/>
            </a:endParaRPr>
          </a:p>
          <a:p>
            <a:endParaRPr lang="en-US" altLang="ja-JP" dirty="0"/>
          </a:p>
        </p:txBody>
      </p:sp>
      <p:sp>
        <p:nvSpPr>
          <p:cNvPr id="4" name="Slide Number Placeholder 3">
            <a:extLst>
              <a:ext uri="{FF2B5EF4-FFF2-40B4-BE49-F238E27FC236}">
                <a16:creationId xmlns:a16="http://schemas.microsoft.com/office/drawing/2014/main" id="{DFB4E1EE-3C93-6ABF-792F-E9640C49E85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332552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EAFD0-8814-2874-4858-E5B1D1D33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61ED1-D94D-EAA2-33D4-EF1EE7E18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B738A-8AAF-591C-B280-3AFE20024B42}"/>
              </a:ext>
            </a:extLst>
          </p:cNvPr>
          <p:cNvSpPr>
            <a:spLocks noGrp="1"/>
          </p:cNvSpPr>
          <p:nvPr>
            <p:ph type="body" idx="1"/>
          </p:nvPr>
        </p:nvSpPr>
        <p:spPr/>
        <p:txBody>
          <a:bodyPr/>
          <a:lstStyle/>
          <a:p>
            <a:endParaRPr lang="en-US" altLang="ja-JP" dirty="0"/>
          </a:p>
        </p:txBody>
      </p:sp>
      <p:sp>
        <p:nvSpPr>
          <p:cNvPr id="4" name="Slide Number Placeholder 3">
            <a:extLst>
              <a:ext uri="{FF2B5EF4-FFF2-40B4-BE49-F238E27FC236}">
                <a16:creationId xmlns:a16="http://schemas.microsoft.com/office/drawing/2014/main" id="{AE8FE635-5093-F0D7-3100-542AECF44EF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596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E6C81-9368-E655-9834-AB5389D03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44974-9789-C90D-7409-8A3F13EAE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96C07-725B-BAEC-217D-81D9A110865F}"/>
              </a:ext>
            </a:extLst>
          </p:cNvPr>
          <p:cNvSpPr>
            <a:spLocks noGrp="1"/>
          </p:cNvSpPr>
          <p:nvPr>
            <p:ph type="body" idx="1"/>
          </p:nvPr>
        </p:nvSpPr>
        <p:spPr/>
        <p:txBody>
          <a:bodyPr/>
          <a:lstStyle/>
          <a:p>
            <a:endParaRPr lang="en-US" altLang="ja-JP" dirty="0"/>
          </a:p>
        </p:txBody>
      </p:sp>
      <p:sp>
        <p:nvSpPr>
          <p:cNvPr id="4" name="Slide Number Placeholder 3">
            <a:extLst>
              <a:ext uri="{FF2B5EF4-FFF2-40B4-BE49-F238E27FC236}">
                <a16:creationId xmlns:a16="http://schemas.microsoft.com/office/drawing/2014/main" id="{43A43F25-E36D-526F-7BC2-1505EBBA5D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46147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BE277-9DF4-8D47-D464-7ACAE8F1D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66DF0-AB7D-3091-DBA7-AF3ED384B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F7BE7-BD26-5341-E2B1-A840CCE1EEDC}"/>
              </a:ext>
            </a:extLst>
          </p:cNvPr>
          <p:cNvSpPr>
            <a:spLocks noGrp="1"/>
          </p:cNvSpPr>
          <p:nvPr>
            <p:ph type="body" idx="1"/>
          </p:nvPr>
        </p:nvSpPr>
        <p:spPr/>
        <p:txBody>
          <a:bodyPr/>
          <a:lstStyle/>
          <a:p>
            <a:endParaRPr lang="en-US" altLang="ja-JP" dirty="0"/>
          </a:p>
        </p:txBody>
      </p:sp>
      <p:sp>
        <p:nvSpPr>
          <p:cNvPr id="4" name="Slide Number Placeholder 3">
            <a:extLst>
              <a:ext uri="{FF2B5EF4-FFF2-40B4-BE49-F238E27FC236}">
                <a16:creationId xmlns:a16="http://schemas.microsoft.com/office/drawing/2014/main" id="{C4E3357F-8EA2-E911-2836-6F9671FC383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64500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6C856-F009-4EFB-AB44-70147D7CD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FE967-042B-FCEE-9B89-BDA65D3BB0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C8222-CAC4-9129-C69D-07A9676F155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6E249BF-1818-0D9C-6E7A-319796F5068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0702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27684-2B20-CA3E-8EAF-D534E2EA7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1D928-C828-9000-9E1E-38D36564F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91512-8CFD-DCE7-9D7B-B3BEE2A8B90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FA32AF8-6016-C6B4-E7A2-BEDCBBDBEF4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3269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54ED-BA96-9C5A-B607-034D60F2F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72549-81C6-4D44-61EA-17956B15F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8DD72-2E21-607A-F9D1-8CC9D4E110B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76E62B8-2D2F-6989-72E6-89A8436076C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44100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847B3-9829-CFB4-B2FB-9AFEAA367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7609F-2F77-8861-733B-79170314A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A24A5-2344-227B-A57F-AF38D3CAB40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1A5694D-4162-B4DB-5144-A12CEF92219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213645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8D879-D51C-3FE8-AD1B-9579C72FA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1ACBF-1CE9-525A-F232-2994C53F5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8AA9C-6A92-C1CF-9A38-43C0826EA34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8DD639A-03D1-026B-58ED-D31313901FE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20195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7E964-1167-6E38-C15F-CD73F08E5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06861-5D85-E017-5F7C-7D9897893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8565F-F3E1-E01F-FD6F-33240BEE196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921D828-A224-4A69-26DC-91DB5CF5096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902609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D897-D1BF-081A-C5D8-131592070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D9D4C-72AF-5FFD-FA1F-0819C9336B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9A8AB-29FB-005F-5A2D-27252D6D0D0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DA21E47-D057-ED55-0391-6667D87060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88319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FE29-F6D5-9034-B4F5-02F740C0E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CDC55-89CD-6BBB-5E01-24B0B4D0D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48E91-478D-FF46-C894-9D161ACB936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F784C58-BE34-3465-43B9-F219D179D5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452161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CDD84-57BB-6820-610A-83C534F0C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3C901-313B-3949-DEC9-604E8CAA7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2439D-69A4-E495-C551-0B8DE168782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2C32C9E-1CCF-8EF3-4E9C-0D7C11ABF20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077925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2FF5-541F-EC16-9C6E-D2401B9B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E8481-5E59-0D7C-BE08-143CD40EF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FD696-35A4-8F46-9DA4-6AA56E5E511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650D0FA-B7C0-A11D-B20E-38FE50CE01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645357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0F0C3-0091-F6A4-EDA0-942A32893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93F1E-42A0-F620-202C-37470D9D54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23778-1253-2988-D801-D8D6DB79309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12B00D6-AE69-2582-B0C9-6EDFE6FA13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32737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626BD-84D9-CA3A-54C7-42A5B8A84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17F91-8F9D-4EA8-F41E-F2EC19408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C97DF-03B9-C842-CA20-E50A646D33C5}"/>
              </a:ext>
            </a:extLst>
          </p:cNvPr>
          <p:cNvSpPr>
            <a:spLocks noGrp="1"/>
          </p:cNvSpPr>
          <p:nvPr>
            <p:ph type="body" idx="1"/>
          </p:nvPr>
        </p:nvSpPr>
        <p:spPr/>
        <p:txBody>
          <a:bodyPr/>
          <a:lstStyle/>
          <a:p>
            <a:r>
              <a:rPr lang="ja-JP" altLang="en-US"/>
              <a:t>これにより、</a:t>
            </a:r>
            <a:r>
              <a:rPr lang="en-US" altLang="ja-JP" dirty="0"/>
              <a:t>Azure </a:t>
            </a:r>
            <a:r>
              <a:rPr lang="ja-JP" altLang="en-US"/>
              <a:t>プラットフォームに定期メンテナンスを実施している間もアプリケーションのインスタンスが常に </a:t>
            </a:r>
            <a:r>
              <a:rPr lang="en-US" altLang="ja-JP" dirty="0"/>
              <a:t>1 </a:t>
            </a:r>
            <a:r>
              <a:rPr lang="ja-JP" altLang="en-US"/>
              <a:t>つは稼働している状態を確保することができます。 メンテナンス中は更新ドメインの再起動が順番に処理されない場合がありますが、一度に再起動される更新ドメインは </a:t>
            </a:r>
            <a:r>
              <a:rPr lang="en-US" altLang="ja-JP" dirty="0"/>
              <a:t>1 </a:t>
            </a:r>
            <a:r>
              <a:rPr lang="ja-JP" altLang="en-US"/>
              <a:t>つのみです。</a:t>
            </a:r>
            <a:endParaRPr lang="en-US" altLang="ja-JP" dirty="0"/>
          </a:p>
          <a:p>
            <a:pPr marL="0" marR="0" lvl="0" indent="0" algn="l" defTabSz="914367" rtl="0" eaLnBrk="1" fontAlgn="auto" latinLnBrk="0" hangingPunct="1">
              <a:lnSpc>
                <a:spcPct val="90000"/>
              </a:lnSpc>
              <a:spcBef>
                <a:spcPts val="0"/>
              </a:spcBef>
              <a:spcAft>
                <a:spcPts val="333"/>
              </a:spcAft>
              <a:buClrTx/>
              <a:buSzTx/>
              <a:buFontTx/>
              <a:buNone/>
              <a:tabLst/>
              <a:defRPr/>
            </a:pPr>
            <a:r>
              <a:rPr lang="ja-JP" altLang="en-US"/>
              <a:t>可用性セット内の </a:t>
            </a:r>
            <a:r>
              <a:rPr lang="en-US" altLang="ja-JP" dirty="0"/>
              <a:t>VM </a:t>
            </a:r>
            <a:r>
              <a:rPr lang="ja-JP" altLang="en-US"/>
              <a:t>は、更新ドメイン間で自動的に分散配置</a:t>
            </a:r>
          </a:p>
          <a:p>
            <a:endParaRPr kumimoji="1" lang="ja-JP" altLang="en-US" dirty="0"/>
          </a:p>
        </p:txBody>
      </p:sp>
      <p:sp>
        <p:nvSpPr>
          <p:cNvPr id="4" name="Slide Number Placeholder 3">
            <a:extLst>
              <a:ext uri="{FF2B5EF4-FFF2-40B4-BE49-F238E27FC236}">
                <a16:creationId xmlns:a16="http://schemas.microsoft.com/office/drawing/2014/main" id="{609E5268-5A20-6CB5-057C-CB95CE96E7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750578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CB5E-9DF6-D51F-A406-7EEE3755C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1263A-A338-01F7-4D59-2D93463C0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FDAB6-338E-89C4-6AFF-F59E08012D1F}"/>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F6AA7EB1-0758-EF75-BD09-7BE57BF3116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96743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2D22A-3599-E0B2-EE1B-352D54889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2186C-9B5A-1FFA-1254-7D77B99F63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0B714-C28E-419C-5F80-08A2E324A8C0}"/>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EC5F0A6A-08DB-3B44-A334-96A15AB1729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30604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BAFA0-4EFE-A642-34BB-AC3BB9BC2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8D3E3-2EAE-D3E6-DEE8-DD0BD3AF4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F4AF1-7136-910B-C617-7A6FD2C0E81E}"/>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5C250E71-967E-F36E-1347-248DC1905F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65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06D6F-4202-8623-6479-E6B332ADD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87F44-CD1D-BE0D-393C-1CE44B41C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769A58-0FCC-C56F-C86C-D69864C369AD}"/>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650FF758-19D6-A5EE-FF90-D4EE64B055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246486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B967C-F92E-96F9-FECE-A23144028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975DF-B2EA-2E06-7BB8-118E227E5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F84C37-CEC8-702E-7FF2-4CCC88E6E8C2}"/>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32C5D6A9-4ECE-89E3-6B74-6E66EDDB78F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1293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F5C11-462C-C545-56A9-04F2F8C5B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74603-B6DF-B4AF-4436-94E181472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8DE18-381E-5409-015C-F4B59D8FC37B}"/>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51DF79E6-ED34-ADA6-BF1A-B0BB0FBFF1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580110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F8138-FFCE-0E16-A68B-F1F285B2B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B67AA-4C5E-7997-E404-F3D2053A4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EE270-AE23-81AA-6DBB-546ED4FF2F48}"/>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398C03C5-3295-BF25-8082-015729DAC60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621892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CD024-02C0-8452-BC5D-4BE56C891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CDF58-806D-F366-4F4E-335F5D12C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F2C4F-A01F-0266-E0F8-19E4E672FE37}"/>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66EDBB48-AD74-ED7F-D17D-0B61A572029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405395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41826-8502-418D-1AE1-B9BA3A89A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75C44-F08D-8DFF-59DF-9BD59A36B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E7D3A-8C85-2AB6-BF09-192EBFA135D6}"/>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CA8E1A8C-EFE2-DF3A-5874-5989B777CFF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463411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E158-FCE9-53B0-1DC1-58DBE59C8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D36C3-E310-8B65-6989-2115D460A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8A234-EBEF-ECD0-5894-9335FB88BF6F}"/>
              </a:ext>
            </a:extLst>
          </p:cNvPr>
          <p:cNvSpPr>
            <a:spLocks noGrp="1"/>
          </p:cNvSpPr>
          <p:nvPr>
            <p:ph type="body" idx="1"/>
          </p:nvPr>
        </p:nvSpPr>
        <p:spPr/>
        <p:txBody>
          <a:bodyPr/>
          <a:lstStyle/>
          <a:p>
            <a:endParaRPr kumimoji="1" lang="ja-JP" altLang="en-US" dirty="0"/>
          </a:p>
        </p:txBody>
      </p:sp>
      <p:sp>
        <p:nvSpPr>
          <p:cNvPr id="4" name="Slide Number Placeholder 3">
            <a:extLst>
              <a:ext uri="{FF2B5EF4-FFF2-40B4-BE49-F238E27FC236}">
                <a16:creationId xmlns:a16="http://schemas.microsoft.com/office/drawing/2014/main" id="{9E9E6B35-AA69-E239-5EE0-4BFE0514CDF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97125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svg"/></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svg"/><Relationship Id="rId11" Type="http://schemas.openxmlformats.org/officeDocument/2006/relationships/image" Target="../media/image15.svg"/><Relationship Id="rId5" Type="http://schemas.openxmlformats.org/officeDocument/2006/relationships/image" Target="../media/image10.svg"/><Relationship Id="rId10" Type="http://schemas.openxmlformats.org/officeDocument/2006/relationships/image" Target="../media/image5.svg"/><Relationship Id="rId4" Type="http://schemas.openxmlformats.org/officeDocument/2006/relationships/image" Target="../media/image9.svg"/><Relationship Id="rId9"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docs.microsoft.com/ja-jp/azure/azure-resource-manager/management/azure-subscription-service-limits"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7.xml"/><Relationship Id="rId16"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2.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learn.microsoft.com/ja-jp/azure/cloud-adoption-framework/ready/landing-zone/design-area/resource-org-management-groups#management-groups-in-the-azure-landing-zone-architecture"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2.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8.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40.png"/><Relationship Id="rId5" Type="http://schemas.openxmlformats.org/officeDocument/2006/relationships/image" Target="../media/image47.svg"/><Relationship Id="rId10" Type="http://schemas.openxmlformats.org/officeDocument/2006/relationships/image" Target="../media/image39.png"/><Relationship Id="rId4" Type="http://schemas.openxmlformats.org/officeDocument/2006/relationships/image" Target="../media/image41.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svg"/><Relationship Id="rId18" Type="http://schemas.openxmlformats.org/officeDocument/2006/relationships/image" Target="../media/image63.svg"/><Relationship Id="rId3" Type="http://schemas.openxmlformats.org/officeDocument/2006/relationships/image" Target="../media/image48.svg"/><Relationship Id="rId21" Type="http://schemas.openxmlformats.org/officeDocument/2006/relationships/image" Target="../media/image66.svg"/><Relationship Id="rId7" Type="http://schemas.openxmlformats.org/officeDocument/2006/relationships/image" Target="../media/image52.svg"/><Relationship Id="rId12" Type="http://schemas.openxmlformats.org/officeDocument/2006/relationships/image" Target="../media/image57.svg"/><Relationship Id="rId17" Type="http://schemas.openxmlformats.org/officeDocument/2006/relationships/image" Target="../media/image62.svg"/><Relationship Id="rId25" Type="http://schemas.openxmlformats.org/officeDocument/2006/relationships/image" Target="../media/image18.png"/><Relationship Id="rId2" Type="http://schemas.openxmlformats.org/officeDocument/2006/relationships/notesSlide" Target="../notesSlides/notesSlide15.xml"/><Relationship Id="rId16" Type="http://schemas.openxmlformats.org/officeDocument/2006/relationships/image" Target="../media/image61.svg"/><Relationship Id="rId20" Type="http://schemas.openxmlformats.org/officeDocument/2006/relationships/image" Target="../media/image65.svg"/><Relationship Id="rId1" Type="http://schemas.openxmlformats.org/officeDocument/2006/relationships/slideLayout" Target="../slideLayouts/slideLayout3.xml"/><Relationship Id="rId6" Type="http://schemas.openxmlformats.org/officeDocument/2006/relationships/image" Target="../media/image51.svg"/><Relationship Id="rId11" Type="http://schemas.openxmlformats.org/officeDocument/2006/relationships/image" Target="../media/image56.svg"/><Relationship Id="rId24" Type="http://schemas.openxmlformats.org/officeDocument/2006/relationships/image" Target="../media/image69.svg"/><Relationship Id="rId5" Type="http://schemas.openxmlformats.org/officeDocument/2006/relationships/image" Target="../media/image50.svg"/><Relationship Id="rId15" Type="http://schemas.openxmlformats.org/officeDocument/2006/relationships/image" Target="../media/image60.svg"/><Relationship Id="rId23" Type="http://schemas.openxmlformats.org/officeDocument/2006/relationships/image" Target="../media/image68.svg"/><Relationship Id="rId10" Type="http://schemas.openxmlformats.org/officeDocument/2006/relationships/image" Target="../media/image55.svg"/><Relationship Id="rId19" Type="http://schemas.openxmlformats.org/officeDocument/2006/relationships/image" Target="../media/image64.svg"/><Relationship Id="rId4" Type="http://schemas.openxmlformats.org/officeDocument/2006/relationships/image" Target="../media/image49.svg"/><Relationship Id="rId9" Type="http://schemas.openxmlformats.org/officeDocument/2006/relationships/image" Target="../media/image54.svg"/><Relationship Id="rId14" Type="http://schemas.openxmlformats.org/officeDocument/2006/relationships/image" Target="../media/image59.svg"/><Relationship Id="rId22" Type="http://schemas.openxmlformats.org/officeDocument/2006/relationships/image" Target="../media/image67.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3.svg"/><Relationship Id="rId7" Type="http://schemas.openxmlformats.org/officeDocument/2006/relationships/image" Target="../media/image73.sv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72.svg"/><Relationship Id="rId5" Type="http://schemas.openxmlformats.org/officeDocument/2006/relationships/image" Target="../media/image71.svg"/><Relationship Id="rId4" Type="http://schemas.openxmlformats.org/officeDocument/2006/relationships/image" Target="../media/image70.svg"/></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75.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15.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svg"/><Relationship Id="rId7" Type="http://schemas.openxmlformats.org/officeDocument/2006/relationships/image" Target="../media/image80.sv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svg"/></Relationships>
</file>

<file path=ppt/slides/_rels/slide2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84.svg"/><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87.png"/><Relationship Id="rId4" Type="http://schemas.openxmlformats.org/officeDocument/2006/relationships/image" Target="../media/image86.png"/></Relationships>
</file>

<file path=ppt/slides/_rels/slide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9.png"/><Relationship Id="rId7" Type="http://schemas.openxmlformats.org/officeDocument/2006/relationships/image" Target="../media/image92.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16.svg"/></Relationships>
</file>

<file path=ppt/slides/_rels/slide33.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96.emf"/><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13.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docs.microsoft.com/ja-jp/azure/architecture/framework/resiliency/overview"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docs.microsoft.com/ja-jp/azure/architecture/reliability/architect"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docs.microsoft.com/ja-jp/azure/architecture/framework/resiliency/reliability-patterns"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docs.microsoft.com/ja-jp/azure/virtual-machines/availability-set-overview"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hyperlink" Target="https://docs.microsoft.com/ja-jp/azure/site-recovery/site-recovery-overview" TargetMode="External"/><Relationship Id="rId4" Type="http://schemas.openxmlformats.org/officeDocument/2006/relationships/hyperlink" Target="https://docs.microsoft.com/ja-jp/azure/availability-zones/az-overview"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16.svg"/><Relationship Id="rId7" Type="http://schemas.openxmlformats.org/officeDocument/2006/relationships/image" Target="../media/image101.sv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100.svg"/><Relationship Id="rId5" Type="http://schemas.openxmlformats.org/officeDocument/2006/relationships/image" Target="../media/image99.svg"/><Relationship Id="rId4" Type="http://schemas.openxmlformats.org/officeDocument/2006/relationships/image" Target="../media/image9.svg"/></Relationships>
</file>

<file path=ppt/slides/_rels/slide4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01.sv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100.svg"/><Relationship Id="rId5" Type="http://schemas.openxmlformats.org/officeDocument/2006/relationships/image" Target="../media/image102.svg"/><Relationship Id="rId4" Type="http://schemas.openxmlformats.org/officeDocument/2006/relationships/image" Target="../media/image9.svg"/></Relationships>
</file>

<file path=ppt/slides/_rels/slide4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46.xml.rels><?xml version="1.0" encoding="UTF-8" standalone="yes"?>
<Relationships xmlns="http://schemas.openxmlformats.org/package/2006/relationships"><Relationship Id="rId3" Type="http://schemas.openxmlformats.org/officeDocument/2006/relationships/image" Target="../media/image103.svg"/><Relationship Id="rId7" Type="http://schemas.openxmlformats.org/officeDocument/2006/relationships/image" Target="../media/image107.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106.svg"/><Relationship Id="rId5" Type="http://schemas.openxmlformats.org/officeDocument/2006/relationships/image" Target="../media/image105.svg"/><Relationship Id="rId4" Type="http://schemas.openxmlformats.org/officeDocument/2006/relationships/image" Target="../media/image104.svg"/></Relationships>
</file>

<file path=ppt/slides/_rels/slide47.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16.svg"/><Relationship Id="rId7" Type="http://schemas.openxmlformats.org/officeDocument/2006/relationships/image" Target="../media/image111.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110.png"/><Relationship Id="rId5" Type="http://schemas.openxmlformats.org/officeDocument/2006/relationships/image" Target="../media/image109.png"/><Relationship Id="rId10" Type="http://schemas.openxmlformats.org/officeDocument/2006/relationships/image" Target="../media/image107.png"/><Relationship Id="rId4" Type="http://schemas.openxmlformats.org/officeDocument/2006/relationships/image" Target="../media/image108.emf"/><Relationship Id="rId9" Type="http://schemas.openxmlformats.org/officeDocument/2006/relationships/image" Target="../media/image102.svg"/></Relationships>
</file>

<file path=ppt/slides/_rels/slide48.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99.svg"/><Relationship Id="rId5" Type="http://schemas.openxmlformats.org/officeDocument/2006/relationships/image" Target="../media/image16.svg"/><Relationship Id="rId4" Type="http://schemas.openxmlformats.org/officeDocument/2006/relationships/image" Target="../media/image113.sv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3300" b="1">
                <a:solidFill>
                  <a:srgbClr val="1F2937"/>
                </a:solidFill>
                <a:latin typeface="Yu Gothic"/>
                <a:ea typeface="Yu Gothic"/>
                <a:cs typeface="Yu Gothic"/>
              </a:defRPr>
            </a:pPr>
            <a:r>
              <a:rPr lang="en-US" altLang="ja-JP" sz="2800" b="1" dirty="0">
                <a:solidFill>
                  <a:srgbClr val="1F2937"/>
                </a:solidFill>
                <a:latin typeface="Yu Gothic"/>
                <a:ea typeface="Yu Gothic"/>
                <a:cs typeface="Yu Gothic"/>
              </a:rPr>
              <a:t>Azure </a:t>
            </a:r>
            <a:r>
              <a:rPr lang="ja-JP" altLang="en-US" sz="2800" b="1">
                <a:solidFill>
                  <a:srgbClr val="1F2937"/>
                </a:solidFill>
                <a:latin typeface="Yu Gothic"/>
                <a:ea typeface="Yu Gothic"/>
                <a:cs typeface="Yu Gothic"/>
              </a:rPr>
              <a:t>のその他サービス紹介</a:t>
            </a:r>
            <a:endParaRPr lang="en-US" altLang="ja-JP" sz="2800" b="1" dirty="0">
              <a:solidFill>
                <a:srgbClr val="1F2937"/>
              </a:solidFill>
              <a:latin typeface="Yu Gothic"/>
              <a:ea typeface="Yu Gothic"/>
              <a:cs typeface="Yu Gothic"/>
            </a:endParaRPr>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575" b="0">
                <a:solidFill>
                  <a:srgbClr val="64748B"/>
                </a:solidFill>
                <a:latin typeface="Yu Gothic"/>
                <a:ea typeface="Yu Gothic"/>
                <a:cs typeface="Yu Gothic"/>
              </a:defRPr>
            </a:pPr>
            <a:r>
              <a:rPr lang="ja-JP" altLang="en-US" sz="1400">
                <a:solidFill>
                  <a:srgbClr val="64748B"/>
                </a:solidFill>
                <a:latin typeface="Yu Gothic"/>
                <a:ea typeface="Yu Gothic"/>
                <a:cs typeface="Yu Gothic"/>
              </a:rPr>
              <a:t>この回では、</a:t>
            </a:r>
            <a:r>
              <a:rPr lang="en-US" altLang="ja-JP" sz="1400" dirty="0">
                <a:solidFill>
                  <a:srgbClr val="64748B"/>
                </a:solidFill>
                <a:latin typeface="Yu Gothic"/>
                <a:ea typeface="Yu Gothic"/>
                <a:cs typeface="Yu Gothic"/>
              </a:rPr>
              <a:t>Azure </a:t>
            </a:r>
            <a:r>
              <a:rPr lang="ja-JP" altLang="en-US" sz="1400">
                <a:solidFill>
                  <a:srgbClr val="64748B"/>
                </a:solidFill>
                <a:latin typeface="Yu Gothic"/>
                <a:ea typeface="Yu Gothic"/>
                <a:cs typeface="Yu Gothic"/>
              </a:rPr>
              <a:t>の</a:t>
            </a:r>
            <a:r>
              <a:rPr lang="en-US" altLang="ja-JP" sz="1400" dirty="0">
                <a:solidFill>
                  <a:srgbClr val="64748B"/>
                </a:solidFill>
                <a:latin typeface="Yu Gothic"/>
                <a:ea typeface="Yu Gothic"/>
                <a:cs typeface="Yu Gothic"/>
              </a:rPr>
              <a:t> Compute </a:t>
            </a:r>
            <a:r>
              <a:rPr lang="ja-JP" altLang="en-US" sz="1400">
                <a:solidFill>
                  <a:srgbClr val="64748B"/>
                </a:solidFill>
                <a:latin typeface="Yu Gothic"/>
                <a:ea typeface="Yu Gothic"/>
                <a:cs typeface="Yu Gothic"/>
              </a:rPr>
              <a:t>や</a:t>
            </a:r>
            <a:r>
              <a:rPr lang="en-US" altLang="ja-JP" sz="1400" dirty="0">
                <a:solidFill>
                  <a:srgbClr val="64748B"/>
                </a:solidFill>
                <a:latin typeface="Yu Gothic"/>
                <a:ea typeface="Yu Gothic"/>
                <a:cs typeface="Yu Gothic"/>
              </a:rPr>
              <a:t> Network </a:t>
            </a:r>
            <a:r>
              <a:rPr lang="ja-JP" altLang="en-US" sz="1400">
                <a:solidFill>
                  <a:srgbClr val="64748B"/>
                </a:solidFill>
                <a:latin typeface="Yu Gothic"/>
                <a:ea typeface="Yu Gothic"/>
                <a:cs typeface="Yu Gothic"/>
              </a:rPr>
              <a:t>以外のサービスについて、セキュリティ、</a:t>
            </a:r>
            <a:r>
              <a:rPr lang="en-US" altLang="ja-JP" sz="1400" dirty="0">
                <a:solidFill>
                  <a:srgbClr val="64748B"/>
                </a:solidFill>
                <a:latin typeface="Yu Gothic"/>
                <a:ea typeface="Yu Gothic"/>
                <a:cs typeface="Yu Gothic"/>
              </a:rPr>
              <a:t>BCDR </a:t>
            </a:r>
            <a:r>
              <a:rPr lang="ja-JP" altLang="en-US" sz="1400">
                <a:solidFill>
                  <a:srgbClr val="64748B"/>
                </a:solidFill>
                <a:latin typeface="Yu Gothic"/>
                <a:ea typeface="Yu Gothic"/>
                <a:cs typeface="Yu Gothic"/>
              </a:rPr>
              <a:t>系のサービスを中心に紹介します。</a:t>
            </a:r>
          </a:p>
          <a:p>
            <a:pPr>
              <a:defRPr sz="1575" b="0">
                <a:solidFill>
                  <a:srgbClr val="64748B"/>
                </a:solidFill>
                <a:latin typeface="Yu Gothic"/>
                <a:ea typeface="Yu Gothic"/>
                <a:cs typeface="Yu Gothic"/>
              </a:defRPr>
            </a:pPr>
            <a:endParaRPr lang="ja-JP" altLang="en-US" sz="1400" dirty="0">
              <a:solidFill>
                <a:srgbClr val="64748B"/>
              </a:solidFill>
              <a:latin typeface="Yu Gothic"/>
              <a:ea typeface="Yu Gothic"/>
              <a:cs typeface="Yu Gothic"/>
            </a:endParaRPr>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sz="765" b="1" dirty="0">
                <a:solidFill>
                  <a:srgbClr val="FFFFFF"/>
                </a:solidFill>
                <a:latin typeface="Yu Gothic UI"/>
                <a:ea typeface="Yu Gothic UI"/>
                <a:cs typeface="Yu Gothic UI"/>
              </a:rPr>
              <a:t>5</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オンライン座学 + ハンズオン</a:t>
            </a: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2026年7月</a:t>
            </a:r>
            <a:r>
              <a:rPr lang="en-US" sz="765" b="1" dirty="0">
                <a:solidFill>
                  <a:srgbClr val="FFFFFF"/>
                </a:solidFill>
                <a:latin typeface="Yu Gothic UI"/>
                <a:ea typeface="Yu Gothic UI"/>
                <a:cs typeface="Yu Gothic UI"/>
              </a:rPr>
              <a:t>23</a:t>
            </a:r>
            <a:r>
              <a:rPr sz="765" b="1" dirty="0">
                <a:solidFill>
                  <a:srgbClr val="FFFFFF"/>
                </a:solidFill>
                <a:latin typeface="Yu Gothic UI"/>
                <a:ea typeface="Yu Gothic UI"/>
                <a:cs typeface="Yu Gothic UI"/>
              </a:rPr>
              <a:t>日</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の権限管理</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のガードレール</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のセキュリティサービス</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信頼性と</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Azure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BCDR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サービス</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コンテンツ プレースホルダー 5">
            <a:extLst>
              <a:ext uri="{FF2B5EF4-FFF2-40B4-BE49-F238E27FC236}">
                <a16:creationId xmlns:a16="http://schemas.microsoft.com/office/drawing/2014/main" id="{BA5730E2-5407-A714-1228-8D8DE092CA2A}"/>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lang="ja-JP" altLang="en-US" sz="2000" kern="0"/>
              <a:t>システムを構築、運用するにあたり重要な非機能要件である、権限管理、ガードレール、セキュリティ、信頼性に関する</a:t>
            </a:r>
            <a:r>
              <a:rPr lang="en-US" altLang="ja-JP" sz="2000" kern="0" dirty="0"/>
              <a:t> Azure </a:t>
            </a:r>
            <a:r>
              <a:rPr lang="ja-JP" altLang="en-US" sz="2000" kern="0"/>
              <a:t>のサービスを把握する</a:t>
            </a:r>
            <a:endParaRPr lang="en-US" altLang="ja-JP" sz="2000" kern="0" dirty="0"/>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1</a:t>
            </a:r>
          </a:p>
          <a:p>
            <a:pPr marL="0" indent="0">
              <a:buNone/>
            </a:pPr>
            <a:r>
              <a:rPr lang="en-US" altLang="ja-JP" sz="3200" dirty="0">
                <a:solidFill>
                  <a:schemeClr val="tx1">
                    <a:lumMod val="75000"/>
                    <a:lumOff val="25000"/>
                  </a:schemeClr>
                </a:solidFill>
              </a:rPr>
              <a:t>Azure </a:t>
            </a:r>
            <a:r>
              <a:rPr lang="ja-JP" altLang="en-US" sz="3200">
                <a:solidFill>
                  <a:schemeClr val="tx1">
                    <a:lumMod val="75000"/>
                    <a:lumOff val="25000"/>
                  </a:schemeClr>
                </a:solidFill>
              </a:rPr>
              <a:t>の権限管理、ガードレール</a:t>
            </a:r>
          </a:p>
          <a:p>
            <a:pPr marL="0" indent="0">
              <a:buNone/>
            </a:pPr>
            <a:r>
              <a:rPr lang="en" sz="1400" dirty="0">
                <a:solidFill>
                  <a:srgbClr val="595959"/>
                </a:solidFill>
              </a:rPr>
              <a:t>ID management, Governance </a:t>
            </a:r>
            <a:endParaRPr lang="en" sz="1400" b="0" i="0" dirty="0">
              <a:solidFill>
                <a:srgbClr val="595959"/>
              </a:solidFill>
              <a:latin typeface="Yu Gothic UI"/>
              <a:ea typeface="Yu Gothic UI"/>
              <a:cs typeface="Yu Gothic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542BF-703E-3A4E-1D37-BE34622812B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5D7809C-3465-2458-9DBC-AB467D3B975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Azure </a:t>
            </a:r>
            <a:r>
              <a:rPr lang="ja-JP" altLang="en-US" sz="2000" b="1">
                <a:solidFill>
                  <a:srgbClr val="1F2937"/>
                </a:solidFill>
                <a:latin typeface="Yu Gothic"/>
                <a:ea typeface="Yu Gothic"/>
                <a:cs typeface="Yu Gothic"/>
              </a:rPr>
              <a:t>の管理インフラストラクチャ</a:t>
            </a:r>
            <a:r>
              <a:rPr lang="en-US" altLang="ja-JP" sz="2000" b="1" dirty="0">
                <a:solidFill>
                  <a:srgbClr val="1F2937"/>
                </a:solidFill>
                <a:latin typeface="Yu Gothic"/>
                <a:ea typeface="Yu Gothic"/>
                <a:cs typeface="Yu Gothic"/>
              </a:rPr>
              <a:t> (Entra ID)</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002608E-6C12-826A-3562-E9407A638A1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F53E4DC-3BFD-F050-1D14-21C12AC573E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3CE9210-429A-0A4A-2530-6B11D2BD9B88}"/>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20000"/>
              </a:lnSpc>
              <a:spcBef>
                <a:spcPts val="300"/>
              </a:spcBef>
              <a:buNone/>
            </a:pPr>
            <a:r>
              <a:rPr lang="en-US" altLang="ja-JP" sz="2000" dirty="0"/>
              <a:t>Entra ID </a:t>
            </a:r>
            <a:r>
              <a:rPr lang="ja-JP" altLang="en-US" sz="2000"/>
              <a:t>は</a:t>
            </a:r>
            <a:r>
              <a:rPr lang="en-US" altLang="ja-JP" sz="2000" dirty="0"/>
              <a:t> Azure </a:t>
            </a:r>
            <a:r>
              <a:rPr lang="ja-JP" altLang="en-US" sz="2000"/>
              <a:t>を含む</a:t>
            </a:r>
            <a:r>
              <a:rPr lang="en-US" altLang="ja-JP" sz="2000" dirty="0"/>
              <a:t> Microsoft </a:t>
            </a:r>
            <a:r>
              <a:rPr lang="ja-JP" altLang="en-US" sz="2000"/>
              <a:t>のクラウドサービスの</a:t>
            </a:r>
            <a:r>
              <a:rPr lang="en-US" altLang="ja-JP" sz="2000" dirty="0"/>
              <a:t> ID </a:t>
            </a:r>
            <a:r>
              <a:rPr lang="ja-JP" altLang="en-US" sz="2000"/>
              <a:t>を管理する認証基盤。</a:t>
            </a:r>
            <a:r>
              <a:rPr lang="en-US" altLang="ja-JP" sz="2000" dirty="0"/>
              <a:t>Microsoft 365 </a:t>
            </a:r>
            <a:r>
              <a:rPr lang="ja-JP" altLang="en-US" sz="2000"/>
              <a:t>など</a:t>
            </a:r>
            <a:r>
              <a:rPr lang="en-US" altLang="ja-JP" sz="2000" dirty="0"/>
              <a:t> SaaS </a:t>
            </a:r>
            <a:r>
              <a:rPr lang="ja-JP" altLang="en-US" sz="2000"/>
              <a:t>製品は</a:t>
            </a:r>
            <a:r>
              <a:rPr lang="en-US" altLang="ja-JP" sz="2000" dirty="0"/>
              <a:t> Entra ID </a:t>
            </a:r>
            <a:r>
              <a:rPr lang="ja-JP" altLang="en-US" sz="2000"/>
              <a:t>内で</a:t>
            </a:r>
            <a:r>
              <a:rPr lang="en-US" altLang="ja-JP" sz="2000" dirty="0"/>
              <a:t> ID </a:t>
            </a:r>
            <a:r>
              <a:rPr lang="ja-JP" altLang="en-US" sz="2000"/>
              <a:t>管理、権限管理をおこない、</a:t>
            </a:r>
            <a:r>
              <a:rPr lang="en-US" altLang="ja-JP" sz="2000" dirty="0"/>
              <a:t>Azure </a:t>
            </a:r>
            <a:r>
              <a:rPr lang="ja-JP" altLang="en-US" sz="2000"/>
              <a:t>は</a:t>
            </a:r>
            <a:r>
              <a:rPr lang="en-US" altLang="ja-JP" sz="2000" dirty="0"/>
              <a:t> Azure </a:t>
            </a:r>
            <a:r>
              <a:rPr lang="ja-JP" altLang="en-US" sz="2000"/>
              <a:t>の権限管理の仕組みと連携して権限管理を行う。</a:t>
            </a:r>
            <a:endParaRPr lang="en-US" altLang="ja-JP" sz="2000" dirty="0"/>
          </a:p>
        </p:txBody>
      </p:sp>
      <p:sp>
        <p:nvSpPr>
          <p:cNvPr id="6" name="字幕 1">
            <a:extLst>
              <a:ext uri="{FF2B5EF4-FFF2-40B4-BE49-F238E27FC236}">
                <a16:creationId xmlns:a16="http://schemas.microsoft.com/office/drawing/2014/main" id="{60EC4286-31E4-4A6C-EA1F-43DA3D85BE26}"/>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0" name="テキスト ボックス 9">
            <a:extLst>
              <a:ext uri="{FF2B5EF4-FFF2-40B4-BE49-F238E27FC236}">
                <a16:creationId xmlns:a16="http://schemas.microsoft.com/office/drawing/2014/main" id="{346FA466-E72F-1852-B3C6-6867861CE7EA}"/>
              </a:ext>
            </a:extLst>
          </p:cNvPr>
          <p:cNvSpPr txBox="1"/>
          <p:nvPr/>
        </p:nvSpPr>
        <p:spPr>
          <a:xfrm>
            <a:off x="5486387" y="3829280"/>
            <a:ext cx="1059907" cy="369332"/>
          </a:xfrm>
          <a:prstGeom prst="rect">
            <a:avLst/>
          </a:prstGeom>
          <a:noFill/>
        </p:spPr>
        <p:txBody>
          <a:bodyPr wrap="none" rtlCol="0">
            <a:spAutoFit/>
          </a:bodyPr>
          <a:lstStyle/>
          <a:p>
            <a:pPr algn="ctr"/>
            <a:r>
              <a:rPr lang="en-US" altLang="ja-JP" dirty="0">
                <a:solidFill>
                  <a:schemeClr val="tx1">
                    <a:lumMod val="65000"/>
                    <a:lumOff val="35000"/>
                  </a:schemeClr>
                </a:solidFill>
              </a:rPr>
              <a:t>Entra ID</a:t>
            </a:r>
            <a:endParaRPr lang="ja-JP" altLang="en-US" dirty="0">
              <a:solidFill>
                <a:schemeClr val="tx1">
                  <a:lumMod val="65000"/>
                  <a:lumOff val="35000"/>
                </a:schemeClr>
              </a:solidFill>
            </a:endParaRPr>
          </a:p>
        </p:txBody>
      </p:sp>
      <p:sp>
        <p:nvSpPr>
          <p:cNvPr id="11" name="角丸四角形 6">
            <a:extLst>
              <a:ext uri="{FF2B5EF4-FFF2-40B4-BE49-F238E27FC236}">
                <a16:creationId xmlns:a16="http://schemas.microsoft.com/office/drawing/2014/main" id="{6E909130-06A1-BE70-5B15-2A3331E6DF06}"/>
              </a:ext>
            </a:extLst>
          </p:cNvPr>
          <p:cNvSpPr/>
          <p:nvPr/>
        </p:nvSpPr>
        <p:spPr>
          <a:xfrm>
            <a:off x="8122449" y="4793914"/>
            <a:ext cx="3099693" cy="981011"/>
          </a:xfrm>
          <a:prstGeom prst="roundRect">
            <a:avLst/>
          </a:prstGeom>
          <a:no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ja-JP" b="1" dirty="0">
                <a:solidFill>
                  <a:schemeClr val="tx2"/>
                </a:solidFill>
                <a:latin typeface="+mn-ea"/>
              </a:rPr>
              <a:t>Azure</a:t>
            </a:r>
            <a:r>
              <a:rPr lang="ja-JP" altLang="en-US" b="1" dirty="0">
                <a:solidFill>
                  <a:schemeClr val="tx2"/>
                </a:solidFill>
                <a:latin typeface="+mn-ea"/>
              </a:rPr>
              <a:t>サブスクリプション</a:t>
            </a:r>
          </a:p>
        </p:txBody>
      </p:sp>
      <p:pic>
        <p:nvPicPr>
          <p:cNvPr id="12" name="図 11">
            <a:extLst>
              <a:ext uri="{FF2B5EF4-FFF2-40B4-BE49-F238E27FC236}">
                <a16:creationId xmlns:a16="http://schemas.microsoft.com/office/drawing/2014/main" id="{B964B54F-A4D9-43AC-8856-0DE8CF982A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75921" y="5280460"/>
            <a:ext cx="302582" cy="302582"/>
          </a:xfrm>
          <a:prstGeom prst="rect">
            <a:avLst/>
          </a:prstGeom>
        </p:spPr>
      </p:pic>
      <p:pic>
        <p:nvPicPr>
          <p:cNvPr id="13" name="図 12">
            <a:extLst>
              <a:ext uri="{FF2B5EF4-FFF2-40B4-BE49-F238E27FC236}">
                <a16:creationId xmlns:a16="http://schemas.microsoft.com/office/drawing/2014/main" id="{39243358-DF7B-20DC-143C-E608F6C528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9140" y="5280460"/>
            <a:ext cx="302582" cy="302582"/>
          </a:xfrm>
          <a:prstGeom prst="rect">
            <a:avLst/>
          </a:prstGeom>
        </p:spPr>
      </p:pic>
      <p:pic>
        <p:nvPicPr>
          <p:cNvPr id="14" name="図 13">
            <a:extLst>
              <a:ext uri="{FF2B5EF4-FFF2-40B4-BE49-F238E27FC236}">
                <a16:creationId xmlns:a16="http://schemas.microsoft.com/office/drawing/2014/main" id="{4C09EA8D-E8DE-B680-5E5C-824628A7B5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82359" y="5280460"/>
            <a:ext cx="302582" cy="302582"/>
          </a:xfrm>
          <a:prstGeom prst="rect">
            <a:avLst/>
          </a:prstGeom>
        </p:spPr>
      </p:pic>
      <p:pic>
        <p:nvPicPr>
          <p:cNvPr id="15" name="図 14">
            <a:extLst>
              <a:ext uri="{FF2B5EF4-FFF2-40B4-BE49-F238E27FC236}">
                <a16:creationId xmlns:a16="http://schemas.microsoft.com/office/drawing/2014/main" id="{2253C2E0-1088-E9C5-F77F-33ADE3DBA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5578" y="5280460"/>
            <a:ext cx="302582" cy="302582"/>
          </a:xfrm>
          <a:prstGeom prst="rect">
            <a:avLst/>
          </a:prstGeom>
        </p:spPr>
      </p:pic>
      <p:cxnSp>
        <p:nvCxnSpPr>
          <p:cNvPr id="16" name="直線コネクタ 15">
            <a:extLst>
              <a:ext uri="{FF2B5EF4-FFF2-40B4-BE49-F238E27FC236}">
                <a16:creationId xmlns:a16="http://schemas.microsoft.com/office/drawing/2014/main" id="{10E4647B-504C-32B9-09EE-52D0088F0E7C}"/>
              </a:ext>
            </a:extLst>
          </p:cNvPr>
          <p:cNvCxnSpPr>
            <a:cxnSpLocks/>
            <a:stCxn id="11" idx="1"/>
            <a:endCxn id="101" idx="3"/>
          </p:cNvCxnSpPr>
          <p:nvPr/>
        </p:nvCxnSpPr>
        <p:spPr>
          <a:xfrm flipH="1" flipV="1">
            <a:off x="6517786" y="4683701"/>
            <a:ext cx="1604663" cy="600719"/>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17" name="角丸四角形 19">
            <a:extLst>
              <a:ext uri="{FF2B5EF4-FFF2-40B4-BE49-F238E27FC236}">
                <a16:creationId xmlns:a16="http://schemas.microsoft.com/office/drawing/2014/main" id="{347E547F-D754-E244-3EF4-6B10E3F9C312}"/>
              </a:ext>
            </a:extLst>
          </p:cNvPr>
          <p:cNvSpPr/>
          <p:nvPr/>
        </p:nvSpPr>
        <p:spPr>
          <a:xfrm>
            <a:off x="8089453" y="3595254"/>
            <a:ext cx="3099693" cy="947753"/>
          </a:xfrm>
          <a:prstGeom prst="roundRect">
            <a:avLst/>
          </a:prstGeom>
          <a:noFill/>
          <a:ln w="25400">
            <a:solidFill>
              <a:srgbClr val="FF9933"/>
            </a:solidFill>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ja-JP" b="1" dirty="0">
                <a:solidFill>
                  <a:srgbClr val="FF9933"/>
                </a:solidFill>
                <a:latin typeface="+mn-ea"/>
              </a:rPr>
              <a:t>Microsoft 365</a:t>
            </a:r>
            <a:endParaRPr lang="ja-JP" altLang="en-US" b="1" dirty="0">
              <a:solidFill>
                <a:srgbClr val="FF9933"/>
              </a:solidFill>
              <a:latin typeface="+mn-ea"/>
            </a:endParaRPr>
          </a:p>
        </p:txBody>
      </p:sp>
      <p:cxnSp>
        <p:nvCxnSpPr>
          <p:cNvPr id="18" name="直線コネクタ 17">
            <a:extLst>
              <a:ext uri="{FF2B5EF4-FFF2-40B4-BE49-F238E27FC236}">
                <a16:creationId xmlns:a16="http://schemas.microsoft.com/office/drawing/2014/main" id="{4B5F9B0E-8912-011E-B28E-98EFEFF44F78}"/>
              </a:ext>
            </a:extLst>
          </p:cNvPr>
          <p:cNvCxnSpPr>
            <a:cxnSpLocks/>
            <a:stCxn id="101" idx="3"/>
            <a:endCxn id="17" idx="1"/>
          </p:cNvCxnSpPr>
          <p:nvPr/>
        </p:nvCxnSpPr>
        <p:spPr>
          <a:xfrm flipV="1">
            <a:off x="6517786" y="4069131"/>
            <a:ext cx="1571667" cy="614570"/>
          </a:xfrm>
          <a:prstGeom prst="line">
            <a:avLst/>
          </a:prstGeom>
          <a:ln>
            <a:solidFill>
              <a:srgbClr val="FF9933"/>
            </a:solidFill>
          </a:ln>
        </p:spPr>
        <p:style>
          <a:lnRef idx="2">
            <a:schemeClr val="accent1"/>
          </a:lnRef>
          <a:fillRef idx="0">
            <a:schemeClr val="accent1"/>
          </a:fillRef>
          <a:effectRef idx="1">
            <a:schemeClr val="accent1"/>
          </a:effectRef>
          <a:fontRef idx="minor">
            <a:schemeClr val="tx1"/>
          </a:fontRef>
        </p:style>
      </p:cxnSp>
      <p:sp>
        <p:nvSpPr>
          <p:cNvPr id="19" name="角丸四角形 25">
            <a:extLst>
              <a:ext uri="{FF2B5EF4-FFF2-40B4-BE49-F238E27FC236}">
                <a16:creationId xmlns:a16="http://schemas.microsoft.com/office/drawing/2014/main" id="{6EA2EC52-360F-510F-E0C9-88972E2B4046}"/>
              </a:ext>
            </a:extLst>
          </p:cNvPr>
          <p:cNvSpPr/>
          <p:nvPr/>
        </p:nvSpPr>
        <p:spPr>
          <a:xfrm>
            <a:off x="1336489" y="3970490"/>
            <a:ext cx="2406732" cy="1426423"/>
          </a:xfrm>
          <a:prstGeom prst="roundRect">
            <a:avLst/>
          </a:prstGeom>
          <a:noFill/>
          <a:ln w="25400">
            <a:solidFill>
              <a:srgbClr val="FF99CC"/>
            </a:solidFill>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ja-JP" altLang="en-US" b="1" dirty="0">
                <a:solidFill>
                  <a:srgbClr val="FF99CC"/>
                </a:solidFill>
                <a:latin typeface="+mn-ea"/>
              </a:rPr>
              <a:t>オンプレミス</a:t>
            </a:r>
          </a:p>
        </p:txBody>
      </p:sp>
      <p:cxnSp>
        <p:nvCxnSpPr>
          <p:cNvPr id="20" name="直線コネクタ 19">
            <a:extLst>
              <a:ext uri="{FF2B5EF4-FFF2-40B4-BE49-F238E27FC236}">
                <a16:creationId xmlns:a16="http://schemas.microsoft.com/office/drawing/2014/main" id="{C9B746F2-0B76-35BF-C772-8C3D07FE211F}"/>
              </a:ext>
            </a:extLst>
          </p:cNvPr>
          <p:cNvCxnSpPr>
            <a:cxnSpLocks/>
            <a:stCxn id="19" idx="3"/>
            <a:endCxn id="101" idx="1"/>
          </p:cNvCxnSpPr>
          <p:nvPr/>
        </p:nvCxnSpPr>
        <p:spPr>
          <a:xfrm flipV="1">
            <a:off x="3743221" y="4683701"/>
            <a:ext cx="1818160" cy="1"/>
          </a:xfrm>
          <a:prstGeom prst="line">
            <a:avLst/>
          </a:prstGeom>
          <a:ln>
            <a:solidFill>
              <a:srgbClr val="FF99CC"/>
            </a:solidFill>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C553923C-E33D-81FC-D689-401883953F3F}"/>
              </a:ext>
            </a:extLst>
          </p:cNvPr>
          <p:cNvSpPr txBox="1"/>
          <p:nvPr/>
        </p:nvSpPr>
        <p:spPr>
          <a:xfrm>
            <a:off x="1315895" y="5001979"/>
            <a:ext cx="2492990" cy="369332"/>
          </a:xfrm>
          <a:prstGeom prst="rect">
            <a:avLst/>
          </a:prstGeom>
          <a:noFill/>
        </p:spPr>
        <p:txBody>
          <a:bodyPr wrap="none" rtlCol="0">
            <a:spAutoFit/>
          </a:bodyPr>
          <a:lstStyle/>
          <a:p>
            <a:r>
              <a:rPr lang="ja-JP" altLang="en-US" dirty="0">
                <a:solidFill>
                  <a:schemeClr val="tx1">
                    <a:lumMod val="65000"/>
                    <a:lumOff val="35000"/>
                  </a:schemeClr>
                </a:solidFill>
              </a:rPr>
              <a:t>ドメインコントローラ</a:t>
            </a:r>
          </a:p>
        </p:txBody>
      </p:sp>
      <p:sp>
        <p:nvSpPr>
          <p:cNvPr id="22" name="角丸四角形 37">
            <a:extLst>
              <a:ext uri="{FF2B5EF4-FFF2-40B4-BE49-F238E27FC236}">
                <a16:creationId xmlns:a16="http://schemas.microsoft.com/office/drawing/2014/main" id="{DFFBCE9D-1A82-D32F-3329-D7DA21354CB5}"/>
              </a:ext>
            </a:extLst>
          </p:cNvPr>
          <p:cNvSpPr/>
          <p:nvPr/>
        </p:nvSpPr>
        <p:spPr>
          <a:xfrm>
            <a:off x="4996425" y="5762689"/>
            <a:ext cx="2116585" cy="624214"/>
          </a:xfrm>
          <a:prstGeom prst="roundRect">
            <a:avLst>
              <a:gd name="adj" fmla="val 7594"/>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dirty="0">
                <a:solidFill>
                  <a:schemeClr val="tx1">
                    <a:lumMod val="65000"/>
                    <a:lumOff val="35000"/>
                  </a:schemeClr>
                </a:solidFill>
              </a:rPr>
              <a:t>example.com</a:t>
            </a:r>
            <a:endParaRPr lang="ja-JP" altLang="en-US" dirty="0">
              <a:solidFill>
                <a:schemeClr val="tx1">
                  <a:lumMod val="65000"/>
                  <a:lumOff val="35000"/>
                </a:schemeClr>
              </a:solidFill>
            </a:endParaRPr>
          </a:p>
        </p:txBody>
      </p:sp>
      <p:sp>
        <p:nvSpPr>
          <p:cNvPr id="23" name="角丸四角形 38">
            <a:extLst>
              <a:ext uri="{FF2B5EF4-FFF2-40B4-BE49-F238E27FC236}">
                <a16:creationId xmlns:a16="http://schemas.microsoft.com/office/drawing/2014/main" id="{2147AEC3-EA6E-56D5-2B97-0F7FBAF568F7}"/>
              </a:ext>
            </a:extLst>
          </p:cNvPr>
          <p:cNvSpPr/>
          <p:nvPr/>
        </p:nvSpPr>
        <p:spPr>
          <a:xfrm>
            <a:off x="4900857" y="5592937"/>
            <a:ext cx="2314913" cy="865013"/>
          </a:xfrm>
          <a:prstGeom prst="roundRect">
            <a:avLst>
              <a:gd name="adj" fmla="val 8157"/>
            </a:avLst>
          </a:prstGeom>
          <a:noFill/>
          <a:ln w="254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24" name="テキスト ボックス 23">
            <a:extLst>
              <a:ext uri="{FF2B5EF4-FFF2-40B4-BE49-F238E27FC236}">
                <a16:creationId xmlns:a16="http://schemas.microsoft.com/office/drawing/2014/main" id="{549C3CB8-AF2B-0796-FCD1-324AA8B6EC06}"/>
              </a:ext>
            </a:extLst>
          </p:cNvPr>
          <p:cNvSpPr txBox="1"/>
          <p:nvPr/>
        </p:nvSpPr>
        <p:spPr>
          <a:xfrm>
            <a:off x="5000679" y="5462131"/>
            <a:ext cx="2031325" cy="369332"/>
          </a:xfrm>
          <a:prstGeom prst="rect">
            <a:avLst/>
          </a:prstGeom>
          <a:solidFill>
            <a:schemeClr val="tx2"/>
          </a:solidFill>
          <a:effectLst>
            <a:softEdge rad="31750"/>
          </a:effectLst>
        </p:spPr>
        <p:txBody>
          <a:bodyPr wrap="none" rtlCol="0">
            <a:spAutoFit/>
          </a:bodyPr>
          <a:lstStyle/>
          <a:p>
            <a:pPr algn="ctr"/>
            <a:r>
              <a:rPr lang="ja-JP" altLang="en-US" dirty="0">
                <a:solidFill>
                  <a:schemeClr val="bg1"/>
                </a:solidFill>
              </a:rPr>
              <a:t>カスタムドメイン</a:t>
            </a:r>
          </a:p>
        </p:txBody>
      </p:sp>
      <p:sp>
        <p:nvSpPr>
          <p:cNvPr id="25" name="テキスト ボックス 24">
            <a:extLst>
              <a:ext uri="{FF2B5EF4-FFF2-40B4-BE49-F238E27FC236}">
                <a16:creationId xmlns:a16="http://schemas.microsoft.com/office/drawing/2014/main" id="{748C39CA-F541-37B9-EBF4-F4B972991E9C}"/>
              </a:ext>
            </a:extLst>
          </p:cNvPr>
          <p:cNvSpPr txBox="1"/>
          <p:nvPr/>
        </p:nvSpPr>
        <p:spPr>
          <a:xfrm>
            <a:off x="4088601" y="4286979"/>
            <a:ext cx="869149" cy="369332"/>
          </a:xfrm>
          <a:prstGeom prst="rect">
            <a:avLst/>
          </a:prstGeom>
          <a:solidFill>
            <a:schemeClr val="bg1">
              <a:alpha val="70000"/>
            </a:schemeClr>
          </a:solidFill>
          <a:effectLst>
            <a:softEdge rad="63500"/>
          </a:effectLst>
        </p:spPr>
        <p:txBody>
          <a:bodyPr wrap="none" rtlCol="0">
            <a:spAutoFit/>
          </a:bodyPr>
          <a:lstStyle/>
          <a:p>
            <a:r>
              <a:rPr lang="en-US" altLang="ja-JP" dirty="0">
                <a:solidFill>
                  <a:srgbClr val="FF6699"/>
                </a:solidFill>
              </a:rPr>
              <a:t>ID</a:t>
            </a:r>
            <a:r>
              <a:rPr lang="ja-JP" altLang="en-US" dirty="0">
                <a:solidFill>
                  <a:srgbClr val="FF6699"/>
                </a:solidFill>
              </a:rPr>
              <a:t>同期</a:t>
            </a:r>
          </a:p>
        </p:txBody>
      </p:sp>
      <p:grpSp>
        <p:nvGrpSpPr>
          <p:cNvPr id="26" name="グループ化 25">
            <a:extLst>
              <a:ext uri="{FF2B5EF4-FFF2-40B4-BE49-F238E27FC236}">
                <a16:creationId xmlns:a16="http://schemas.microsoft.com/office/drawing/2014/main" id="{FD7EAE28-10A6-D7FD-8145-DC2E2E129CEA}"/>
              </a:ext>
            </a:extLst>
          </p:cNvPr>
          <p:cNvGrpSpPr/>
          <p:nvPr/>
        </p:nvGrpSpPr>
        <p:grpSpPr>
          <a:xfrm>
            <a:off x="8459153" y="4108318"/>
            <a:ext cx="316768" cy="315087"/>
            <a:chOff x="692151" y="760412"/>
            <a:chExt cx="374650" cy="376238"/>
          </a:xfrm>
        </p:grpSpPr>
        <p:sp>
          <p:nvSpPr>
            <p:cNvPr id="27" name="Freeform 12">
              <a:extLst>
                <a:ext uri="{FF2B5EF4-FFF2-40B4-BE49-F238E27FC236}">
                  <a16:creationId xmlns:a16="http://schemas.microsoft.com/office/drawing/2014/main" id="{F350C9CA-386F-AB6F-B067-7A760758DF38}"/>
                </a:ext>
              </a:extLst>
            </p:cNvPr>
            <p:cNvSpPr>
              <a:spLocks/>
            </p:cNvSpPr>
            <p:nvPr/>
          </p:nvSpPr>
          <p:spPr bwMode="auto">
            <a:xfrm>
              <a:off x="692151" y="760412"/>
              <a:ext cx="374650" cy="376238"/>
            </a:xfrm>
            <a:custGeom>
              <a:avLst/>
              <a:gdLst>
                <a:gd name="T0" fmla="*/ 0 w 218"/>
                <a:gd name="T1" fmla="*/ 110 h 219"/>
                <a:gd name="T2" fmla="*/ 0 w 218"/>
                <a:gd name="T3" fmla="*/ 26 h 219"/>
                <a:gd name="T4" fmla="*/ 2 w 218"/>
                <a:gd name="T5" fmla="*/ 23 h 219"/>
                <a:gd name="T6" fmla="*/ 90 w 218"/>
                <a:gd name="T7" fmla="*/ 7 h 219"/>
                <a:gd name="T8" fmla="*/ 125 w 218"/>
                <a:gd name="T9" fmla="*/ 1 h 219"/>
                <a:gd name="T10" fmla="*/ 127 w 218"/>
                <a:gd name="T11" fmla="*/ 3 h 219"/>
                <a:gd name="T12" fmla="*/ 127 w 218"/>
                <a:gd name="T13" fmla="*/ 25 h 219"/>
                <a:gd name="T14" fmla="*/ 130 w 218"/>
                <a:gd name="T15" fmla="*/ 28 h 219"/>
                <a:gd name="T16" fmla="*/ 205 w 218"/>
                <a:gd name="T17" fmla="*/ 28 h 219"/>
                <a:gd name="T18" fmla="*/ 211 w 218"/>
                <a:gd name="T19" fmla="*/ 28 h 219"/>
                <a:gd name="T20" fmla="*/ 218 w 218"/>
                <a:gd name="T21" fmla="*/ 38 h 219"/>
                <a:gd name="T22" fmla="*/ 218 w 218"/>
                <a:gd name="T23" fmla="*/ 40 h 219"/>
                <a:gd name="T24" fmla="*/ 218 w 218"/>
                <a:gd name="T25" fmla="*/ 179 h 219"/>
                <a:gd name="T26" fmla="*/ 217 w 218"/>
                <a:gd name="T27" fmla="*/ 186 h 219"/>
                <a:gd name="T28" fmla="*/ 207 w 218"/>
                <a:gd name="T29" fmla="*/ 192 h 219"/>
                <a:gd name="T30" fmla="*/ 130 w 218"/>
                <a:gd name="T31" fmla="*/ 192 h 219"/>
                <a:gd name="T32" fmla="*/ 127 w 218"/>
                <a:gd name="T33" fmla="*/ 195 h 219"/>
                <a:gd name="T34" fmla="*/ 127 w 218"/>
                <a:gd name="T35" fmla="*/ 217 h 219"/>
                <a:gd name="T36" fmla="*/ 125 w 218"/>
                <a:gd name="T37" fmla="*/ 219 h 219"/>
                <a:gd name="T38" fmla="*/ 11 w 218"/>
                <a:gd name="T39" fmla="*/ 198 h 219"/>
                <a:gd name="T40" fmla="*/ 1 w 218"/>
                <a:gd name="T41" fmla="*/ 196 h 219"/>
                <a:gd name="T42" fmla="*/ 0 w 218"/>
                <a:gd name="T43" fmla="*/ 195 h 219"/>
                <a:gd name="T44" fmla="*/ 0 w 218"/>
                <a:gd name="T45" fmla="*/ 193 h 219"/>
                <a:gd name="T46" fmla="*/ 0 w 218"/>
                <a:gd name="T47" fmla="*/ 11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8" h="219">
                  <a:moveTo>
                    <a:pt x="0" y="110"/>
                  </a:moveTo>
                  <a:cubicBezTo>
                    <a:pt x="0" y="82"/>
                    <a:pt x="0" y="54"/>
                    <a:pt x="0" y="26"/>
                  </a:cubicBezTo>
                  <a:cubicBezTo>
                    <a:pt x="0" y="23"/>
                    <a:pt x="0" y="23"/>
                    <a:pt x="2" y="23"/>
                  </a:cubicBezTo>
                  <a:cubicBezTo>
                    <a:pt x="31" y="17"/>
                    <a:pt x="61" y="12"/>
                    <a:pt x="90" y="7"/>
                  </a:cubicBezTo>
                  <a:cubicBezTo>
                    <a:pt x="102" y="5"/>
                    <a:pt x="113" y="3"/>
                    <a:pt x="125" y="1"/>
                  </a:cubicBezTo>
                  <a:cubicBezTo>
                    <a:pt x="127" y="0"/>
                    <a:pt x="127" y="1"/>
                    <a:pt x="127" y="3"/>
                  </a:cubicBezTo>
                  <a:cubicBezTo>
                    <a:pt x="127" y="10"/>
                    <a:pt x="127" y="17"/>
                    <a:pt x="127" y="25"/>
                  </a:cubicBezTo>
                  <a:cubicBezTo>
                    <a:pt x="127" y="27"/>
                    <a:pt x="128" y="28"/>
                    <a:pt x="130" y="28"/>
                  </a:cubicBezTo>
                  <a:cubicBezTo>
                    <a:pt x="155" y="27"/>
                    <a:pt x="180" y="28"/>
                    <a:pt x="205" y="28"/>
                  </a:cubicBezTo>
                  <a:cubicBezTo>
                    <a:pt x="207" y="28"/>
                    <a:pt x="209" y="28"/>
                    <a:pt x="211" y="28"/>
                  </a:cubicBezTo>
                  <a:cubicBezTo>
                    <a:pt x="215" y="30"/>
                    <a:pt x="218" y="33"/>
                    <a:pt x="218" y="38"/>
                  </a:cubicBezTo>
                  <a:cubicBezTo>
                    <a:pt x="218" y="39"/>
                    <a:pt x="218" y="39"/>
                    <a:pt x="218" y="40"/>
                  </a:cubicBezTo>
                  <a:cubicBezTo>
                    <a:pt x="218" y="86"/>
                    <a:pt x="218" y="133"/>
                    <a:pt x="218" y="179"/>
                  </a:cubicBezTo>
                  <a:cubicBezTo>
                    <a:pt x="218" y="181"/>
                    <a:pt x="218" y="184"/>
                    <a:pt x="217" y="186"/>
                  </a:cubicBezTo>
                  <a:cubicBezTo>
                    <a:pt x="215" y="190"/>
                    <a:pt x="211" y="192"/>
                    <a:pt x="207" y="192"/>
                  </a:cubicBezTo>
                  <a:cubicBezTo>
                    <a:pt x="181" y="192"/>
                    <a:pt x="156" y="192"/>
                    <a:pt x="130" y="192"/>
                  </a:cubicBezTo>
                  <a:cubicBezTo>
                    <a:pt x="128" y="192"/>
                    <a:pt x="127" y="192"/>
                    <a:pt x="127" y="195"/>
                  </a:cubicBezTo>
                  <a:cubicBezTo>
                    <a:pt x="127" y="202"/>
                    <a:pt x="127" y="210"/>
                    <a:pt x="127" y="217"/>
                  </a:cubicBezTo>
                  <a:cubicBezTo>
                    <a:pt x="127" y="219"/>
                    <a:pt x="127" y="219"/>
                    <a:pt x="125" y="219"/>
                  </a:cubicBezTo>
                  <a:cubicBezTo>
                    <a:pt x="87" y="212"/>
                    <a:pt x="49" y="205"/>
                    <a:pt x="11" y="198"/>
                  </a:cubicBezTo>
                  <a:cubicBezTo>
                    <a:pt x="8" y="198"/>
                    <a:pt x="4" y="197"/>
                    <a:pt x="1" y="196"/>
                  </a:cubicBezTo>
                  <a:cubicBezTo>
                    <a:pt x="0" y="196"/>
                    <a:pt x="0" y="196"/>
                    <a:pt x="0" y="195"/>
                  </a:cubicBezTo>
                  <a:cubicBezTo>
                    <a:pt x="0" y="194"/>
                    <a:pt x="0" y="194"/>
                    <a:pt x="0" y="193"/>
                  </a:cubicBezTo>
                  <a:cubicBezTo>
                    <a:pt x="0" y="165"/>
                    <a:pt x="0" y="138"/>
                    <a:pt x="0" y="110"/>
                  </a:cubicBezTo>
                  <a:close/>
                </a:path>
              </a:pathLst>
            </a:custGeom>
            <a:solidFill>
              <a:srgbClr val="0084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28" name="Freeform 13">
              <a:extLst>
                <a:ext uri="{FF2B5EF4-FFF2-40B4-BE49-F238E27FC236}">
                  <a16:creationId xmlns:a16="http://schemas.microsoft.com/office/drawing/2014/main" id="{AE7D15A3-21C2-8BE9-1799-929F7C1E512F}"/>
                </a:ext>
              </a:extLst>
            </p:cNvPr>
            <p:cNvSpPr>
              <a:spLocks/>
            </p:cNvSpPr>
            <p:nvPr/>
          </p:nvSpPr>
          <p:spPr bwMode="auto">
            <a:xfrm>
              <a:off x="908051" y="823912"/>
              <a:ext cx="142875" cy="250825"/>
            </a:xfrm>
            <a:custGeom>
              <a:avLst/>
              <a:gdLst>
                <a:gd name="T0" fmla="*/ 83 w 83"/>
                <a:gd name="T1" fmla="*/ 73 h 146"/>
                <a:gd name="T2" fmla="*/ 83 w 83"/>
                <a:gd name="T3" fmla="*/ 142 h 146"/>
                <a:gd name="T4" fmla="*/ 80 w 83"/>
                <a:gd name="T5" fmla="*/ 146 h 146"/>
                <a:gd name="T6" fmla="*/ 3 w 83"/>
                <a:gd name="T7" fmla="*/ 146 h 146"/>
                <a:gd name="T8" fmla="*/ 1 w 83"/>
                <a:gd name="T9" fmla="*/ 143 h 146"/>
                <a:gd name="T10" fmla="*/ 2 w 83"/>
                <a:gd name="T11" fmla="*/ 137 h 146"/>
                <a:gd name="T12" fmla="*/ 8 w 83"/>
                <a:gd name="T13" fmla="*/ 136 h 146"/>
                <a:gd name="T14" fmla="*/ 27 w 83"/>
                <a:gd name="T15" fmla="*/ 136 h 146"/>
                <a:gd name="T16" fmla="*/ 29 w 83"/>
                <a:gd name="T17" fmla="*/ 134 h 146"/>
                <a:gd name="T18" fmla="*/ 29 w 83"/>
                <a:gd name="T19" fmla="*/ 120 h 146"/>
                <a:gd name="T20" fmla="*/ 27 w 83"/>
                <a:gd name="T21" fmla="*/ 118 h 146"/>
                <a:gd name="T22" fmla="*/ 3 w 83"/>
                <a:gd name="T23" fmla="*/ 118 h 146"/>
                <a:gd name="T24" fmla="*/ 1 w 83"/>
                <a:gd name="T25" fmla="*/ 116 h 146"/>
                <a:gd name="T26" fmla="*/ 2 w 83"/>
                <a:gd name="T27" fmla="*/ 110 h 146"/>
                <a:gd name="T28" fmla="*/ 8 w 83"/>
                <a:gd name="T29" fmla="*/ 109 h 146"/>
                <a:gd name="T30" fmla="*/ 27 w 83"/>
                <a:gd name="T31" fmla="*/ 109 h 146"/>
                <a:gd name="T32" fmla="*/ 29 w 83"/>
                <a:gd name="T33" fmla="*/ 107 h 146"/>
                <a:gd name="T34" fmla="*/ 29 w 83"/>
                <a:gd name="T35" fmla="*/ 93 h 146"/>
                <a:gd name="T36" fmla="*/ 27 w 83"/>
                <a:gd name="T37" fmla="*/ 91 h 146"/>
                <a:gd name="T38" fmla="*/ 3 w 83"/>
                <a:gd name="T39" fmla="*/ 91 h 146"/>
                <a:gd name="T40" fmla="*/ 1 w 83"/>
                <a:gd name="T41" fmla="*/ 89 h 146"/>
                <a:gd name="T42" fmla="*/ 2 w 83"/>
                <a:gd name="T43" fmla="*/ 82 h 146"/>
                <a:gd name="T44" fmla="*/ 8 w 83"/>
                <a:gd name="T45" fmla="*/ 82 h 146"/>
                <a:gd name="T46" fmla="*/ 27 w 83"/>
                <a:gd name="T47" fmla="*/ 82 h 146"/>
                <a:gd name="T48" fmla="*/ 29 w 83"/>
                <a:gd name="T49" fmla="*/ 80 h 146"/>
                <a:gd name="T50" fmla="*/ 29 w 83"/>
                <a:gd name="T51" fmla="*/ 66 h 146"/>
                <a:gd name="T52" fmla="*/ 27 w 83"/>
                <a:gd name="T53" fmla="*/ 63 h 146"/>
                <a:gd name="T54" fmla="*/ 3 w 83"/>
                <a:gd name="T55" fmla="*/ 64 h 146"/>
                <a:gd name="T56" fmla="*/ 1 w 83"/>
                <a:gd name="T57" fmla="*/ 61 h 146"/>
                <a:gd name="T58" fmla="*/ 2 w 83"/>
                <a:gd name="T59" fmla="*/ 55 h 146"/>
                <a:gd name="T60" fmla="*/ 8 w 83"/>
                <a:gd name="T61" fmla="*/ 54 h 146"/>
                <a:gd name="T62" fmla="*/ 27 w 83"/>
                <a:gd name="T63" fmla="*/ 54 h 146"/>
                <a:gd name="T64" fmla="*/ 29 w 83"/>
                <a:gd name="T65" fmla="*/ 53 h 146"/>
                <a:gd name="T66" fmla="*/ 29 w 83"/>
                <a:gd name="T67" fmla="*/ 38 h 146"/>
                <a:gd name="T68" fmla="*/ 27 w 83"/>
                <a:gd name="T69" fmla="*/ 36 h 146"/>
                <a:gd name="T70" fmla="*/ 4 w 83"/>
                <a:gd name="T71" fmla="*/ 36 h 146"/>
                <a:gd name="T72" fmla="*/ 1 w 83"/>
                <a:gd name="T73" fmla="*/ 34 h 146"/>
                <a:gd name="T74" fmla="*/ 1 w 83"/>
                <a:gd name="T75" fmla="*/ 29 h 146"/>
                <a:gd name="T76" fmla="*/ 4 w 83"/>
                <a:gd name="T77" fmla="*/ 27 h 146"/>
                <a:gd name="T78" fmla="*/ 26 w 83"/>
                <a:gd name="T79" fmla="*/ 27 h 146"/>
                <a:gd name="T80" fmla="*/ 29 w 83"/>
                <a:gd name="T81" fmla="*/ 25 h 146"/>
                <a:gd name="T82" fmla="*/ 29 w 83"/>
                <a:gd name="T83" fmla="*/ 11 h 146"/>
                <a:gd name="T84" fmla="*/ 26 w 83"/>
                <a:gd name="T85" fmla="*/ 9 h 146"/>
                <a:gd name="T86" fmla="*/ 4 w 83"/>
                <a:gd name="T87" fmla="*/ 9 h 146"/>
                <a:gd name="T88" fmla="*/ 1 w 83"/>
                <a:gd name="T89" fmla="*/ 7 h 146"/>
                <a:gd name="T90" fmla="*/ 1 w 83"/>
                <a:gd name="T91" fmla="*/ 2 h 146"/>
                <a:gd name="T92" fmla="*/ 3 w 83"/>
                <a:gd name="T93" fmla="*/ 0 h 146"/>
                <a:gd name="T94" fmla="*/ 43 w 83"/>
                <a:gd name="T95" fmla="*/ 0 h 146"/>
                <a:gd name="T96" fmla="*/ 79 w 83"/>
                <a:gd name="T97" fmla="*/ 0 h 146"/>
                <a:gd name="T98" fmla="*/ 83 w 83"/>
                <a:gd name="T99" fmla="*/ 4 h 146"/>
                <a:gd name="T100" fmla="*/ 83 w 83"/>
                <a:gd name="T101" fmla="*/ 7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3" h="146">
                  <a:moveTo>
                    <a:pt x="83" y="73"/>
                  </a:moveTo>
                  <a:cubicBezTo>
                    <a:pt x="83" y="96"/>
                    <a:pt x="83" y="119"/>
                    <a:pt x="83" y="142"/>
                  </a:cubicBezTo>
                  <a:cubicBezTo>
                    <a:pt x="83" y="145"/>
                    <a:pt x="83" y="146"/>
                    <a:pt x="80" y="146"/>
                  </a:cubicBezTo>
                  <a:cubicBezTo>
                    <a:pt x="54" y="146"/>
                    <a:pt x="29" y="145"/>
                    <a:pt x="3" y="146"/>
                  </a:cubicBezTo>
                  <a:cubicBezTo>
                    <a:pt x="2" y="146"/>
                    <a:pt x="1" y="145"/>
                    <a:pt x="1" y="143"/>
                  </a:cubicBezTo>
                  <a:cubicBezTo>
                    <a:pt x="2" y="141"/>
                    <a:pt x="0" y="138"/>
                    <a:pt x="2" y="137"/>
                  </a:cubicBezTo>
                  <a:cubicBezTo>
                    <a:pt x="3" y="135"/>
                    <a:pt x="6" y="136"/>
                    <a:pt x="8" y="136"/>
                  </a:cubicBezTo>
                  <a:cubicBezTo>
                    <a:pt x="14" y="136"/>
                    <a:pt x="20" y="136"/>
                    <a:pt x="27" y="136"/>
                  </a:cubicBezTo>
                  <a:cubicBezTo>
                    <a:pt x="28" y="137"/>
                    <a:pt x="29" y="136"/>
                    <a:pt x="29" y="134"/>
                  </a:cubicBezTo>
                  <a:cubicBezTo>
                    <a:pt x="29" y="130"/>
                    <a:pt x="29" y="125"/>
                    <a:pt x="29" y="120"/>
                  </a:cubicBezTo>
                  <a:cubicBezTo>
                    <a:pt x="29" y="119"/>
                    <a:pt x="28" y="118"/>
                    <a:pt x="27" y="118"/>
                  </a:cubicBezTo>
                  <a:cubicBezTo>
                    <a:pt x="19" y="118"/>
                    <a:pt x="11" y="118"/>
                    <a:pt x="3" y="118"/>
                  </a:cubicBezTo>
                  <a:cubicBezTo>
                    <a:pt x="2" y="118"/>
                    <a:pt x="1" y="118"/>
                    <a:pt x="1" y="116"/>
                  </a:cubicBezTo>
                  <a:cubicBezTo>
                    <a:pt x="1" y="114"/>
                    <a:pt x="1" y="111"/>
                    <a:pt x="2" y="110"/>
                  </a:cubicBezTo>
                  <a:cubicBezTo>
                    <a:pt x="3" y="108"/>
                    <a:pt x="6" y="109"/>
                    <a:pt x="8" y="109"/>
                  </a:cubicBezTo>
                  <a:cubicBezTo>
                    <a:pt x="15" y="109"/>
                    <a:pt x="21" y="109"/>
                    <a:pt x="27" y="109"/>
                  </a:cubicBezTo>
                  <a:cubicBezTo>
                    <a:pt x="28" y="109"/>
                    <a:pt x="29" y="109"/>
                    <a:pt x="29" y="107"/>
                  </a:cubicBezTo>
                  <a:cubicBezTo>
                    <a:pt x="29" y="102"/>
                    <a:pt x="29" y="98"/>
                    <a:pt x="29" y="93"/>
                  </a:cubicBezTo>
                  <a:cubicBezTo>
                    <a:pt x="29" y="91"/>
                    <a:pt x="28" y="91"/>
                    <a:pt x="27" y="91"/>
                  </a:cubicBezTo>
                  <a:cubicBezTo>
                    <a:pt x="19" y="91"/>
                    <a:pt x="11" y="91"/>
                    <a:pt x="3" y="91"/>
                  </a:cubicBezTo>
                  <a:cubicBezTo>
                    <a:pt x="2" y="91"/>
                    <a:pt x="1" y="90"/>
                    <a:pt x="1" y="89"/>
                  </a:cubicBezTo>
                  <a:cubicBezTo>
                    <a:pt x="2" y="86"/>
                    <a:pt x="0" y="84"/>
                    <a:pt x="2" y="82"/>
                  </a:cubicBezTo>
                  <a:cubicBezTo>
                    <a:pt x="3" y="81"/>
                    <a:pt x="6" y="82"/>
                    <a:pt x="8" y="82"/>
                  </a:cubicBezTo>
                  <a:cubicBezTo>
                    <a:pt x="15" y="82"/>
                    <a:pt x="21" y="82"/>
                    <a:pt x="27" y="82"/>
                  </a:cubicBezTo>
                  <a:cubicBezTo>
                    <a:pt x="28" y="82"/>
                    <a:pt x="29" y="81"/>
                    <a:pt x="29" y="80"/>
                  </a:cubicBezTo>
                  <a:cubicBezTo>
                    <a:pt x="29" y="75"/>
                    <a:pt x="29" y="70"/>
                    <a:pt x="29" y="66"/>
                  </a:cubicBezTo>
                  <a:cubicBezTo>
                    <a:pt x="29" y="64"/>
                    <a:pt x="28" y="63"/>
                    <a:pt x="27" y="63"/>
                  </a:cubicBezTo>
                  <a:cubicBezTo>
                    <a:pt x="19" y="64"/>
                    <a:pt x="11" y="63"/>
                    <a:pt x="3" y="64"/>
                  </a:cubicBezTo>
                  <a:cubicBezTo>
                    <a:pt x="2" y="64"/>
                    <a:pt x="1" y="63"/>
                    <a:pt x="1" y="61"/>
                  </a:cubicBezTo>
                  <a:cubicBezTo>
                    <a:pt x="2" y="59"/>
                    <a:pt x="0" y="56"/>
                    <a:pt x="2" y="55"/>
                  </a:cubicBezTo>
                  <a:cubicBezTo>
                    <a:pt x="3" y="53"/>
                    <a:pt x="6" y="54"/>
                    <a:pt x="8" y="54"/>
                  </a:cubicBezTo>
                  <a:cubicBezTo>
                    <a:pt x="14" y="54"/>
                    <a:pt x="21" y="54"/>
                    <a:pt x="27" y="54"/>
                  </a:cubicBezTo>
                  <a:cubicBezTo>
                    <a:pt x="28" y="54"/>
                    <a:pt x="29" y="54"/>
                    <a:pt x="29" y="53"/>
                  </a:cubicBezTo>
                  <a:cubicBezTo>
                    <a:pt x="29" y="48"/>
                    <a:pt x="29" y="43"/>
                    <a:pt x="29" y="38"/>
                  </a:cubicBezTo>
                  <a:cubicBezTo>
                    <a:pt x="29" y="36"/>
                    <a:pt x="28" y="36"/>
                    <a:pt x="27" y="36"/>
                  </a:cubicBezTo>
                  <a:cubicBezTo>
                    <a:pt x="19" y="36"/>
                    <a:pt x="11" y="36"/>
                    <a:pt x="4" y="36"/>
                  </a:cubicBezTo>
                  <a:cubicBezTo>
                    <a:pt x="2" y="36"/>
                    <a:pt x="1" y="36"/>
                    <a:pt x="1" y="34"/>
                  </a:cubicBezTo>
                  <a:cubicBezTo>
                    <a:pt x="1" y="32"/>
                    <a:pt x="1" y="31"/>
                    <a:pt x="1" y="29"/>
                  </a:cubicBezTo>
                  <a:cubicBezTo>
                    <a:pt x="1" y="27"/>
                    <a:pt x="2" y="27"/>
                    <a:pt x="4" y="27"/>
                  </a:cubicBezTo>
                  <a:cubicBezTo>
                    <a:pt x="11" y="27"/>
                    <a:pt x="19" y="27"/>
                    <a:pt x="26" y="27"/>
                  </a:cubicBezTo>
                  <a:cubicBezTo>
                    <a:pt x="28" y="27"/>
                    <a:pt x="29" y="27"/>
                    <a:pt x="29" y="25"/>
                  </a:cubicBezTo>
                  <a:cubicBezTo>
                    <a:pt x="29" y="20"/>
                    <a:pt x="29" y="16"/>
                    <a:pt x="29" y="11"/>
                  </a:cubicBezTo>
                  <a:cubicBezTo>
                    <a:pt x="29" y="9"/>
                    <a:pt x="28" y="9"/>
                    <a:pt x="26" y="9"/>
                  </a:cubicBezTo>
                  <a:cubicBezTo>
                    <a:pt x="19" y="9"/>
                    <a:pt x="11" y="9"/>
                    <a:pt x="4" y="9"/>
                  </a:cubicBezTo>
                  <a:cubicBezTo>
                    <a:pt x="2" y="9"/>
                    <a:pt x="1" y="8"/>
                    <a:pt x="1" y="7"/>
                  </a:cubicBezTo>
                  <a:cubicBezTo>
                    <a:pt x="1" y="5"/>
                    <a:pt x="1" y="3"/>
                    <a:pt x="1" y="2"/>
                  </a:cubicBezTo>
                  <a:cubicBezTo>
                    <a:pt x="1" y="0"/>
                    <a:pt x="2" y="0"/>
                    <a:pt x="3" y="0"/>
                  </a:cubicBezTo>
                  <a:cubicBezTo>
                    <a:pt x="17" y="0"/>
                    <a:pt x="30" y="0"/>
                    <a:pt x="43" y="0"/>
                  </a:cubicBezTo>
                  <a:cubicBezTo>
                    <a:pt x="55" y="0"/>
                    <a:pt x="67" y="0"/>
                    <a:pt x="79" y="0"/>
                  </a:cubicBezTo>
                  <a:cubicBezTo>
                    <a:pt x="83" y="0"/>
                    <a:pt x="83" y="0"/>
                    <a:pt x="83" y="4"/>
                  </a:cubicBezTo>
                  <a:cubicBezTo>
                    <a:pt x="83" y="27"/>
                    <a:pt x="83" y="50"/>
                    <a:pt x="83" y="7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29" name="Freeform 14">
              <a:extLst>
                <a:ext uri="{FF2B5EF4-FFF2-40B4-BE49-F238E27FC236}">
                  <a16:creationId xmlns:a16="http://schemas.microsoft.com/office/drawing/2014/main" id="{5DE17DFB-20A2-C7CA-1F3D-69D0C23E5EFB}"/>
                </a:ext>
              </a:extLst>
            </p:cNvPr>
            <p:cNvSpPr>
              <a:spLocks/>
            </p:cNvSpPr>
            <p:nvPr/>
          </p:nvSpPr>
          <p:spPr bwMode="auto">
            <a:xfrm>
              <a:off x="735013" y="866775"/>
              <a:ext cx="120650" cy="161925"/>
            </a:xfrm>
            <a:custGeom>
              <a:avLst/>
              <a:gdLst>
                <a:gd name="T0" fmla="*/ 69 w 70"/>
                <a:gd name="T1" fmla="*/ 1 h 94"/>
                <a:gd name="T2" fmla="*/ 46 w 70"/>
                <a:gd name="T3" fmla="*/ 46 h 94"/>
                <a:gd name="T4" fmla="*/ 47 w 70"/>
                <a:gd name="T5" fmla="*/ 49 h 94"/>
                <a:gd name="T6" fmla="*/ 69 w 70"/>
                <a:gd name="T7" fmla="*/ 92 h 94"/>
                <a:gd name="T8" fmla="*/ 70 w 70"/>
                <a:gd name="T9" fmla="*/ 94 h 94"/>
                <a:gd name="T10" fmla="*/ 50 w 70"/>
                <a:gd name="T11" fmla="*/ 93 h 94"/>
                <a:gd name="T12" fmla="*/ 48 w 70"/>
                <a:gd name="T13" fmla="*/ 92 h 94"/>
                <a:gd name="T14" fmla="*/ 36 w 70"/>
                <a:gd name="T15" fmla="*/ 64 h 94"/>
                <a:gd name="T16" fmla="*/ 34 w 70"/>
                <a:gd name="T17" fmla="*/ 58 h 94"/>
                <a:gd name="T18" fmla="*/ 20 w 70"/>
                <a:gd name="T19" fmla="*/ 89 h 94"/>
                <a:gd name="T20" fmla="*/ 16 w 70"/>
                <a:gd name="T21" fmla="*/ 91 h 94"/>
                <a:gd name="T22" fmla="*/ 0 w 70"/>
                <a:gd name="T23" fmla="*/ 90 h 94"/>
                <a:gd name="T24" fmla="*/ 1 w 70"/>
                <a:gd name="T25" fmla="*/ 88 h 94"/>
                <a:gd name="T26" fmla="*/ 22 w 70"/>
                <a:gd name="T27" fmla="*/ 50 h 94"/>
                <a:gd name="T28" fmla="*/ 22 w 70"/>
                <a:gd name="T29" fmla="*/ 45 h 94"/>
                <a:gd name="T30" fmla="*/ 3 w 70"/>
                <a:gd name="T31" fmla="*/ 7 h 94"/>
                <a:gd name="T32" fmla="*/ 2 w 70"/>
                <a:gd name="T33" fmla="*/ 5 h 94"/>
                <a:gd name="T34" fmla="*/ 14 w 70"/>
                <a:gd name="T35" fmla="*/ 4 h 94"/>
                <a:gd name="T36" fmla="*/ 21 w 70"/>
                <a:gd name="T37" fmla="*/ 4 h 94"/>
                <a:gd name="T38" fmla="*/ 24 w 70"/>
                <a:gd name="T39" fmla="*/ 10 h 94"/>
                <a:gd name="T40" fmla="*/ 35 w 70"/>
                <a:gd name="T41" fmla="*/ 37 h 94"/>
                <a:gd name="T42" fmla="*/ 49 w 70"/>
                <a:gd name="T43" fmla="*/ 4 h 94"/>
                <a:gd name="T44" fmla="*/ 51 w 70"/>
                <a:gd name="T45" fmla="*/ 2 h 94"/>
                <a:gd name="T46" fmla="*/ 67 w 70"/>
                <a:gd name="T47" fmla="*/ 1 h 94"/>
                <a:gd name="T48" fmla="*/ 69 w 70"/>
                <a:gd name="T49" fmla="*/ 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0" h="94">
                  <a:moveTo>
                    <a:pt x="69" y="1"/>
                  </a:moveTo>
                  <a:cubicBezTo>
                    <a:pt x="62" y="16"/>
                    <a:pt x="54" y="31"/>
                    <a:pt x="46" y="46"/>
                  </a:cubicBezTo>
                  <a:cubicBezTo>
                    <a:pt x="46" y="47"/>
                    <a:pt x="46" y="48"/>
                    <a:pt x="47" y="49"/>
                  </a:cubicBezTo>
                  <a:cubicBezTo>
                    <a:pt x="54" y="63"/>
                    <a:pt x="62" y="77"/>
                    <a:pt x="69" y="92"/>
                  </a:cubicBezTo>
                  <a:cubicBezTo>
                    <a:pt x="70" y="92"/>
                    <a:pt x="70" y="93"/>
                    <a:pt x="70" y="94"/>
                  </a:cubicBezTo>
                  <a:cubicBezTo>
                    <a:pt x="64" y="94"/>
                    <a:pt x="57" y="94"/>
                    <a:pt x="50" y="93"/>
                  </a:cubicBezTo>
                  <a:cubicBezTo>
                    <a:pt x="49" y="93"/>
                    <a:pt x="49" y="93"/>
                    <a:pt x="48" y="92"/>
                  </a:cubicBezTo>
                  <a:cubicBezTo>
                    <a:pt x="44" y="82"/>
                    <a:pt x="40" y="73"/>
                    <a:pt x="36" y="64"/>
                  </a:cubicBezTo>
                  <a:cubicBezTo>
                    <a:pt x="35" y="62"/>
                    <a:pt x="34" y="60"/>
                    <a:pt x="34" y="58"/>
                  </a:cubicBezTo>
                  <a:cubicBezTo>
                    <a:pt x="30" y="69"/>
                    <a:pt x="25" y="79"/>
                    <a:pt x="20" y="89"/>
                  </a:cubicBezTo>
                  <a:cubicBezTo>
                    <a:pt x="19" y="91"/>
                    <a:pt x="19" y="92"/>
                    <a:pt x="16" y="91"/>
                  </a:cubicBezTo>
                  <a:cubicBezTo>
                    <a:pt x="11" y="91"/>
                    <a:pt x="6" y="91"/>
                    <a:pt x="0" y="90"/>
                  </a:cubicBezTo>
                  <a:cubicBezTo>
                    <a:pt x="0" y="89"/>
                    <a:pt x="1" y="89"/>
                    <a:pt x="1" y="88"/>
                  </a:cubicBezTo>
                  <a:cubicBezTo>
                    <a:pt x="8" y="75"/>
                    <a:pt x="15" y="62"/>
                    <a:pt x="22" y="50"/>
                  </a:cubicBezTo>
                  <a:cubicBezTo>
                    <a:pt x="22" y="48"/>
                    <a:pt x="23" y="47"/>
                    <a:pt x="22" y="45"/>
                  </a:cubicBezTo>
                  <a:cubicBezTo>
                    <a:pt x="15" y="33"/>
                    <a:pt x="9" y="20"/>
                    <a:pt x="3" y="7"/>
                  </a:cubicBezTo>
                  <a:cubicBezTo>
                    <a:pt x="3" y="6"/>
                    <a:pt x="2" y="6"/>
                    <a:pt x="2" y="5"/>
                  </a:cubicBezTo>
                  <a:cubicBezTo>
                    <a:pt x="6" y="4"/>
                    <a:pt x="10" y="4"/>
                    <a:pt x="14" y="4"/>
                  </a:cubicBezTo>
                  <a:cubicBezTo>
                    <a:pt x="17" y="4"/>
                    <a:pt x="20" y="3"/>
                    <a:pt x="21" y="4"/>
                  </a:cubicBezTo>
                  <a:cubicBezTo>
                    <a:pt x="23" y="5"/>
                    <a:pt x="23" y="8"/>
                    <a:pt x="24" y="10"/>
                  </a:cubicBezTo>
                  <a:cubicBezTo>
                    <a:pt x="28" y="19"/>
                    <a:pt x="32" y="28"/>
                    <a:pt x="35" y="37"/>
                  </a:cubicBezTo>
                  <a:cubicBezTo>
                    <a:pt x="38" y="25"/>
                    <a:pt x="44" y="15"/>
                    <a:pt x="49" y="4"/>
                  </a:cubicBezTo>
                  <a:cubicBezTo>
                    <a:pt x="49" y="2"/>
                    <a:pt x="50" y="2"/>
                    <a:pt x="51" y="2"/>
                  </a:cubicBezTo>
                  <a:cubicBezTo>
                    <a:pt x="56" y="2"/>
                    <a:pt x="62" y="1"/>
                    <a:pt x="67" y="1"/>
                  </a:cubicBezTo>
                  <a:cubicBezTo>
                    <a:pt x="68" y="1"/>
                    <a:pt x="69" y="0"/>
                    <a:pt x="69" y="1"/>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30" name="Freeform 15">
              <a:extLst>
                <a:ext uri="{FF2B5EF4-FFF2-40B4-BE49-F238E27FC236}">
                  <a16:creationId xmlns:a16="http://schemas.microsoft.com/office/drawing/2014/main" id="{90ECD22C-9AFA-6820-EB9F-789A4E11C594}"/>
                </a:ext>
              </a:extLst>
            </p:cNvPr>
            <p:cNvSpPr>
              <a:spLocks/>
            </p:cNvSpPr>
            <p:nvPr/>
          </p:nvSpPr>
          <p:spPr bwMode="auto">
            <a:xfrm>
              <a:off x="849313" y="866775"/>
              <a:ext cx="4762" cy="1588"/>
            </a:xfrm>
            <a:custGeom>
              <a:avLst/>
              <a:gdLst>
                <a:gd name="T0" fmla="*/ 2 w 2"/>
                <a:gd name="T1" fmla="*/ 1 h 1"/>
                <a:gd name="T2" fmla="*/ 0 w 2"/>
                <a:gd name="T3" fmla="*/ 1 h 1"/>
                <a:gd name="T4" fmla="*/ 2 w 2"/>
                <a:gd name="T5" fmla="*/ 1 h 1"/>
              </a:gdLst>
              <a:ahLst/>
              <a:cxnLst>
                <a:cxn ang="0">
                  <a:pos x="T0" y="T1"/>
                </a:cxn>
                <a:cxn ang="0">
                  <a:pos x="T2" y="T3"/>
                </a:cxn>
                <a:cxn ang="0">
                  <a:pos x="T4" y="T5"/>
                </a:cxn>
              </a:cxnLst>
              <a:rect l="0" t="0" r="r" b="b"/>
              <a:pathLst>
                <a:path w="2" h="1">
                  <a:moveTo>
                    <a:pt x="2" y="1"/>
                  </a:moveTo>
                  <a:cubicBezTo>
                    <a:pt x="2" y="0"/>
                    <a:pt x="1" y="1"/>
                    <a:pt x="0" y="1"/>
                  </a:cubicBezTo>
                  <a:cubicBezTo>
                    <a:pt x="2" y="0"/>
                    <a:pt x="2" y="0"/>
                    <a:pt x="2" y="1"/>
                  </a:cubicBezTo>
                  <a:close/>
                </a:path>
              </a:pathLst>
            </a:custGeom>
            <a:solidFill>
              <a:srgbClr val="63B5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31" name="Freeform 16">
              <a:extLst>
                <a:ext uri="{FF2B5EF4-FFF2-40B4-BE49-F238E27FC236}">
                  <a16:creationId xmlns:a16="http://schemas.microsoft.com/office/drawing/2014/main" id="{91D5AD78-43BB-955F-893A-78CF0E407436}"/>
                </a:ext>
              </a:extLst>
            </p:cNvPr>
            <p:cNvSpPr>
              <a:spLocks/>
            </p:cNvSpPr>
            <p:nvPr/>
          </p:nvSpPr>
          <p:spPr bwMode="auto">
            <a:xfrm>
              <a:off x="973138" y="839787"/>
              <a:ext cx="61912" cy="30163"/>
            </a:xfrm>
            <a:custGeom>
              <a:avLst/>
              <a:gdLst>
                <a:gd name="T0" fmla="*/ 18 w 36"/>
                <a:gd name="T1" fmla="*/ 18 h 18"/>
                <a:gd name="T2" fmla="*/ 2 w 36"/>
                <a:gd name="T3" fmla="*/ 18 h 18"/>
                <a:gd name="T4" fmla="*/ 0 w 36"/>
                <a:gd name="T5" fmla="*/ 16 h 18"/>
                <a:gd name="T6" fmla="*/ 0 w 36"/>
                <a:gd name="T7" fmla="*/ 2 h 18"/>
                <a:gd name="T8" fmla="*/ 1 w 36"/>
                <a:gd name="T9" fmla="*/ 0 h 18"/>
                <a:gd name="T10" fmla="*/ 35 w 36"/>
                <a:gd name="T11" fmla="*/ 0 h 18"/>
                <a:gd name="T12" fmla="*/ 36 w 36"/>
                <a:gd name="T13" fmla="*/ 2 h 18"/>
                <a:gd name="T14" fmla="*/ 36 w 36"/>
                <a:gd name="T15" fmla="*/ 16 h 18"/>
                <a:gd name="T16" fmla="*/ 34 w 36"/>
                <a:gd name="T17" fmla="*/ 18 h 18"/>
                <a:gd name="T18" fmla="*/ 18 w 36"/>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8">
                  <a:moveTo>
                    <a:pt x="18" y="18"/>
                  </a:moveTo>
                  <a:cubicBezTo>
                    <a:pt x="13" y="18"/>
                    <a:pt x="7" y="18"/>
                    <a:pt x="2" y="18"/>
                  </a:cubicBezTo>
                  <a:cubicBezTo>
                    <a:pt x="0" y="18"/>
                    <a:pt x="0" y="18"/>
                    <a:pt x="0" y="16"/>
                  </a:cubicBezTo>
                  <a:cubicBezTo>
                    <a:pt x="0" y="11"/>
                    <a:pt x="0" y="6"/>
                    <a:pt x="0" y="2"/>
                  </a:cubicBezTo>
                  <a:cubicBezTo>
                    <a:pt x="0" y="0"/>
                    <a:pt x="0" y="0"/>
                    <a:pt x="1" y="0"/>
                  </a:cubicBezTo>
                  <a:cubicBezTo>
                    <a:pt x="12" y="0"/>
                    <a:pt x="23" y="0"/>
                    <a:pt x="35" y="0"/>
                  </a:cubicBezTo>
                  <a:cubicBezTo>
                    <a:pt x="36" y="0"/>
                    <a:pt x="36" y="0"/>
                    <a:pt x="36" y="2"/>
                  </a:cubicBezTo>
                  <a:cubicBezTo>
                    <a:pt x="36" y="6"/>
                    <a:pt x="36" y="11"/>
                    <a:pt x="36" y="16"/>
                  </a:cubicBezTo>
                  <a:cubicBezTo>
                    <a:pt x="36" y="18"/>
                    <a:pt x="36" y="18"/>
                    <a:pt x="34" y="18"/>
                  </a:cubicBezTo>
                  <a:cubicBezTo>
                    <a:pt x="29" y="18"/>
                    <a:pt x="24" y="18"/>
                    <a:pt x="18" y="18"/>
                  </a:cubicBezTo>
                  <a:close/>
                </a:path>
              </a:pathLst>
            </a:custGeom>
            <a:solidFill>
              <a:srgbClr val="0085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72" name="Freeform 17">
              <a:extLst>
                <a:ext uri="{FF2B5EF4-FFF2-40B4-BE49-F238E27FC236}">
                  <a16:creationId xmlns:a16="http://schemas.microsoft.com/office/drawing/2014/main" id="{DD29B966-B4DA-2F27-320B-801497723685}"/>
                </a:ext>
              </a:extLst>
            </p:cNvPr>
            <p:cNvSpPr>
              <a:spLocks/>
            </p:cNvSpPr>
            <p:nvPr/>
          </p:nvSpPr>
          <p:spPr bwMode="auto">
            <a:xfrm>
              <a:off x="973138" y="885825"/>
              <a:ext cx="61912" cy="31750"/>
            </a:xfrm>
            <a:custGeom>
              <a:avLst/>
              <a:gdLst>
                <a:gd name="T0" fmla="*/ 18 w 36"/>
                <a:gd name="T1" fmla="*/ 0 h 18"/>
                <a:gd name="T2" fmla="*/ 34 w 36"/>
                <a:gd name="T3" fmla="*/ 0 h 18"/>
                <a:gd name="T4" fmla="*/ 36 w 36"/>
                <a:gd name="T5" fmla="*/ 2 h 18"/>
                <a:gd name="T6" fmla="*/ 36 w 36"/>
                <a:gd name="T7" fmla="*/ 17 h 18"/>
                <a:gd name="T8" fmla="*/ 34 w 36"/>
                <a:gd name="T9" fmla="*/ 18 h 18"/>
                <a:gd name="T10" fmla="*/ 2 w 36"/>
                <a:gd name="T11" fmla="*/ 18 h 18"/>
                <a:gd name="T12" fmla="*/ 0 w 36"/>
                <a:gd name="T13" fmla="*/ 16 h 18"/>
                <a:gd name="T14" fmla="*/ 0 w 36"/>
                <a:gd name="T15" fmla="*/ 2 h 18"/>
                <a:gd name="T16" fmla="*/ 2 w 36"/>
                <a:gd name="T17" fmla="*/ 0 h 18"/>
                <a:gd name="T18" fmla="*/ 18 w 36"/>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8">
                  <a:moveTo>
                    <a:pt x="18" y="0"/>
                  </a:moveTo>
                  <a:cubicBezTo>
                    <a:pt x="23" y="0"/>
                    <a:pt x="29" y="0"/>
                    <a:pt x="34" y="0"/>
                  </a:cubicBezTo>
                  <a:cubicBezTo>
                    <a:pt x="36" y="0"/>
                    <a:pt x="36" y="0"/>
                    <a:pt x="36" y="2"/>
                  </a:cubicBezTo>
                  <a:cubicBezTo>
                    <a:pt x="36" y="7"/>
                    <a:pt x="36" y="12"/>
                    <a:pt x="36" y="17"/>
                  </a:cubicBezTo>
                  <a:cubicBezTo>
                    <a:pt x="36" y="18"/>
                    <a:pt x="36" y="18"/>
                    <a:pt x="34" y="18"/>
                  </a:cubicBezTo>
                  <a:cubicBezTo>
                    <a:pt x="23" y="18"/>
                    <a:pt x="13" y="18"/>
                    <a:pt x="2" y="18"/>
                  </a:cubicBezTo>
                  <a:cubicBezTo>
                    <a:pt x="0" y="18"/>
                    <a:pt x="0" y="18"/>
                    <a:pt x="0" y="16"/>
                  </a:cubicBezTo>
                  <a:cubicBezTo>
                    <a:pt x="0" y="12"/>
                    <a:pt x="0" y="7"/>
                    <a:pt x="0" y="2"/>
                  </a:cubicBezTo>
                  <a:cubicBezTo>
                    <a:pt x="0" y="0"/>
                    <a:pt x="0" y="0"/>
                    <a:pt x="2" y="0"/>
                  </a:cubicBezTo>
                  <a:cubicBezTo>
                    <a:pt x="7" y="0"/>
                    <a:pt x="13" y="0"/>
                    <a:pt x="18" y="0"/>
                  </a:cubicBezTo>
                  <a:close/>
                </a:path>
              </a:pathLst>
            </a:custGeom>
            <a:solidFill>
              <a:srgbClr val="0085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73" name="Freeform 18">
              <a:extLst>
                <a:ext uri="{FF2B5EF4-FFF2-40B4-BE49-F238E27FC236}">
                  <a16:creationId xmlns:a16="http://schemas.microsoft.com/office/drawing/2014/main" id="{947FC105-0BD8-0FE6-734C-6EE2BB6A6571}"/>
                </a:ext>
              </a:extLst>
            </p:cNvPr>
            <p:cNvSpPr>
              <a:spLocks/>
            </p:cNvSpPr>
            <p:nvPr/>
          </p:nvSpPr>
          <p:spPr bwMode="auto">
            <a:xfrm>
              <a:off x="973138" y="931862"/>
              <a:ext cx="61912" cy="33338"/>
            </a:xfrm>
            <a:custGeom>
              <a:avLst/>
              <a:gdLst>
                <a:gd name="T0" fmla="*/ 18 w 36"/>
                <a:gd name="T1" fmla="*/ 19 h 19"/>
                <a:gd name="T2" fmla="*/ 2 w 36"/>
                <a:gd name="T3" fmla="*/ 19 h 19"/>
                <a:gd name="T4" fmla="*/ 0 w 36"/>
                <a:gd name="T5" fmla="*/ 17 h 19"/>
                <a:gd name="T6" fmla="*/ 0 w 36"/>
                <a:gd name="T7" fmla="*/ 2 h 19"/>
                <a:gd name="T8" fmla="*/ 2 w 36"/>
                <a:gd name="T9" fmla="*/ 0 h 19"/>
                <a:gd name="T10" fmla="*/ 34 w 36"/>
                <a:gd name="T11" fmla="*/ 0 h 19"/>
                <a:gd name="T12" fmla="*/ 36 w 36"/>
                <a:gd name="T13" fmla="*/ 3 h 19"/>
                <a:gd name="T14" fmla="*/ 36 w 36"/>
                <a:gd name="T15" fmla="*/ 17 h 19"/>
                <a:gd name="T16" fmla="*/ 34 w 36"/>
                <a:gd name="T17" fmla="*/ 19 h 19"/>
                <a:gd name="T18" fmla="*/ 18 w 36"/>
                <a:gd name="T19"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9">
                  <a:moveTo>
                    <a:pt x="18" y="19"/>
                  </a:moveTo>
                  <a:cubicBezTo>
                    <a:pt x="13" y="19"/>
                    <a:pt x="7" y="19"/>
                    <a:pt x="2" y="19"/>
                  </a:cubicBezTo>
                  <a:cubicBezTo>
                    <a:pt x="0" y="19"/>
                    <a:pt x="0" y="18"/>
                    <a:pt x="0" y="17"/>
                  </a:cubicBezTo>
                  <a:cubicBezTo>
                    <a:pt x="0" y="12"/>
                    <a:pt x="0" y="7"/>
                    <a:pt x="0" y="2"/>
                  </a:cubicBezTo>
                  <a:cubicBezTo>
                    <a:pt x="0" y="1"/>
                    <a:pt x="0" y="0"/>
                    <a:pt x="2" y="0"/>
                  </a:cubicBezTo>
                  <a:cubicBezTo>
                    <a:pt x="13" y="1"/>
                    <a:pt x="23" y="1"/>
                    <a:pt x="34" y="0"/>
                  </a:cubicBezTo>
                  <a:cubicBezTo>
                    <a:pt x="36" y="0"/>
                    <a:pt x="36" y="1"/>
                    <a:pt x="36" y="3"/>
                  </a:cubicBezTo>
                  <a:cubicBezTo>
                    <a:pt x="36" y="7"/>
                    <a:pt x="36" y="12"/>
                    <a:pt x="36" y="17"/>
                  </a:cubicBezTo>
                  <a:cubicBezTo>
                    <a:pt x="36" y="18"/>
                    <a:pt x="36" y="19"/>
                    <a:pt x="34" y="19"/>
                  </a:cubicBezTo>
                  <a:cubicBezTo>
                    <a:pt x="29" y="19"/>
                    <a:pt x="23" y="19"/>
                    <a:pt x="18" y="19"/>
                  </a:cubicBezTo>
                  <a:close/>
                </a:path>
              </a:pathLst>
            </a:custGeom>
            <a:solidFill>
              <a:srgbClr val="0085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74" name="Freeform 19">
              <a:extLst>
                <a:ext uri="{FF2B5EF4-FFF2-40B4-BE49-F238E27FC236}">
                  <a16:creationId xmlns:a16="http://schemas.microsoft.com/office/drawing/2014/main" id="{19381D6E-3D3A-0948-7328-7381EA15DF7D}"/>
                </a:ext>
              </a:extLst>
            </p:cNvPr>
            <p:cNvSpPr>
              <a:spLocks/>
            </p:cNvSpPr>
            <p:nvPr/>
          </p:nvSpPr>
          <p:spPr bwMode="auto">
            <a:xfrm>
              <a:off x="973138" y="981075"/>
              <a:ext cx="61912" cy="30163"/>
            </a:xfrm>
            <a:custGeom>
              <a:avLst/>
              <a:gdLst>
                <a:gd name="T0" fmla="*/ 18 w 36"/>
                <a:gd name="T1" fmla="*/ 18 h 18"/>
                <a:gd name="T2" fmla="*/ 2 w 36"/>
                <a:gd name="T3" fmla="*/ 18 h 18"/>
                <a:gd name="T4" fmla="*/ 0 w 36"/>
                <a:gd name="T5" fmla="*/ 16 h 18"/>
                <a:gd name="T6" fmla="*/ 0 w 36"/>
                <a:gd name="T7" fmla="*/ 2 h 18"/>
                <a:gd name="T8" fmla="*/ 2 w 36"/>
                <a:gd name="T9" fmla="*/ 0 h 18"/>
                <a:gd name="T10" fmla="*/ 34 w 36"/>
                <a:gd name="T11" fmla="*/ 0 h 18"/>
                <a:gd name="T12" fmla="*/ 36 w 36"/>
                <a:gd name="T13" fmla="*/ 2 h 18"/>
                <a:gd name="T14" fmla="*/ 36 w 36"/>
                <a:gd name="T15" fmla="*/ 16 h 18"/>
                <a:gd name="T16" fmla="*/ 34 w 36"/>
                <a:gd name="T17" fmla="*/ 18 h 18"/>
                <a:gd name="T18" fmla="*/ 18 w 36"/>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8">
                  <a:moveTo>
                    <a:pt x="18" y="18"/>
                  </a:moveTo>
                  <a:cubicBezTo>
                    <a:pt x="13" y="18"/>
                    <a:pt x="7" y="18"/>
                    <a:pt x="2" y="18"/>
                  </a:cubicBezTo>
                  <a:cubicBezTo>
                    <a:pt x="0" y="18"/>
                    <a:pt x="0" y="18"/>
                    <a:pt x="0" y="16"/>
                  </a:cubicBezTo>
                  <a:cubicBezTo>
                    <a:pt x="0" y="11"/>
                    <a:pt x="0" y="7"/>
                    <a:pt x="0" y="2"/>
                  </a:cubicBezTo>
                  <a:cubicBezTo>
                    <a:pt x="0" y="0"/>
                    <a:pt x="0" y="0"/>
                    <a:pt x="2" y="0"/>
                  </a:cubicBezTo>
                  <a:cubicBezTo>
                    <a:pt x="13" y="0"/>
                    <a:pt x="23" y="0"/>
                    <a:pt x="34" y="0"/>
                  </a:cubicBezTo>
                  <a:cubicBezTo>
                    <a:pt x="36" y="0"/>
                    <a:pt x="36" y="0"/>
                    <a:pt x="36" y="2"/>
                  </a:cubicBezTo>
                  <a:cubicBezTo>
                    <a:pt x="36" y="7"/>
                    <a:pt x="36" y="11"/>
                    <a:pt x="36" y="16"/>
                  </a:cubicBezTo>
                  <a:cubicBezTo>
                    <a:pt x="36" y="18"/>
                    <a:pt x="36" y="18"/>
                    <a:pt x="34" y="18"/>
                  </a:cubicBezTo>
                  <a:cubicBezTo>
                    <a:pt x="29" y="18"/>
                    <a:pt x="23" y="18"/>
                    <a:pt x="18" y="18"/>
                  </a:cubicBezTo>
                  <a:close/>
                </a:path>
              </a:pathLst>
            </a:custGeom>
            <a:solidFill>
              <a:srgbClr val="0085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75" name="Freeform 20">
              <a:extLst>
                <a:ext uri="{FF2B5EF4-FFF2-40B4-BE49-F238E27FC236}">
                  <a16:creationId xmlns:a16="http://schemas.microsoft.com/office/drawing/2014/main" id="{997C7FE8-0B80-217B-5937-72B946A97E1D}"/>
                </a:ext>
              </a:extLst>
            </p:cNvPr>
            <p:cNvSpPr>
              <a:spLocks/>
            </p:cNvSpPr>
            <p:nvPr/>
          </p:nvSpPr>
          <p:spPr bwMode="auto">
            <a:xfrm>
              <a:off x="973138" y="1027112"/>
              <a:ext cx="61912" cy="30163"/>
            </a:xfrm>
            <a:custGeom>
              <a:avLst/>
              <a:gdLst>
                <a:gd name="T0" fmla="*/ 18 w 36"/>
                <a:gd name="T1" fmla="*/ 18 h 18"/>
                <a:gd name="T2" fmla="*/ 2 w 36"/>
                <a:gd name="T3" fmla="*/ 18 h 18"/>
                <a:gd name="T4" fmla="*/ 0 w 36"/>
                <a:gd name="T5" fmla="*/ 17 h 18"/>
                <a:gd name="T6" fmla="*/ 0 w 36"/>
                <a:gd name="T7" fmla="*/ 2 h 18"/>
                <a:gd name="T8" fmla="*/ 2 w 36"/>
                <a:gd name="T9" fmla="*/ 0 h 18"/>
                <a:gd name="T10" fmla="*/ 34 w 36"/>
                <a:gd name="T11" fmla="*/ 0 h 18"/>
                <a:gd name="T12" fmla="*/ 36 w 36"/>
                <a:gd name="T13" fmla="*/ 2 h 18"/>
                <a:gd name="T14" fmla="*/ 36 w 36"/>
                <a:gd name="T15" fmla="*/ 17 h 18"/>
                <a:gd name="T16" fmla="*/ 34 w 36"/>
                <a:gd name="T17" fmla="*/ 18 h 18"/>
                <a:gd name="T18" fmla="*/ 18 w 36"/>
                <a:gd name="T19"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8">
                  <a:moveTo>
                    <a:pt x="18" y="18"/>
                  </a:moveTo>
                  <a:cubicBezTo>
                    <a:pt x="13" y="18"/>
                    <a:pt x="7" y="18"/>
                    <a:pt x="2" y="18"/>
                  </a:cubicBezTo>
                  <a:cubicBezTo>
                    <a:pt x="0" y="18"/>
                    <a:pt x="0" y="18"/>
                    <a:pt x="0" y="17"/>
                  </a:cubicBezTo>
                  <a:cubicBezTo>
                    <a:pt x="0" y="12"/>
                    <a:pt x="0" y="7"/>
                    <a:pt x="0" y="2"/>
                  </a:cubicBezTo>
                  <a:cubicBezTo>
                    <a:pt x="0" y="1"/>
                    <a:pt x="0" y="0"/>
                    <a:pt x="2" y="0"/>
                  </a:cubicBezTo>
                  <a:cubicBezTo>
                    <a:pt x="13" y="0"/>
                    <a:pt x="23" y="0"/>
                    <a:pt x="34" y="0"/>
                  </a:cubicBezTo>
                  <a:cubicBezTo>
                    <a:pt x="36" y="0"/>
                    <a:pt x="36" y="1"/>
                    <a:pt x="36" y="2"/>
                  </a:cubicBezTo>
                  <a:cubicBezTo>
                    <a:pt x="36" y="7"/>
                    <a:pt x="36" y="12"/>
                    <a:pt x="36" y="17"/>
                  </a:cubicBezTo>
                  <a:cubicBezTo>
                    <a:pt x="36" y="18"/>
                    <a:pt x="36" y="18"/>
                    <a:pt x="34" y="18"/>
                  </a:cubicBezTo>
                  <a:cubicBezTo>
                    <a:pt x="29" y="18"/>
                    <a:pt x="23" y="18"/>
                    <a:pt x="18" y="18"/>
                  </a:cubicBezTo>
                  <a:close/>
                </a:path>
              </a:pathLst>
            </a:custGeom>
            <a:solidFill>
              <a:srgbClr val="0085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76" name="グループ化 75">
            <a:extLst>
              <a:ext uri="{FF2B5EF4-FFF2-40B4-BE49-F238E27FC236}">
                <a16:creationId xmlns:a16="http://schemas.microsoft.com/office/drawing/2014/main" id="{E6D9393F-793E-66EB-3E88-A9B314A2B964}"/>
              </a:ext>
            </a:extLst>
          </p:cNvPr>
          <p:cNvGrpSpPr/>
          <p:nvPr/>
        </p:nvGrpSpPr>
        <p:grpSpPr>
          <a:xfrm>
            <a:off x="10320152" y="4103945"/>
            <a:ext cx="355692" cy="352312"/>
            <a:chOff x="3810000" y="741362"/>
            <a:chExt cx="420687" cy="420688"/>
          </a:xfrm>
        </p:grpSpPr>
        <p:sp>
          <p:nvSpPr>
            <p:cNvPr id="77" name="Freeform 48">
              <a:extLst>
                <a:ext uri="{FF2B5EF4-FFF2-40B4-BE49-F238E27FC236}">
                  <a16:creationId xmlns:a16="http://schemas.microsoft.com/office/drawing/2014/main" id="{EED72DF3-E132-5757-B342-8DB7E99214D7}"/>
                </a:ext>
              </a:extLst>
            </p:cNvPr>
            <p:cNvSpPr>
              <a:spLocks/>
            </p:cNvSpPr>
            <p:nvPr/>
          </p:nvSpPr>
          <p:spPr bwMode="auto">
            <a:xfrm>
              <a:off x="3810000" y="741362"/>
              <a:ext cx="420687" cy="420688"/>
            </a:xfrm>
            <a:custGeom>
              <a:avLst/>
              <a:gdLst>
                <a:gd name="T0" fmla="*/ 192 w 245"/>
                <a:gd name="T1" fmla="*/ 190 h 245"/>
                <a:gd name="T2" fmla="*/ 146 w 245"/>
                <a:gd name="T3" fmla="*/ 190 h 245"/>
                <a:gd name="T4" fmla="*/ 143 w 245"/>
                <a:gd name="T5" fmla="*/ 193 h 245"/>
                <a:gd name="T6" fmla="*/ 144 w 245"/>
                <a:gd name="T7" fmla="*/ 242 h 245"/>
                <a:gd name="T8" fmla="*/ 141 w 245"/>
                <a:gd name="T9" fmla="*/ 244 h 245"/>
                <a:gd name="T10" fmla="*/ 32 w 245"/>
                <a:gd name="T11" fmla="*/ 226 h 245"/>
                <a:gd name="T12" fmla="*/ 2 w 245"/>
                <a:gd name="T13" fmla="*/ 221 h 245"/>
                <a:gd name="T14" fmla="*/ 0 w 245"/>
                <a:gd name="T15" fmla="*/ 218 h 245"/>
                <a:gd name="T16" fmla="*/ 0 w 245"/>
                <a:gd name="T17" fmla="*/ 28 h 245"/>
                <a:gd name="T18" fmla="*/ 2 w 245"/>
                <a:gd name="T19" fmla="*/ 25 h 245"/>
                <a:gd name="T20" fmla="*/ 116 w 245"/>
                <a:gd name="T21" fmla="*/ 5 h 245"/>
                <a:gd name="T22" fmla="*/ 141 w 245"/>
                <a:gd name="T23" fmla="*/ 0 h 245"/>
                <a:gd name="T24" fmla="*/ 144 w 245"/>
                <a:gd name="T25" fmla="*/ 2 h 245"/>
                <a:gd name="T26" fmla="*/ 143 w 245"/>
                <a:gd name="T27" fmla="*/ 56 h 245"/>
                <a:gd name="T28" fmla="*/ 146 w 245"/>
                <a:gd name="T29" fmla="*/ 59 h 245"/>
                <a:gd name="T30" fmla="*/ 236 w 245"/>
                <a:gd name="T31" fmla="*/ 59 h 245"/>
                <a:gd name="T32" fmla="*/ 241 w 245"/>
                <a:gd name="T33" fmla="*/ 59 h 245"/>
                <a:gd name="T34" fmla="*/ 245 w 245"/>
                <a:gd name="T35" fmla="*/ 65 h 245"/>
                <a:gd name="T36" fmla="*/ 245 w 245"/>
                <a:gd name="T37" fmla="*/ 67 h 245"/>
                <a:gd name="T38" fmla="*/ 245 w 245"/>
                <a:gd name="T39" fmla="*/ 182 h 245"/>
                <a:gd name="T40" fmla="*/ 237 w 245"/>
                <a:gd name="T41" fmla="*/ 190 h 245"/>
                <a:gd name="T42" fmla="*/ 192 w 245"/>
                <a:gd name="T43" fmla="*/ 19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5" h="245">
                  <a:moveTo>
                    <a:pt x="192" y="190"/>
                  </a:moveTo>
                  <a:cubicBezTo>
                    <a:pt x="176" y="190"/>
                    <a:pt x="161" y="190"/>
                    <a:pt x="146" y="190"/>
                  </a:cubicBezTo>
                  <a:cubicBezTo>
                    <a:pt x="144" y="190"/>
                    <a:pt x="143" y="191"/>
                    <a:pt x="143" y="193"/>
                  </a:cubicBezTo>
                  <a:cubicBezTo>
                    <a:pt x="144" y="209"/>
                    <a:pt x="143" y="226"/>
                    <a:pt x="144" y="242"/>
                  </a:cubicBezTo>
                  <a:cubicBezTo>
                    <a:pt x="144" y="245"/>
                    <a:pt x="143" y="245"/>
                    <a:pt x="141" y="244"/>
                  </a:cubicBezTo>
                  <a:cubicBezTo>
                    <a:pt x="105" y="238"/>
                    <a:pt x="68" y="232"/>
                    <a:pt x="32" y="226"/>
                  </a:cubicBezTo>
                  <a:cubicBezTo>
                    <a:pt x="22" y="224"/>
                    <a:pt x="12" y="222"/>
                    <a:pt x="2" y="221"/>
                  </a:cubicBezTo>
                  <a:cubicBezTo>
                    <a:pt x="1" y="221"/>
                    <a:pt x="0" y="220"/>
                    <a:pt x="0" y="218"/>
                  </a:cubicBezTo>
                  <a:cubicBezTo>
                    <a:pt x="0" y="155"/>
                    <a:pt x="0" y="91"/>
                    <a:pt x="0" y="28"/>
                  </a:cubicBezTo>
                  <a:cubicBezTo>
                    <a:pt x="0" y="26"/>
                    <a:pt x="0" y="25"/>
                    <a:pt x="2" y="25"/>
                  </a:cubicBezTo>
                  <a:cubicBezTo>
                    <a:pt x="40" y="18"/>
                    <a:pt x="78" y="12"/>
                    <a:pt x="116" y="5"/>
                  </a:cubicBezTo>
                  <a:cubicBezTo>
                    <a:pt x="124" y="3"/>
                    <a:pt x="133" y="2"/>
                    <a:pt x="141" y="0"/>
                  </a:cubicBezTo>
                  <a:cubicBezTo>
                    <a:pt x="143" y="0"/>
                    <a:pt x="144" y="1"/>
                    <a:pt x="144" y="2"/>
                  </a:cubicBezTo>
                  <a:cubicBezTo>
                    <a:pt x="143" y="20"/>
                    <a:pt x="144" y="38"/>
                    <a:pt x="143" y="56"/>
                  </a:cubicBezTo>
                  <a:cubicBezTo>
                    <a:pt x="143" y="58"/>
                    <a:pt x="144" y="59"/>
                    <a:pt x="146" y="59"/>
                  </a:cubicBezTo>
                  <a:cubicBezTo>
                    <a:pt x="176" y="59"/>
                    <a:pt x="206" y="59"/>
                    <a:pt x="236" y="59"/>
                  </a:cubicBezTo>
                  <a:cubicBezTo>
                    <a:pt x="238" y="59"/>
                    <a:pt x="239" y="59"/>
                    <a:pt x="241" y="59"/>
                  </a:cubicBezTo>
                  <a:cubicBezTo>
                    <a:pt x="243" y="60"/>
                    <a:pt x="244" y="62"/>
                    <a:pt x="245" y="65"/>
                  </a:cubicBezTo>
                  <a:cubicBezTo>
                    <a:pt x="245" y="66"/>
                    <a:pt x="245" y="67"/>
                    <a:pt x="245" y="67"/>
                  </a:cubicBezTo>
                  <a:cubicBezTo>
                    <a:pt x="245" y="106"/>
                    <a:pt x="245" y="144"/>
                    <a:pt x="245" y="182"/>
                  </a:cubicBezTo>
                  <a:cubicBezTo>
                    <a:pt x="245" y="188"/>
                    <a:pt x="243" y="190"/>
                    <a:pt x="237" y="190"/>
                  </a:cubicBezTo>
                  <a:cubicBezTo>
                    <a:pt x="222" y="190"/>
                    <a:pt x="207" y="190"/>
                    <a:pt x="192" y="190"/>
                  </a:cubicBezTo>
                  <a:close/>
                </a:path>
              </a:pathLst>
            </a:custGeom>
            <a:solidFill>
              <a:srgbClr val="2471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78" name="Freeform 49">
              <a:extLst>
                <a:ext uri="{FF2B5EF4-FFF2-40B4-BE49-F238E27FC236}">
                  <a16:creationId xmlns:a16="http://schemas.microsoft.com/office/drawing/2014/main" id="{21F3D732-B820-883B-D398-FDA6912B6A9C}"/>
                </a:ext>
              </a:extLst>
            </p:cNvPr>
            <p:cNvSpPr>
              <a:spLocks/>
            </p:cNvSpPr>
            <p:nvPr/>
          </p:nvSpPr>
          <p:spPr bwMode="auto">
            <a:xfrm>
              <a:off x="4057650" y="885825"/>
              <a:ext cx="161925" cy="168275"/>
            </a:xfrm>
            <a:custGeom>
              <a:avLst/>
              <a:gdLst>
                <a:gd name="T0" fmla="*/ 0 w 94"/>
                <a:gd name="T1" fmla="*/ 23 h 98"/>
                <a:gd name="T2" fmla="*/ 5 w 94"/>
                <a:gd name="T3" fmla="*/ 28 h 98"/>
                <a:gd name="T4" fmla="*/ 27 w 94"/>
                <a:gd name="T5" fmla="*/ 49 h 98"/>
                <a:gd name="T6" fmla="*/ 40 w 94"/>
                <a:gd name="T7" fmla="*/ 49 h 98"/>
                <a:gd name="T8" fmla="*/ 92 w 94"/>
                <a:gd name="T9" fmla="*/ 1 h 98"/>
                <a:gd name="T10" fmla="*/ 93 w 94"/>
                <a:gd name="T11" fmla="*/ 0 h 98"/>
                <a:gd name="T12" fmla="*/ 94 w 94"/>
                <a:gd name="T13" fmla="*/ 2 h 98"/>
                <a:gd name="T14" fmla="*/ 94 w 94"/>
                <a:gd name="T15" fmla="*/ 95 h 98"/>
                <a:gd name="T16" fmla="*/ 91 w 94"/>
                <a:gd name="T17" fmla="*/ 98 h 98"/>
                <a:gd name="T18" fmla="*/ 3 w 94"/>
                <a:gd name="T19" fmla="*/ 98 h 98"/>
                <a:gd name="T20" fmla="*/ 0 w 94"/>
                <a:gd name="T21" fmla="*/ 95 h 98"/>
                <a:gd name="T22" fmla="*/ 0 w 94"/>
                <a:gd name="T23" fmla="*/ 26 h 98"/>
                <a:gd name="T24" fmla="*/ 0 w 94"/>
                <a:gd name="T25" fmla="*/ 2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98">
                  <a:moveTo>
                    <a:pt x="0" y="23"/>
                  </a:moveTo>
                  <a:cubicBezTo>
                    <a:pt x="2" y="25"/>
                    <a:pt x="4" y="27"/>
                    <a:pt x="5" y="28"/>
                  </a:cubicBezTo>
                  <a:cubicBezTo>
                    <a:pt x="12" y="35"/>
                    <a:pt x="20" y="42"/>
                    <a:pt x="27" y="49"/>
                  </a:cubicBezTo>
                  <a:cubicBezTo>
                    <a:pt x="32" y="54"/>
                    <a:pt x="35" y="54"/>
                    <a:pt x="40" y="49"/>
                  </a:cubicBezTo>
                  <a:cubicBezTo>
                    <a:pt x="57" y="33"/>
                    <a:pt x="74" y="17"/>
                    <a:pt x="92" y="1"/>
                  </a:cubicBezTo>
                  <a:cubicBezTo>
                    <a:pt x="92" y="1"/>
                    <a:pt x="93" y="0"/>
                    <a:pt x="93" y="0"/>
                  </a:cubicBezTo>
                  <a:cubicBezTo>
                    <a:pt x="94" y="1"/>
                    <a:pt x="94" y="1"/>
                    <a:pt x="94" y="2"/>
                  </a:cubicBezTo>
                  <a:cubicBezTo>
                    <a:pt x="94" y="33"/>
                    <a:pt x="94" y="64"/>
                    <a:pt x="94" y="95"/>
                  </a:cubicBezTo>
                  <a:cubicBezTo>
                    <a:pt x="94" y="97"/>
                    <a:pt x="93" y="98"/>
                    <a:pt x="91" y="98"/>
                  </a:cubicBezTo>
                  <a:cubicBezTo>
                    <a:pt x="62" y="98"/>
                    <a:pt x="32" y="98"/>
                    <a:pt x="3" y="98"/>
                  </a:cubicBezTo>
                  <a:cubicBezTo>
                    <a:pt x="1" y="98"/>
                    <a:pt x="0" y="97"/>
                    <a:pt x="0" y="95"/>
                  </a:cubicBezTo>
                  <a:cubicBezTo>
                    <a:pt x="0" y="72"/>
                    <a:pt x="0" y="49"/>
                    <a:pt x="0" y="26"/>
                  </a:cubicBezTo>
                  <a:cubicBezTo>
                    <a:pt x="0" y="25"/>
                    <a:pt x="0" y="25"/>
                    <a:pt x="0" y="2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79" name="Freeform 50">
              <a:extLst>
                <a:ext uri="{FF2B5EF4-FFF2-40B4-BE49-F238E27FC236}">
                  <a16:creationId xmlns:a16="http://schemas.microsoft.com/office/drawing/2014/main" id="{76890DFB-7CCA-4BC2-E22D-9E7D682DF663}"/>
                </a:ext>
              </a:extLst>
            </p:cNvPr>
            <p:cNvSpPr>
              <a:spLocks/>
            </p:cNvSpPr>
            <p:nvPr/>
          </p:nvSpPr>
          <p:spPr bwMode="auto">
            <a:xfrm>
              <a:off x="3863975" y="862012"/>
              <a:ext cx="128587" cy="179388"/>
            </a:xfrm>
            <a:custGeom>
              <a:avLst/>
              <a:gdLst>
                <a:gd name="T0" fmla="*/ 75 w 75"/>
                <a:gd name="T1" fmla="*/ 53 h 104"/>
                <a:gd name="T2" fmla="*/ 66 w 75"/>
                <a:gd name="T3" fmla="*/ 82 h 104"/>
                <a:gd name="T4" fmla="*/ 9 w 75"/>
                <a:gd name="T5" fmla="*/ 81 h 104"/>
                <a:gd name="T6" fmla="*/ 3 w 75"/>
                <a:gd name="T7" fmla="*/ 41 h 104"/>
                <a:gd name="T8" fmla="*/ 14 w 75"/>
                <a:gd name="T9" fmla="*/ 17 h 104"/>
                <a:gd name="T10" fmla="*/ 70 w 75"/>
                <a:gd name="T11" fmla="*/ 27 h 104"/>
                <a:gd name="T12" fmla="*/ 75 w 75"/>
                <a:gd name="T13" fmla="*/ 53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53"/>
                  </a:moveTo>
                  <a:cubicBezTo>
                    <a:pt x="75" y="62"/>
                    <a:pt x="73" y="73"/>
                    <a:pt x="66" y="82"/>
                  </a:cubicBezTo>
                  <a:cubicBezTo>
                    <a:pt x="52" y="104"/>
                    <a:pt x="22" y="102"/>
                    <a:pt x="9" y="81"/>
                  </a:cubicBezTo>
                  <a:cubicBezTo>
                    <a:pt x="2" y="69"/>
                    <a:pt x="0" y="55"/>
                    <a:pt x="3" y="41"/>
                  </a:cubicBezTo>
                  <a:cubicBezTo>
                    <a:pt x="4" y="32"/>
                    <a:pt x="8" y="24"/>
                    <a:pt x="14" y="17"/>
                  </a:cubicBezTo>
                  <a:cubicBezTo>
                    <a:pt x="29" y="0"/>
                    <a:pt x="59" y="0"/>
                    <a:pt x="70" y="27"/>
                  </a:cubicBezTo>
                  <a:cubicBezTo>
                    <a:pt x="74" y="34"/>
                    <a:pt x="75" y="42"/>
                    <a:pt x="75"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80" name="Freeform 51">
              <a:extLst>
                <a:ext uri="{FF2B5EF4-FFF2-40B4-BE49-F238E27FC236}">
                  <a16:creationId xmlns:a16="http://schemas.microsoft.com/office/drawing/2014/main" id="{CCA07444-D779-D265-428A-D2099B75A8D9}"/>
                </a:ext>
              </a:extLst>
            </p:cNvPr>
            <p:cNvSpPr>
              <a:spLocks/>
            </p:cNvSpPr>
            <p:nvPr/>
          </p:nvSpPr>
          <p:spPr bwMode="auto">
            <a:xfrm>
              <a:off x="4056063" y="857250"/>
              <a:ext cx="161925" cy="104775"/>
            </a:xfrm>
            <a:custGeom>
              <a:avLst/>
              <a:gdLst>
                <a:gd name="T0" fmla="*/ 0 w 94"/>
                <a:gd name="T1" fmla="*/ 15 h 61"/>
                <a:gd name="T2" fmla="*/ 0 w 94"/>
                <a:gd name="T3" fmla="*/ 2 h 61"/>
                <a:gd name="T4" fmla="*/ 2 w 94"/>
                <a:gd name="T5" fmla="*/ 0 h 61"/>
                <a:gd name="T6" fmla="*/ 92 w 94"/>
                <a:gd name="T7" fmla="*/ 0 h 61"/>
                <a:gd name="T8" fmla="*/ 94 w 94"/>
                <a:gd name="T9" fmla="*/ 2 h 61"/>
                <a:gd name="T10" fmla="*/ 91 w 94"/>
                <a:gd name="T11" fmla="*/ 10 h 61"/>
                <a:gd name="T12" fmla="*/ 36 w 94"/>
                <a:gd name="T13" fmla="*/ 60 h 61"/>
                <a:gd name="T14" fmla="*/ 32 w 94"/>
                <a:gd name="T15" fmla="*/ 60 h 61"/>
                <a:gd name="T16" fmla="*/ 2 w 94"/>
                <a:gd name="T17" fmla="*/ 31 h 61"/>
                <a:gd name="T18" fmla="*/ 0 w 94"/>
                <a:gd name="T19" fmla="*/ 28 h 61"/>
                <a:gd name="T20" fmla="*/ 0 w 94"/>
                <a:gd name="T21"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61">
                  <a:moveTo>
                    <a:pt x="0" y="15"/>
                  </a:moveTo>
                  <a:cubicBezTo>
                    <a:pt x="0" y="11"/>
                    <a:pt x="1" y="6"/>
                    <a:pt x="0" y="2"/>
                  </a:cubicBezTo>
                  <a:cubicBezTo>
                    <a:pt x="0" y="1"/>
                    <a:pt x="1" y="0"/>
                    <a:pt x="2" y="0"/>
                  </a:cubicBezTo>
                  <a:cubicBezTo>
                    <a:pt x="32" y="0"/>
                    <a:pt x="62" y="0"/>
                    <a:pt x="92" y="0"/>
                  </a:cubicBezTo>
                  <a:cubicBezTo>
                    <a:pt x="93" y="0"/>
                    <a:pt x="93" y="1"/>
                    <a:pt x="94" y="2"/>
                  </a:cubicBezTo>
                  <a:cubicBezTo>
                    <a:pt x="94" y="5"/>
                    <a:pt x="93" y="7"/>
                    <a:pt x="91" y="10"/>
                  </a:cubicBezTo>
                  <a:cubicBezTo>
                    <a:pt x="72" y="26"/>
                    <a:pt x="54" y="43"/>
                    <a:pt x="36" y="60"/>
                  </a:cubicBezTo>
                  <a:cubicBezTo>
                    <a:pt x="34" y="61"/>
                    <a:pt x="34" y="61"/>
                    <a:pt x="32" y="60"/>
                  </a:cubicBezTo>
                  <a:cubicBezTo>
                    <a:pt x="22" y="50"/>
                    <a:pt x="12" y="41"/>
                    <a:pt x="2" y="31"/>
                  </a:cubicBezTo>
                  <a:cubicBezTo>
                    <a:pt x="1" y="30"/>
                    <a:pt x="0" y="29"/>
                    <a:pt x="0" y="28"/>
                  </a:cubicBezTo>
                  <a:cubicBezTo>
                    <a:pt x="1" y="24"/>
                    <a:pt x="0" y="19"/>
                    <a:pt x="0" y="15"/>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81" name="Freeform 52">
              <a:extLst>
                <a:ext uri="{FF2B5EF4-FFF2-40B4-BE49-F238E27FC236}">
                  <a16:creationId xmlns:a16="http://schemas.microsoft.com/office/drawing/2014/main" id="{C2321B64-DCE7-5DDE-A43E-59ED07D9AC3B}"/>
                </a:ext>
              </a:extLst>
            </p:cNvPr>
            <p:cNvSpPr>
              <a:spLocks/>
            </p:cNvSpPr>
            <p:nvPr/>
          </p:nvSpPr>
          <p:spPr bwMode="auto">
            <a:xfrm>
              <a:off x="3894138" y="893762"/>
              <a:ext cx="71437" cy="103188"/>
            </a:xfrm>
            <a:custGeom>
              <a:avLst/>
              <a:gdLst>
                <a:gd name="T0" fmla="*/ 0 w 41"/>
                <a:gd name="T1" fmla="*/ 32 h 60"/>
                <a:gd name="T2" fmla="*/ 7 w 41"/>
                <a:gd name="T3" fmla="*/ 10 h 60"/>
                <a:gd name="T4" fmla="*/ 34 w 41"/>
                <a:gd name="T5" fmla="*/ 13 h 60"/>
                <a:gd name="T6" fmla="*/ 34 w 41"/>
                <a:gd name="T7" fmla="*/ 51 h 60"/>
                <a:gd name="T8" fmla="*/ 19 w 41"/>
                <a:gd name="T9" fmla="*/ 60 h 60"/>
                <a:gd name="T10" fmla="*/ 4 w 41"/>
                <a:gd name="T11" fmla="*/ 50 h 60"/>
                <a:gd name="T12" fmla="*/ 0 w 41"/>
                <a:gd name="T13" fmla="*/ 32 h 60"/>
              </a:gdLst>
              <a:ahLst/>
              <a:cxnLst>
                <a:cxn ang="0">
                  <a:pos x="T0" y="T1"/>
                </a:cxn>
                <a:cxn ang="0">
                  <a:pos x="T2" y="T3"/>
                </a:cxn>
                <a:cxn ang="0">
                  <a:pos x="T4" y="T5"/>
                </a:cxn>
                <a:cxn ang="0">
                  <a:pos x="T6" y="T7"/>
                </a:cxn>
                <a:cxn ang="0">
                  <a:pos x="T8" y="T9"/>
                </a:cxn>
                <a:cxn ang="0">
                  <a:pos x="T10" y="T11"/>
                </a:cxn>
                <a:cxn ang="0">
                  <a:pos x="T12" y="T13"/>
                </a:cxn>
              </a:cxnLst>
              <a:rect l="0" t="0" r="r" b="b"/>
              <a:pathLst>
                <a:path w="41" h="60">
                  <a:moveTo>
                    <a:pt x="0" y="32"/>
                  </a:moveTo>
                  <a:cubicBezTo>
                    <a:pt x="1" y="24"/>
                    <a:pt x="2" y="17"/>
                    <a:pt x="7" y="10"/>
                  </a:cubicBezTo>
                  <a:cubicBezTo>
                    <a:pt x="15" y="0"/>
                    <a:pt x="29" y="2"/>
                    <a:pt x="34" y="13"/>
                  </a:cubicBezTo>
                  <a:cubicBezTo>
                    <a:pt x="40" y="25"/>
                    <a:pt x="41" y="38"/>
                    <a:pt x="34" y="51"/>
                  </a:cubicBezTo>
                  <a:cubicBezTo>
                    <a:pt x="31" y="57"/>
                    <a:pt x="26" y="60"/>
                    <a:pt x="19" y="60"/>
                  </a:cubicBezTo>
                  <a:cubicBezTo>
                    <a:pt x="12" y="60"/>
                    <a:pt x="8" y="57"/>
                    <a:pt x="4" y="50"/>
                  </a:cubicBezTo>
                  <a:cubicBezTo>
                    <a:pt x="1" y="45"/>
                    <a:pt x="0" y="39"/>
                    <a:pt x="0" y="32"/>
                  </a:cubicBezTo>
                  <a:close/>
                </a:path>
              </a:pathLst>
            </a:custGeom>
            <a:solidFill>
              <a:srgbClr val="2471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82" name="グループ化 81">
            <a:extLst>
              <a:ext uri="{FF2B5EF4-FFF2-40B4-BE49-F238E27FC236}">
                <a16:creationId xmlns:a16="http://schemas.microsoft.com/office/drawing/2014/main" id="{1BC8934C-FD2D-C538-9C38-04B2B411252D}"/>
              </a:ext>
            </a:extLst>
          </p:cNvPr>
          <p:cNvGrpSpPr/>
          <p:nvPr/>
        </p:nvGrpSpPr>
        <p:grpSpPr>
          <a:xfrm>
            <a:off x="9054646" y="4109452"/>
            <a:ext cx="354350" cy="353641"/>
            <a:chOff x="666751" y="1676400"/>
            <a:chExt cx="419100" cy="422275"/>
          </a:xfrm>
        </p:grpSpPr>
        <p:sp>
          <p:nvSpPr>
            <p:cNvPr id="83" name="Freeform 70">
              <a:extLst>
                <a:ext uri="{FF2B5EF4-FFF2-40B4-BE49-F238E27FC236}">
                  <a16:creationId xmlns:a16="http://schemas.microsoft.com/office/drawing/2014/main" id="{24FBE30D-A0B0-B4A2-6369-E2F87F2FD019}"/>
                </a:ext>
              </a:extLst>
            </p:cNvPr>
            <p:cNvSpPr>
              <a:spLocks/>
            </p:cNvSpPr>
            <p:nvPr/>
          </p:nvSpPr>
          <p:spPr bwMode="auto">
            <a:xfrm>
              <a:off x="666751" y="1676400"/>
              <a:ext cx="419100" cy="422275"/>
            </a:xfrm>
            <a:custGeom>
              <a:avLst/>
              <a:gdLst>
                <a:gd name="T0" fmla="*/ 144 w 244"/>
                <a:gd name="T1" fmla="*/ 0 h 245"/>
                <a:gd name="T2" fmla="*/ 144 w 244"/>
                <a:gd name="T3" fmla="*/ 12 h 245"/>
                <a:gd name="T4" fmla="*/ 144 w 244"/>
                <a:gd name="T5" fmla="*/ 24 h 245"/>
                <a:gd name="T6" fmla="*/ 146 w 244"/>
                <a:gd name="T7" fmla="*/ 26 h 245"/>
                <a:gd name="T8" fmla="*/ 212 w 244"/>
                <a:gd name="T9" fmla="*/ 26 h 245"/>
                <a:gd name="T10" fmla="*/ 237 w 244"/>
                <a:gd name="T11" fmla="*/ 26 h 245"/>
                <a:gd name="T12" fmla="*/ 244 w 244"/>
                <a:gd name="T13" fmla="*/ 34 h 245"/>
                <a:gd name="T14" fmla="*/ 244 w 244"/>
                <a:gd name="T15" fmla="*/ 214 h 245"/>
                <a:gd name="T16" fmla="*/ 237 w 244"/>
                <a:gd name="T17" fmla="*/ 222 h 245"/>
                <a:gd name="T18" fmla="*/ 146 w 244"/>
                <a:gd name="T19" fmla="*/ 222 h 245"/>
                <a:gd name="T20" fmla="*/ 144 w 244"/>
                <a:gd name="T21" fmla="*/ 224 h 245"/>
                <a:gd name="T22" fmla="*/ 144 w 244"/>
                <a:gd name="T23" fmla="*/ 243 h 245"/>
                <a:gd name="T24" fmla="*/ 142 w 244"/>
                <a:gd name="T25" fmla="*/ 244 h 245"/>
                <a:gd name="T26" fmla="*/ 19 w 244"/>
                <a:gd name="T27" fmla="*/ 223 h 245"/>
                <a:gd name="T28" fmla="*/ 2 w 244"/>
                <a:gd name="T29" fmla="*/ 220 h 245"/>
                <a:gd name="T30" fmla="*/ 0 w 244"/>
                <a:gd name="T31" fmla="*/ 217 h 245"/>
                <a:gd name="T32" fmla="*/ 0 w 244"/>
                <a:gd name="T33" fmla="*/ 27 h 245"/>
                <a:gd name="T34" fmla="*/ 3 w 244"/>
                <a:gd name="T35" fmla="*/ 25 h 245"/>
                <a:gd name="T36" fmla="*/ 67 w 244"/>
                <a:gd name="T37" fmla="*/ 13 h 245"/>
                <a:gd name="T38" fmla="*/ 140 w 244"/>
                <a:gd name="T39" fmla="*/ 1 h 245"/>
                <a:gd name="T40" fmla="*/ 144 w 244"/>
                <a:gd name="T41"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4" h="245">
                  <a:moveTo>
                    <a:pt x="144" y="0"/>
                  </a:moveTo>
                  <a:cubicBezTo>
                    <a:pt x="144" y="4"/>
                    <a:pt x="144" y="8"/>
                    <a:pt x="144" y="12"/>
                  </a:cubicBezTo>
                  <a:cubicBezTo>
                    <a:pt x="144" y="16"/>
                    <a:pt x="144" y="20"/>
                    <a:pt x="144" y="24"/>
                  </a:cubicBezTo>
                  <a:cubicBezTo>
                    <a:pt x="143" y="26"/>
                    <a:pt x="144" y="26"/>
                    <a:pt x="146" y="26"/>
                  </a:cubicBezTo>
                  <a:cubicBezTo>
                    <a:pt x="168" y="26"/>
                    <a:pt x="190" y="26"/>
                    <a:pt x="212" y="26"/>
                  </a:cubicBezTo>
                  <a:cubicBezTo>
                    <a:pt x="220" y="26"/>
                    <a:pt x="228" y="26"/>
                    <a:pt x="237" y="26"/>
                  </a:cubicBezTo>
                  <a:cubicBezTo>
                    <a:pt x="242" y="26"/>
                    <a:pt x="244" y="29"/>
                    <a:pt x="244" y="34"/>
                  </a:cubicBezTo>
                  <a:cubicBezTo>
                    <a:pt x="244" y="94"/>
                    <a:pt x="244" y="154"/>
                    <a:pt x="244" y="214"/>
                  </a:cubicBezTo>
                  <a:cubicBezTo>
                    <a:pt x="244" y="219"/>
                    <a:pt x="242" y="222"/>
                    <a:pt x="237" y="222"/>
                  </a:cubicBezTo>
                  <a:cubicBezTo>
                    <a:pt x="207" y="222"/>
                    <a:pt x="176" y="222"/>
                    <a:pt x="146" y="222"/>
                  </a:cubicBezTo>
                  <a:cubicBezTo>
                    <a:pt x="144" y="222"/>
                    <a:pt x="143" y="222"/>
                    <a:pt x="144" y="224"/>
                  </a:cubicBezTo>
                  <a:cubicBezTo>
                    <a:pt x="144" y="231"/>
                    <a:pt x="144" y="237"/>
                    <a:pt x="144" y="243"/>
                  </a:cubicBezTo>
                  <a:cubicBezTo>
                    <a:pt x="144" y="244"/>
                    <a:pt x="143" y="245"/>
                    <a:pt x="142" y="244"/>
                  </a:cubicBezTo>
                  <a:cubicBezTo>
                    <a:pt x="101" y="237"/>
                    <a:pt x="60" y="230"/>
                    <a:pt x="19" y="223"/>
                  </a:cubicBezTo>
                  <a:cubicBezTo>
                    <a:pt x="14" y="222"/>
                    <a:pt x="8" y="221"/>
                    <a:pt x="2" y="220"/>
                  </a:cubicBezTo>
                  <a:cubicBezTo>
                    <a:pt x="1" y="220"/>
                    <a:pt x="0" y="219"/>
                    <a:pt x="0" y="217"/>
                  </a:cubicBezTo>
                  <a:cubicBezTo>
                    <a:pt x="0" y="154"/>
                    <a:pt x="0" y="91"/>
                    <a:pt x="0" y="27"/>
                  </a:cubicBezTo>
                  <a:cubicBezTo>
                    <a:pt x="0" y="25"/>
                    <a:pt x="1" y="25"/>
                    <a:pt x="3" y="25"/>
                  </a:cubicBezTo>
                  <a:cubicBezTo>
                    <a:pt x="24" y="21"/>
                    <a:pt x="46" y="17"/>
                    <a:pt x="67" y="13"/>
                  </a:cubicBezTo>
                  <a:cubicBezTo>
                    <a:pt x="91" y="9"/>
                    <a:pt x="116" y="5"/>
                    <a:pt x="140" y="1"/>
                  </a:cubicBezTo>
                  <a:cubicBezTo>
                    <a:pt x="141" y="0"/>
                    <a:pt x="142" y="0"/>
                    <a:pt x="144" y="0"/>
                  </a:cubicBezTo>
                  <a:close/>
                </a:path>
              </a:pathLst>
            </a:custGeom>
            <a:solidFill>
              <a:srgbClr val="2C34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84" name="Freeform 71">
              <a:extLst>
                <a:ext uri="{FF2B5EF4-FFF2-40B4-BE49-F238E27FC236}">
                  <a16:creationId xmlns:a16="http://schemas.microsoft.com/office/drawing/2014/main" id="{B2B74D56-F88D-B5DF-1D32-1AC5024A9A86}"/>
                </a:ext>
              </a:extLst>
            </p:cNvPr>
            <p:cNvSpPr>
              <a:spLocks/>
            </p:cNvSpPr>
            <p:nvPr/>
          </p:nvSpPr>
          <p:spPr bwMode="auto">
            <a:xfrm>
              <a:off x="909638" y="1738312"/>
              <a:ext cx="163512" cy="306388"/>
            </a:xfrm>
            <a:custGeom>
              <a:avLst/>
              <a:gdLst>
                <a:gd name="T0" fmla="*/ 94 w 95"/>
                <a:gd name="T1" fmla="*/ 175 h 178"/>
                <a:gd name="T2" fmla="*/ 3 w 95"/>
                <a:gd name="T3" fmla="*/ 178 h 178"/>
                <a:gd name="T4" fmla="*/ 1 w 95"/>
                <a:gd name="T5" fmla="*/ 161 h 178"/>
                <a:gd name="T6" fmla="*/ 70 w 95"/>
                <a:gd name="T7" fmla="*/ 159 h 178"/>
                <a:gd name="T8" fmla="*/ 73 w 95"/>
                <a:gd name="T9" fmla="*/ 149 h 178"/>
                <a:gd name="T10" fmla="*/ 4 w 95"/>
                <a:gd name="T11" fmla="*/ 146 h 178"/>
                <a:gd name="T12" fmla="*/ 1 w 95"/>
                <a:gd name="T13" fmla="*/ 134 h 178"/>
                <a:gd name="T14" fmla="*/ 70 w 95"/>
                <a:gd name="T15" fmla="*/ 132 h 178"/>
                <a:gd name="T16" fmla="*/ 73 w 95"/>
                <a:gd name="T17" fmla="*/ 123 h 178"/>
                <a:gd name="T18" fmla="*/ 9 w 95"/>
                <a:gd name="T19" fmla="*/ 121 h 178"/>
                <a:gd name="T20" fmla="*/ 1 w 95"/>
                <a:gd name="T21" fmla="*/ 113 h 178"/>
                <a:gd name="T22" fmla="*/ 3 w 95"/>
                <a:gd name="T23" fmla="*/ 106 h 178"/>
                <a:gd name="T24" fmla="*/ 73 w 95"/>
                <a:gd name="T25" fmla="*/ 103 h 178"/>
                <a:gd name="T26" fmla="*/ 71 w 95"/>
                <a:gd name="T27" fmla="*/ 95 h 178"/>
                <a:gd name="T28" fmla="*/ 3 w 95"/>
                <a:gd name="T29" fmla="*/ 95 h 178"/>
                <a:gd name="T30" fmla="*/ 1 w 95"/>
                <a:gd name="T31" fmla="*/ 82 h 178"/>
                <a:gd name="T32" fmla="*/ 23 w 95"/>
                <a:gd name="T33" fmla="*/ 80 h 178"/>
                <a:gd name="T34" fmla="*/ 73 w 95"/>
                <a:gd name="T35" fmla="*/ 78 h 178"/>
                <a:gd name="T36" fmla="*/ 72 w 95"/>
                <a:gd name="T37" fmla="*/ 69 h 178"/>
                <a:gd name="T38" fmla="*/ 4 w 95"/>
                <a:gd name="T39" fmla="*/ 69 h 178"/>
                <a:gd name="T40" fmla="*/ 1 w 95"/>
                <a:gd name="T41" fmla="*/ 57 h 178"/>
                <a:gd name="T42" fmla="*/ 70 w 95"/>
                <a:gd name="T43" fmla="*/ 55 h 178"/>
                <a:gd name="T44" fmla="*/ 73 w 95"/>
                <a:gd name="T45" fmla="*/ 45 h 178"/>
                <a:gd name="T46" fmla="*/ 35 w 95"/>
                <a:gd name="T47" fmla="*/ 44 h 178"/>
                <a:gd name="T48" fmla="*/ 1 w 95"/>
                <a:gd name="T49" fmla="*/ 41 h 178"/>
                <a:gd name="T50" fmla="*/ 3 w 95"/>
                <a:gd name="T51" fmla="*/ 29 h 178"/>
                <a:gd name="T52" fmla="*/ 73 w 95"/>
                <a:gd name="T53" fmla="*/ 26 h 178"/>
                <a:gd name="T54" fmla="*/ 71 w 95"/>
                <a:gd name="T55" fmla="*/ 18 h 178"/>
                <a:gd name="T56" fmla="*/ 3 w 95"/>
                <a:gd name="T57" fmla="*/ 18 h 178"/>
                <a:gd name="T58" fmla="*/ 1 w 95"/>
                <a:gd name="T59" fmla="*/ 2 h 178"/>
                <a:gd name="T60" fmla="*/ 93 w 95"/>
                <a:gd name="T61" fmla="*/ 0 h 178"/>
                <a:gd name="T62" fmla="*/ 94 w 95"/>
                <a:gd name="T63" fmla="*/ 8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 h="178">
                  <a:moveTo>
                    <a:pt x="94" y="89"/>
                  </a:moveTo>
                  <a:cubicBezTo>
                    <a:pt x="94" y="118"/>
                    <a:pt x="94" y="147"/>
                    <a:pt x="94" y="175"/>
                  </a:cubicBezTo>
                  <a:cubicBezTo>
                    <a:pt x="94" y="177"/>
                    <a:pt x="94" y="178"/>
                    <a:pt x="92" y="178"/>
                  </a:cubicBezTo>
                  <a:cubicBezTo>
                    <a:pt x="62" y="178"/>
                    <a:pt x="33" y="178"/>
                    <a:pt x="3" y="178"/>
                  </a:cubicBezTo>
                  <a:cubicBezTo>
                    <a:pt x="1" y="178"/>
                    <a:pt x="1" y="177"/>
                    <a:pt x="1" y="175"/>
                  </a:cubicBezTo>
                  <a:cubicBezTo>
                    <a:pt x="1" y="171"/>
                    <a:pt x="1" y="166"/>
                    <a:pt x="1" y="161"/>
                  </a:cubicBezTo>
                  <a:cubicBezTo>
                    <a:pt x="1" y="159"/>
                    <a:pt x="1" y="159"/>
                    <a:pt x="4" y="159"/>
                  </a:cubicBezTo>
                  <a:cubicBezTo>
                    <a:pt x="26" y="159"/>
                    <a:pt x="48" y="159"/>
                    <a:pt x="70" y="159"/>
                  </a:cubicBezTo>
                  <a:cubicBezTo>
                    <a:pt x="73" y="159"/>
                    <a:pt x="73" y="158"/>
                    <a:pt x="73" y="156"/>
                  </a:cubicBezTo>
                  <a:cubicBezTo>
                    <a:pt x="73" y="154"/>
                    <a:pt x="73" y="151"/>
                    <a:pt x="73" y="149"/>
                  </a:cubicBezTo>
                  <a:cubicBezTo>
                    <a:pt x="73" y="147"/>
                    <a:pt x="72" y="146"/>
                    <a:pt x="70" y="146"/>
                  </a:cubicBezTo>
                  <a:cubicBezTo>
                    <a:pt x="48" y="146"/>
                    <a:pt x="26" y="146"/>
                    <a:pt x="4" y="146"/>
                  </a:cubicBezTo>
                  <a:cubicBezTo>
                    <a:pt x="1" y="146"/>
                    <a:pt x="1" y="146"/>
                    <a:pt x="1" y="143"/>
                  </a:cubicBezTo>
                  <a:cubicBezTo>
                    <a:pt x="1" y="140"/>
                    <a:pt x="1" y="137"/>
                    <a:pt x="1" y="134"/>
                  </a:cubicBezTo>
                  <a:cubicBezTo>
                    <a:pt x="1" y="132"/>
                    <a:pt x="2" y="132"/>
                    <a:pt x="3" y="132"/>
                  </a:cubicBezTo>
                  <a:cubicBezTo>
                    <a:pt x="26" y="132"/>
                    <a:pt x="48" y="132"/>
                    <a:pt x="70" y="132"/>
                  </a:cubicBezTo>
                  <a:cubicBezTo>
                    <a:pt x="74" y="132"/>
                    <a:pt x="73" y="132"/>
                    <a:pt x="73" y="129"/>
                  </a:cubicBezTo>
                  <a:cubicBezTo>
                    <a:pt x="73" y="127"/>
                    <a:pt x="73" y="125"/>
                    <a:pt x="73" y="123"/>
                  </a:cubicBezTo>
                  <a:cubicBezTo>
                    <a:pt x="73" y="121"/>
                    <a:pt x="72" y="121"/>
                    <a:pt x="71" y="121"/>
                  </a:cubicBezTo>
                  <a:cubicBezTo>
                    <a:pt x="50" y="121"/>
                    <a:pt x="29" y="121"/>
                    <a:pt x="9" y="121"/>
                  </a:cubicBezTo>
                  <a:cubicBezTo>
                    <a:pt x="6" y="121"/>
                    <a:pt x="3" y="122"/>
                    <a:pt x="1" y="120"/>
                  </a:cubicBezTo>
                  <a:cubicBezTo>
                    <a:pt x="0" y="119"/>
                    <a:pt x="1" y="115"/>
                    <a:pt x="1" y="113"/>
                  </a:cubicBezTo>
                  <a:cubicBezTo>
                    <a:pt x="1" y="111"/>
                    <a:pt x="1" y="110"/>
                    <a:pt x="1" y="108"/>
                  </a:cubicBezTo>
                  <a:cubicBezTo>
                    <a:pt x="1" y="106"/>
                    <a:pt x="2" y="106"/>
                    <a:pt x="3" y="106"/>
                  </a:cubicBezTo>
                  <a:cubicBezTo>
                    <a:pt x="26" y="106"/>
                    <a:pt x="48" y="106"/>
                    <a:pt x="70" y="106"/>
                  </a:cubicBezTo>
                  <a:cubicBezTo>
                    <a:pt x="72" y="106"/>
                    <a:pt x="73" y="106"/>
                    <a:pt x="73" y="103"/>
                  </a:cubicBezTo>
                  <a:cubicBezTo>
                    <a:pt x="73" y="101"/>
                    <a:pt x="73" y="99"/>
                    <a:pt x="73" y="97"/>
                  </a:cubicBezTo>
                  <a:cubicBezTo>
                    <a:pt x="73" y="95"/>
                    <a:pt x="73" y="95"/>
                    <a:pt x="71" y="95"/>
                  </a:cubicBezTo>
                  <a:cubicBezTo>
                    <a:pt x="52" y="95"/>
                    <a:pt x="33" y="95"/>
                    <a:pt x="14" y="95"/>
                  </a:cubicBezTo>
                  <a:cubicBezTo>
                    <a:pt x="10" y="95"/>
                    <a:pt x="7" y="95"/>
                    <a:pt x="3" y="95"/>
                  </a:cubicBezTo>
                  <a:cubicBezTo>
                    <a:pt x="1" y="95"/>
                    <a:pt x="1" y="95"/>
                    <a:pt x="1" y="93"/>
                  </a:cubicBezTo>
                  <a:cubicBezTo>
                    <a:pt x="1" y="89"/>
                    <a:pt x="1" y="86"/>
                    <a:pt x="1" y="82"/>
                  </a:cubicBezTo>
                  <a:cubicBezTo>
                    <a:pt x="1" y="81"/>
                    <a:pt x="1" y="80"/>
                    <a:pt x="3" y="80"/>
                  </a:cubicBezTo>
                  <a:cubicBezTo>
                    <a:pt x="10" y="80"/>
                    <a:pt x="16" y="80"/>
                    <a:pt x="23" y="80"/>
                  </a:cubicBezTo>
                  <a:cubicBezTo>
                    <a:pt x="39" y="80"/>
                    <a:pt x="55" y="80"/>
                    <a:pt x="71" y="80"/>
                  </a:cubicBezTo>
                  <a:cubicBezTo>
                    <a:pt x="72" y="80"/>
                    <a:pt x="73" y="80"/>
                    <a:pt x="73" y="78"/>
                  </a:cubicBezTo>
                  <a:cubicBezTo>
                    <a:pt x="73" y="76"/>
                    <a:pt x="73" y="73"/>
                    <a:pt x="73" y="71"/>
                  </a:cubicBezTo>
                  <a:cubicBezTo>
                    <a:pt x="73" y="70"/>
                    <a:pt x="73" y="69"/>
                    <a:pt x="72" y="69"/>
                  </a:cubicBezTo>
                  <a:cubicBezTo>
                    <a:pt x="71" y="69"/>
                    <a:pt x="71" y="69"/>
                    <a:pt x="70" y="69"/>
                  </a:cubicBezTo>
                  <a:cubicBezTo>
                    <a:pt x="48" y="69"/>
                    <a:pt x="26" y="69"/>
                    <a:pt x="4" y="69"/>
                  </a:cubicBezTo>
                  <a:cubicBezTo>
                    <a:pt x="2" y="69"/>
                    <a:pt x="1" y="69"/>
                    <a:pt x="1" y="67"/>
                  </a:cubicBezTo>
                  <a:cubicBezTo>
                    <a:pt x="1" y="64"/>
                    <a:pt x="1" y="60"/>
                    <a:pt x="1" y="57"/>
                  </a:cubicBezTo>
                  <a:cubicBezTo>
                    <a:pt x="1" y="55"/>
                    <a:pt x="1" y="54"/>
                    <a:pt x="3" y="54"/>
                  </a:cubicBezTo>
                  <a:cubicBezTo>
                    <a:pt x="26" y="54"/>
                    <a:pt x="48" y="54"/>
                    <a:pt x="70" y="55"/>
                  </a:cubicBezTo>
                  <a:cubicBezTo>
                    <a:pt x="72" y="55"/>
                    <a:pt x="73" y="54"/>
                    <a:pt x="73" y="52"/>
                  </a:cubicBezTo>
                  <a:cubicBezTo>
                    <a:pt x="73" y="50"/>
                    <a:pt x="73" y="48"/>
                    <a:pt x="73" y="45"/>
                  </a:cubicBezTo>
                  <a:cubicBezTo>
                    <a:pt x="73" y="44"/>
                    <a:pt x="73" y="43"/>
                    <a:pt x="71" y="43"/>
                  </a:cubicBezTo>
                  <a:cubicBezTo>
                    <a:pt x="59" y="44"/>
                    <a:pt x="47" y="44"/>
                    <a:pt x="35" y="44"/>
                  </a:cubicBezTo>
                  <a:cubicBezTo>
                    <a:pt x="25" y="44"/>
                    <a:pt x="14" y="43"/>
                    <a:pt x="3" y="44"/>
                  </a:cubicBezTo>
                  <a:cubicBezTo>
                    <a:pt x="1" y="44"/>
                    <a:pt x="1" y="43"/>
                    <a:pt x="1" y="41"/>
                  </a:cubicBezTo>
                  <a:cubicBezTo>
                    <a:pt x="1" y="38"/>
                    <a:pt x="1" y="35"/>
                    <a:pt x="1" y="31"/>
                  </a:cubicBezTo>
                  <a:cubicBezTo>
                    <a:pt x="1" y="29"/>
                    <a:pt x="1" y="29"/>
                    <a:pt x="3" y="29"/>
                  </a:cubicBezTo>
                  <a:cubicBezTo>
                    <a:pt x="26" y="29"/>
                    <a:pt x="48" y="29"/>
                    <a:pt x="70" y="29"/>
                  </a:cubicBezTo>
                  <a:cubicBezTo>
                    <a:pt x="72" y="29"/>
                    <a:pt x="73" y="28"/>
                    <a:pt x="73" y="26"/>
                  </a:cubicBezTo>
                  <a:cubicBezTo>
                    <a:pt x="73" y="24"/>
                    <a:pt x="73" y="22"/>
                    <a:pt x="73" y="20"/>
                  </a:cubicBezTo>
                  <a:cubicBezTo>
                    <a:pt x="73" y="18"/>
                    <a:pt x="73" y="18"/>
                    <a:pt x="71" y="18"/>
                  </a:cubicBezTo>
                  <a:cubicBezTo>
                    <a:pt x="63" y="18"/>
                    <a:pt x="54" y="18"/>
                    <a:pt x="46" y="18"/>
                  </a:cubicBezTo>
                  <a:cubicBezTo>
                    <a:pt x="32" y="18"/>
                    <a:pt x="18" y="18"/>
                    <a:pt x="3" y="18"/>
                  </a:cubicBezTo>
                  <a:cubicBezTo>
                    <a:pt x="2" y="18"/>
                    <a:pt x="1" y="18"/>
                    <a:pt x="1" y="16"/>
                  </a:cubicBezTo>
                  <a:cubicBezTo>
                    <a:pt x="1" y="11"/>
                    <a:pt x="1" y="6"/>
                    <a:pt x="1" y="2"/>
                  </a:cubicBezTo>
                  <a:cubicBezTo>
                    <a:pt x="1" y="0"/>
                    <a:pt x="1" y="0"/>
                    <a:pt x="3" y="0"/>
                  </a:cubicBezTo>
                  <a:cubicBezTo>
                    <a:pt x="33" y="0"/>
                    <a:pt x="63" y="0"/>
                    <a:pt x="93" y="0"/>
                  </a:cubicBezTo>
                  <a:cubicBezTo>
                    <a:pt x="95" y="0"/>
                    <a:pt x="94" y="1"/>
                    <a:pt x="94" y="2"/>
                  </a:cubicBezTo>
                  <a:cubicBezTo>
                    <a:pt x="94" y="31"/>
                    <a:pt x="94" y="60"/>
                    <a:pt x="94" y="89"/>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85" name="Freeform 72">
              <a:extLst>
                <a:ext uri="{FF2B5EF4-FFF2-40B4-BE49-F238E27FC236}">
                  <a16:creationId xmlns:a16="http://schemas.microsoft.com/office/drawing/2014/main" id="{8D09D98D-84E0-3243-28C0-4DFE33053538}"/>
                </a:ext>
              </a:extLst>
            </p:cNvPr>
            <p:cNvSpPr>
              <a:spLocks/>
            </p:cNvSpPr>
            <p:nvPr/>
          </p:nvSpPr>
          <p:spPr bwMode="auto">
            <a:xfrm>
              <a:off x="706438" y="1812925"/>
              <a:ext cx="150812" cy="144463"/>
            </a:xfrm>
            <a:custGeom>
              <a:avLst/>
              <a:gdLst>
                <a:gd name="T0" fmla="*/ 40 w 88"/>
                <a:gd name="T1" fmla="*/ 25 h 84"/>
                <a:gd name="T2" fmla="*/ 35 w 88"/>
                <a:gd name="T3" fmla="*/ 52 h 84"/>
                <a:gd name="T4" fmla="*/ 29 w 88"/>
                <a:gd name="T5" fmla="*/ 79 h 84"/>
                <a:gd name="T6" fmla="*/ 27 w 88"/>
                <a:gd name="T7" fmla="*/ 81 h 84"/>
                <a:gd name="T8" fmla="*/ 16 w 88"/>
                <a:gd name="T9" fmla="*/ 80 h 84"/>
                <a:gd name="T10" fmla="*/ 14 w 88"/>
                <a:gd name="T11" fmla="*/ 78 h 84"/>
                <a:gd name="T12" fmla="*/ 3 w 88"/>
                <a:gd name="T13" fmla="*/ 23 h 84"/>
                <a:gd name="T14" fmla="*/ 0 w 88"/>
                <a:gd name="T15" fmla="*/ 10 h 84"/>
                <a:gd name="T16" fmla="*/ 2 w 88"/>
                <a:gd name="T17" fmla="*/ 7 h 84"/>
                <a:gd name="T18" fmla="*/ 12 w 88"/>
                <a:gd name="T19" fmla="*/ 6 h 84"/>
                <a:gd name="T20" fmla="*/ 14 w 88"/>
                <a:gd name="T21" fmla="*/ 8 h 84"/>
                <a:gd name="T22" fmla="*/ 18 w 88"/>
                <a:gd name="T23" fmla="*/ 38 h 84"/>
                <a:gd name="T24" fmla="*/ 23 w 88"/>
                <a:gd name="T25" fmla="*/ 63 h 84"/>
                <a:gd name="T26" fmla="*/ 26 w 88"/>
                <a:gd name="T27" fmla="*/ 44 h 84"/>
                <a:gd name="T28" fmla="*/ 34 w 88"/>
                <a:gd name="T29" fmla="*/ 6 h 84"/>
                <a:gd name="T30" fmla="*/ 36 w 88"/>
                <a:gd name="T31" fmla="*/ 4 h 84"/>
                <a:gd name="T32" fmla="*/ 47 w 88"/>
                <a:gd name="T33" fmla="*/ 3 h 84"/>
                <a:gd name="T34" fmla="*/ 50 w 88"/>
                <a:gd name="T35" fmla="*/ 5 h 84"/>
                <a:gd name="T36" fmla="*/ 57 w 88"/>
                <a:gd name="T37" fmla="*/ 42 h 84"/>
                <a:gd name="T38" fmla="*/ 61 w 88"/>
                <a:gd name="T39" fmla="*/ 63 h 84"/>
                <a:gd name="T40" fmla="*/ 63 w 88"/>
                <a:gd name="T41" fmla="*/ 53 h 84"/>
                <a:gd name="T42" fmla="*/ 72 w 88"/>
                <a:gd name="T43" fmla="*/ 4 h 84"/>
                <a:gd name="T44" fmla="*/ 73 w 88"/>
                <a:gd name="T45" fmla="*/ 2 h 84"/>
                <a:gd name="T46" fmla="*/ 86 w 88"/>
                <a:gd name="T47" fmla="*/ 1 h 84"/>
                <a:gd name="T48" fmla="*/ 87 w 88"/>
                <a:gd name="T49" fmla="*/ 3 h 84"/>
                <a:gd name="T50" fmla="*/ 82 w 88"/>
                <a:gd name="T51" fmla="*/ 21 h 84"/>
                <a:gd name="T52" fmla="*/ 69 w 88"/>
                <a:gd name="T53" fmla="*/ 81 h 84"/>
                <a:gd name="T54" fmla="*/ 65 w 88"/>
                <a:gd name="T55" fmla="*/ 84 h 84"/>
                <a:gd name="T56" fmla="*/ 54 w 88"/>
                <a:gd name="T57" fmla="*/ 83 h 84"/>
                <a:gd name="T58" fmla="*/ 51 w 88"/>
                <a:gd name="T59" fmla="*/ 81 h 84"/>
                <a:gd name="T60" fmla="*/ 41 w 88"/>
                <a:gd name="T61" fmla="*/ 27 h 84"/>
                <a:gd name="T62" fmla="*/ 40 w 88"/>
                <a:gd name="T63" fmla="*/ 25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84">
                  <a:moveTo>
                    <a:pt x="40" y="25"/>
                  </a:moveTo>
                  <a:cubicBezTo>
                    <a:pt x="38" y="34"/>
                    <a:pt x="36" y="43"/>
                    <a:pt x="35" y="52"/>
                  </a:cubicBezTo>
                  <a:cubicBezTo>
                    <a:pt x="33" y="61"/>
                    <a:pt x="31" y="70"/>
                    <a:pt x="29" y="79"/>
                  </a:cubicBezTo>
                  <a:cubicBezTo>
                    <a:pt x="29" y="81"/>
                    <a:pt x="28" y="82"/>
                    <a:pt x="27" y="81"/>
                  </a:cubicBezTo>
                  <a:cubicBezTo>
                    <a:pt x="23" y="81"/>
                    <a:pt x="19" y="81"/>
                    <a:pt x="16" y="80"/>
                  </a:cubicBezTo>
                  <a:cubicBezTo>
                    <a:pt x="14" y="80"/>
                    <a:pt x="14" y="80"/>
                    <a:pt x="14" y="78"/>
                  </a:cubicBezTo>
                  <a:cubicBezTo>
                    <a:pt x="10" y="60"/>
                    <a:pt x="6" y="42"/>
                    <a:pt x="3" y="23"/>
                  </a:cubicBezTo>
                  <a:cubicBezTo>
                    <a:pt x="2" y="19"/>
                    <a:pt x="1" y="14"/>
                    <a:pt x="0" y="10"/>
                  </a:cubicBezTo>
                  <a:cubicBezTo>
                    <a:pt x="0" y="8"/>
                    <a:pt x="0" y="8"/>
                    <a:pt x="2" y="7"/>
                  </a:cubicBezTo>
                  <a:cubicBezTo>
                    <a:pt x="5" y="7"/>
                    <a:pt x="8" y="7"/>
                    <a:pt x="12" y="6"/>
                  </a:cubicBezTo>
                  <a:cubicBezTo>
                    <a:pt x="13" y="6"/>
                    <a:pt x="13" y="7"/>
                    <a:pt x="14" y="8"/>
                  </a:cubicBezTo>
                  <a:cubicBezTo>
                    <a:pt x="15" y="18"/>
                    <a:pt x="17" y="28"/>
                    <a:pt x="18" y="38"/>
                  </a:cubicBezTo>
                  <a:cubicBezTo>
                    <a:pt x="20" y="46"/>
                    <a:pt x="21" y="54"/>
                    <a:pt x="23" y="63"/>
                  </a:cubicBezTo>
                  <a:cubicBezTo>
                    <a:pt x="24" y="56"/>
                    <a:pt x="25" y="50"/>
                    <a:pt x="26" y="44"/>
                  </a:cubicBezTo>
                  <a:cubicBezTo>
                    <a:pt x="29" y="31"/>
                    <a:pt x="32" y="19"/>
                    <a:pt x="34" y="6"/>
                  </a:cubicBezTo>
                  <a:cubicBezTo>
                    <a:pt x="34" y="5"/>
                    <a:pt x="35" y="4"/>
                    <a:pt x="36" y="4"/>
                  </a:cubicBezTo>
                  <a:cubicBezTo>
                    <a:pt x="40" y="4"/>
                    <a:pt x="43" y="4"/>
                    <a:pt x="47" y="3"/>
                  </a:cubicBezTo>
                  <a:cubicBezTo>
                    <a:pt x="49" y="3"/>
                    <a:pt x="50" y="4"/>
                    <a:pt x="50" y="5"/>
                  </a:cubicBezTo>
                  <a:cubicBezTo>
                    <a:pt x="52" y="18"/>
                    <a:pt x="54" y="30"/>
                    <a:pt x="57" y="42"/>
                  </a:cubicBezTo>
                  <a:cubicBezTo>
                    <a:pt x="58" y="49"/>
                    <a:pt x="59" y="56"/>
                    <a:pt x="61" y="63"/>
                  </a:cubicBezTo>
                  <a:cubicBezTo>
                    <a:pt x="62" y="60"/>
                    <a:pt x="62" y="56"/>
                    <a:pt x="63" y="53"/>
                  </a:cubicBezTo>
                  <a:cubicBezTo>
                    <a:pt x="66" y="36"/>
                    <a:pt x="69" y="20"/>
                    <a:pt x="72" y="4"/>
                  </a:cubicBezTo>
                  <a:cubicBezTo>
                    <a:pt x="72" y="2"/>
                    <a:pt x="72" y="2"/>
                    <a:pt x="73" y="2"/>
                  </a:cubicBezTo>
                  <a:cubicBezTo>
                    <a:pt x="77" y="1"/>
                    <a:pt x="82" y="1"/>
                    <a:pt x="86" y="1"/>
                  </a:cubicBezTo>
                  <a:cubicBezTo>
                    <a:pt x="88" y="0"/>
                    <a:pt x="87" y="2"/>
                    <a:pt x="87" y="3"/>
                  </a:cubicBezTo>
                  <a:cubicBezTo>
                    <a:pt x="85" y="9"/>
                    <a:pt x="84" y="15"/>
                    <a:pt x="82" y="21"/>
                  </a:cubicBezTo>
                  <a:cubicBezTo>
                    <a:pt x="78" y="41"/>
                    <a:pt x="73" y="61"/>
                    <a:pt x="69" y="81"/>
                  </a:cubicBezTo>
                  <a:cubicBezTo>
                    <a:pt x="68" y="84"/>
                    <a:pt x="67" y="84"/>
                    <a:pt x="65" y="84"/>
                  </a:cubicBezTo>
                  <a:cubicBezTo>
                    <a:pt x="61" y="83"/>
                    <a:pt x="58" y="83"/>
                    <a:pt x="54" y="83"/>
                  </a:cubicBezTo>
                  <a:cubicBezTo>
                    <a:pt x="52" y="83"/>
                    <a:pt x="52" y="82"/>
                    <a:pt x="51" y="81"/>
                  </a:cubicBezTo>
                  <a:cubicBezTo>
                    <a:pt x="48" y="63"/>
                    <a:pt x="44" y="45"/>
                    <a:pt x="41" y="27"/>
                  </a:cubicBezTo>
                  <a:cubicBezTo>
                    <a:pt x="41" y="26"/>
                    <a:pt x="41" y="26"/>
                    <a:pt x="40" y="25"/>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86" name="グループ化 85">
            <a:extLst>
              <a:ext uri="{FF2B5EF4-FFF2-40B4-BE49-F238E27FC236}">
                <a16:creationId xmlns:a16="http://schemas.microsoft.com/office/drawing/2014/main" id="{32866D93-C24B-77D8-1635-51E3DFA5E2BF}"/>
              </a:ext>
            </a:extLst>
          </p:cNvPr>
          <p:cNvGrpSpPr/>
          <p:nvPr/>
        </p:nvGrpSpPr>
        <p:grpSpPr>
          <a:xfrm>
            <a:off x="9694511" y="4109987"/>
            <a:ext cx="355692" cy="352312"/>
            <a:chOff x="4441825" y="741362"/>
            <a:chExt cx="420687" cy="420688"/>
          </a:xfrm>
        </p:grpSpPr>
        <p:sp>
          <p:nvSpPr>
            <p:cNvPr id="87" name="Freeform 53">
              <a:extLst>
                <a:ext uri="{FF2B5EF4-FFF2-40B4-BE49-F238E27FC236}">
                  <a16:creationId xmlns:a16="http://schemas.microsoft.com/office/drawing/2014/main" id="{939FBA50-1D6A-488F-9B5E-4FDB38F79C9F}"/>
                </a:ext>
              </a:extLst>
            </p:cNvPr>
            <p:cNvSpPr>
              <a:spLocks/>
            </p:cNvSpPr>
            <p:nvPr/>
          </p:nvSpPr>
          <p:spPr bwMode="auto">
            <a:xfrm>
              <a:off x="4441825" y="741362"/>
              <a:ext cx="420687" cy="420688"/>
            </a:xfrm>
            <a:custGeom>
              <a:avLst/>
              <a:gdLst>
                <a:gd name="T0" fmla="*/ 0 w 245"/>
                <a:gd name="T1" fmla="*/ 123 h 245"/>
                <a:gd name="T2" fmla="*/ 0 w 245"/>
                <a:gd name="T3" fmla="*/ 28 h 245"/>
                <a:gd name="T4" fmla="*/ 2 w 245"/>
                <a:gd name="T5" fmla="*/ 25 h 245"/>
                <a:gd name="T6" fmla="*/ 72 w 245"/>
                <a:gd name="T7" fmla="*/ 13 h 245"/>
                <a:gd name="T8" fmla="*/ 140 w 245"/>
                <a:gd name="T9" fmla="*/ 1 h 245"/>
                <a:gd name="T10" fmla="*/ 140 w 245"/>
                <a:gd name="T11" fmla="*/ 1 h 245"/>
                <a:gd name="T12" fmla="*/ 144 w 245"/>
                <a:gd name="T13" fmla="*/ 3 h 245"/>
                <a:gd name="T14" fmla="*/ 144 w 245"/>
                <a:gd name="T15" fmla="*/ 27 h 245"/>
                <a:gd name="T16" fmla="*/ 146 w 245"/>
                <a:gd name="T17" fmla="*/ 30 h 245"/>
                <a:gd name="T18" fmla="*/ 236 w 245"/>
                <a:gd name="T19" fmla="*/ 30 h 245"/>
                <a:gd name="T20" fmla="*/ 240 w 245"/>
                <a:gd name="T21" fmla="*/ 30 h 245"/>
                <a:gd name="T22" fmla="*/ 245 w 245"/>
                <a:gd name="T23" fmla="*/ 35 h 245"/>
                <a:gd name="T24" fmla="*/ 245 w 245"/>
                <a:gd name="T25" fmla="*/ 38 h 245"/>
                <a:gd name="T26" fmla="*/ 245 w 245"/>
                <a:gd name="T27" fmla="*/ 204 h 245"/>
                <a:gd name="T28" fmla="*/ 237 w 245"/>
                <a:gd name="T29" fmla="*/ 212 h 245"/>
                <a:gd name="T30" fmla="*/ 146 w 245"/>
                <a:gd name="T31" fmla="*/ 212 h 245"/>
                <a:gd name="T32" fmla="*/ 144 w 245"/>
                <a:gd name="T33" fmla="*/ 215 h 245"/>
                <a:gd name="T34" fmla="*/ 144 w 245"/>
                <a:gd name="T35" fmla="*/ 243 h 245"/>
                <a:gd name="T36" fmla="*/ 142 w 245"/>
                <a:gd name="T37" fmla="*/ 245 h 245"/>
                <a:gd name="T38" fmla="*/ 38 w 245"/>
                <a:gd name="T39" fmla="*/ 227 h 245"/>
                <a:gd name="T40" fmla="*/ 2 w 245"/>
                <a:gd name="T41" fmla="*/ 220 h 245"/>
                <a:gd name="T42" fmla="*/ 0 w 245"/>
                <a:gd name="T43" fmla="*/ 218 h 245"/>
                <a:gd name="T44" fmla="*/ 0 w 245"/>
                <a:gd name="T45" fmla="*/ 123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5" h="245">
                  <a:moveTo>
                    <a:pt x="0" y="123"/>
                  </a:moveTo>
                  <a:cubicBezTo>
                    <a:pt x="0" y="91"/>
                    <a:pt x="0" y="59"/>
                    <a:pt x="0" y="28"/>
                  </a:cubicBezTo>
                  <a:cubicBezTo>
                    <a:pt x="0" y="26"/>
                    <a:pt x="1" y="25"/>
                    <a:pt x="2" y="25"/>
                  </a:cubicBezTo>
                  <a:cubicBezTo>
                    <a:pt x="26" y="21"/>
                    <a:pt x="49" y="17"/>
                    <a:pt x="72" y="13"/>
                  </a:cubicBezTo>
                  <a:cubicBezTo>
                    <a:pt x="95" y="9"/>
                    <a:pt x="118" y="5"/>
                    <a:pt x="140" y="1"/>
                  </a:cubicBezTo>
                  <a:cubicBezTo>
                    <a:pt x="140" y="1"/>
                    <a:pt x="140" y="1"/>
                    <a:pt x="140" y="1"/>
                  </a:cubicBezTo>
                  <a:cubicBezTo>
                    <a:pt x="144" y="0"/>
                    <a:pt x="144" y="0"/>
                    <a:pt x="144" y="3"/>
                  </a:cubicBezTo>
                  <a:cubicBezTo>
                    <a:pt x="144" y="11"/>
                    <a:pt x="144" y="19"/>
                    <a:pt x="144" y="27"/>
                  </a:cubicBezTo>
                  <a:cubicBezTo>
                    <a:pt x="143" y="29"/>
                    <a:pt x="144" y="30"/>
                    <a:pt x="146" y="30"/>
                  </a:cubicBezTo>
                  <a:cubicBezTo>
                    <a:pt x="176" y="29"/>
                    <a:pt x="206" y="30"/>
                    <a:pt x="236" y="30"/>
                  </a:cubicBezTo>
                  <a:cubicBezTo>
                    <a:pt x="237" y="30"/>
                    <a:pt x="238" y="30"/>
                    <a:pt x="240" y="30"/>
                  </a:cubicBezTo>
                  <a:cubicBezTo>
                    <a:pt x="242" y="30"/>
                    <a:pt x="244" y="32"/>
                    <a:pt x="245" y="35"/>
                  </a:cubicBezTo>
                  <a:cubicBezTo>
                    <a:pt x="245" y="36"/>
                    <a:pt x="245" y="37"/>
                    <a:pt x="245" y="38"/>
                  </a:cubicBezTo>
                  <a:cubicBezTo>
                    <a:pt x="245" y="93"/>
                    <a:pt x="245" y="149"/>
                    <a:pt x="245" y="204"/>
                  </a:cubicBezTo>
                  <a:cubicBezTo>
                    <a:pt x="245" y="210"/>
                    <a:pt x="243" y="212"/>
                    <a:pt x="237" y="212"/>
                  </a:cubicBezTo>
                  <a:cubicBezTo>
                    <a:pt x="207" y="212"/>
                    <a:pt x="176" y="212"/>
                    <a:pt x="146" y="212"/>
                  </a:cubicBezTo>
                  <a:cubicBezTo>
                    <a:pt x="144" y="212"/>
                    <a:pt x="143" y="213"/>
                    <a:pt x="144" y="215"/>
                  </a:cubicBezTo>
                  <a:cubicBezTo>
                    <a:pt x="144" y="224"/>
                    <a:pt x="144" y="233"/>
                    <a:pt x="144" y="243"/>
                  </a:cubicBezTo>
                  <a:cubicBezTo>
                    <a:pt x="144" y="244"/>
                    <a:pt x="143" y="245"/>
                    <a:pt x="142" y="245"/>
                  </a:cubicBezTo>
                  <a:cubicBezTo>
                    <a:pt x="107" y="238"/>
                    <a:pt x="72" y="233"/>
                    <a:pt x="38" y="227"/>
                  </a:cubicBezTo>
                  <a:cubicBezTo>
                    <a:pt x="26" y="224"/>
                    <a:pt x="14" y="222"/>
                    <a:pt x="2" y="220"/>
                  </a:cubicBezTo>
                  <a:cubicBezTo>
                    <a:pt x="0" y="220"/>
                    <a:pt x="0" y="219"/>
                    <a:pt x="0" y="218"/>
                  </a:cubicBezTo>
                  <a:cubicBezTo>
                    <a:pt x="0" y="186"/>
                    <a:pt x="0" y="154"/>
                    <a:pt x="0" y="123"/>
                  </a:cubicBezTo>
                  <a:close/>
                </a:path>
              </a:pathLst>
            </a:custGeom>
            <a:solidFill>
              <a:srgbClr val="DD5D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88" name="Freeform 54">
              <a:extLst>
                <a:ext uri="{FF2B5EF4-FFF2-40B4-BE49-F238E27FC236}">
                  <a16:creationId xmlns:a16="http://schemas.microsoft.com/office/drawing/2014/main" id="{ADC28548-33B9-E76E-6DA8-CB2F1535DEFF}"/>
                </a:ext>
              </a:extLst>
            </p:cNvPr>
            <p:cNvSpPr>
              <a:spLocks/>
            </p:cNvSpPr>
            <p:nvPr/>
          </p:nvSpPr>
          <p:spPr bwMode="auto">
            <a:xfrm>
              <a:off x="4687888" y="806450"/>
              <a:ext cx="160337" cy="285750"/>
            </a:xfrm>
            <a:custGeom>
              <a:avLst/>
              <a:gdLst>
                <a:gd name="T0" fmla="*/ 1 w 94"/>
                <a:gd name="T1" fmla="*/ 92 h 166"/>
                <a:gd name="T2" fmla="*/ 19 w 94"/>
                <a:gd name="T3" fmla="*/ 96 h 166"/>
                <a:gd name="T4" fmla="*/ 52 w 94"/>
                <a:gd name="T5" fmla="*/ 67 h 166"/>
                <a:gd name="T6" fmla="*/ 46 w 94"/>
                <a:gd name="T7" fmla="*/ 60 h 166"/>
                <a:gd name="T8" fmla="*/ 19 w 94"/>
                <a:gd name="T9" fmla="*/ 60 h 166"/>
                <a:gd name="T10" fmla="*/ 17 w 94"/>
                <a:gd name="T11" fmla="*/ 58 h 166"/>
                <a:gd name="T12" fmla="*/ 17 w 94"/>
                <a:gd name="T13" fmla="*/ 27 h 166"/>
                <a:gd name="T14" fmla="*/ 14 w 94"/>
                <a:gd name="T15" fmla="*/ 24 h 166"/>
                <a:gd name="T16" fmla="*/ 2 w 94"/>
                <a:gd name="T17" fmla="*/ 27 h 166"/>
                <a:gd name="T18" fmla="*/ 1 w 94"/>
                <a:gd name="T19" fmla="*/ 26 h 166"/>
                <a:gd name="T20" fmla="*/ 1 w 94"/>
                <a:gd name="T21" fmla="*/ 2 h 166"/>
                <a:gd name="T22" fmla="*/ 2 w 94"/>
                <a:gd name="T23" fmla="*/ 0 h 166"/>
                <a:gd name="T24" fmla="*/ 92 w 94"/>
                <a:gd name="T25" fmla="*/ 0 h 166"/>
                <a:gd name="T26" fmla="*/ 94 w 94"/>
                <a:gd name="T27" fmla="*/ 2 h 166"/>
                <a:gd name="T28" fmla="*/ 94 w 94"/>
                <a:gd name="T29" fmla="*/ 3 h 166"/>
                <a:gd name="T30" fmla="*/ 94 w 94"/>
                <a:gd name="T31" fmla="*/ 163 h 166"/>
                <a:gd name="T32" fmla="*/ 91 w 94"/>
                <a:gd name="T33" fmla="*/ 166 h 166"/>
                <a:gd name="T34" fmla="*/ 3 w 94"/>
                <a:gd name="T35" fmla="*/ 166 h 166"/>
                <a:gd name="T36" fmla="*/ 1 w 94"/>
                <a:gd name="T37" fmla="*/ 163 h 166"/>
                <a:gd name="T38" fmla="*/ 1 w 94"/>
                <a:gd name="T39" fmla="*/ 148 h 166"/>
                <a:gd name="T40" fmla="*/ 3 w 94"/>
                <a:gd name="T41" fmla="*/ 146 h 166"/>
                <a:gd name="T42" fmla="*/ 67 w 94"/>
                <a:gd name="T43" fmla="*/ 146 h 166"/>
                <a:gd name="T44" fmla="*/ 69 w 94"/>
                <a:gd name="T45" fmla="*/ 143 h 166"/>
                <a:gd name="T46" fmla="*/ 69 w 94"/>
                <a:gd name="T47" fmla="*/ 137 h 166"/>
                <a:gd name="T48" fmla="*/ 67 w 94"/>
                <a:gd name="T49" fmla="*/ 134 h 166"/>
                <a:gd name="T50" fmla="*/ 10 w 94"/>
                <a:gd name="T51" fmla="*/ 134 h 166"/>
                <a:gd name="T52" fmla="*/ 2 w 94"/>
                <a:gd name="T53" fmla="*/ 134 h 166"/>
                <a:gd name="T54" fmla="*/ 1 w 94"/>
                <a:gd name="T55" fmla="*/ 133 h 166"/>
                <a:gd name="T56" fmla="*/ 1 w 94"/>
                <a:gd name="T57" fmla="*/ 122 h 166"/>
                <a:gd name="T58" fmla="*/ 3 w 94"/>
                <a:gd name="T59" fmla="*/ 120 h 166"/>
                <a:gd name="T60" fmla="*/ 28 w 94"/>
                <a:gd name="T61" fmla="*/ 120 h 166"/>
                <a:gd name="T62" fmla="*/ 67 w 94"/>
                <a:gd name="T63" fmla="*/ 120 h 166"/>
                <a:gd name="T64" fmla="*/ 69 w 94"/>
                <a:gd name="T65" fmla="*/ 118 h 166"/>
                <a:gd name="T66" fmla="*/ 69 w 94"/>
                <a:gd name="T67" fmla="*/ 111 h 166"/>
                <a:gd name="T68" fmla="*/ 67 w 94"/>
                <a:gd name="T69" fmla="*/ 109 h 166"/>
                <a:gd name="T70" fmla="*/ 49 w 94"/>
                <a:gd name="T71" fmla="*/ 109 h 166"/>
                <a:gd name="T72" fmla="*/ 3 w 94"/>
                <a:gd name="T73" fmla="*/ 109 h 166"/>
                <a:gd name="T74" fmla="*/ 1 w 94"/>
                <a:gd name="T75" fmla="*/ 107 h 166"/>
                <a:gd name="T76" fmla="*/ 1 w 94"/>
                <a:gd name="T77" fmla="*/ 92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166">
                  <a:moveTo>
                    <a:pt x="1" y="92"/>
                  </a:moveTo>
                  <a:cubicBezTo>
                    <a:pt x="7" y="95"/>
                    <a:pt x="13" y="96"/>
                    <a:pt x="19" y="96"/>
                  </a:cubicBezTo>
                  <a:cubicBezTo>
                    <a:pt x="34" y="95"/>
                    <a:pt x="49" y="82"/>
                    <a:pt x="52" y="67"/>
                  </a:cubicBezTo>
                  <a:cubicBezTo>
                    <a:pt x="53" y="60"/>
                    <a:pt x="53" y="60"/>
                    <a:pt x="46" y="60"/>
                  </a:cubicBezTo>
                  <a:cubicBezTo>
                    <a:pt x="37" y="60"/>
                    <a:pt x="28" y="60"/>
                    <a:pt x="19" y="60"/>
                  </a:cubicBezTo>
                  <a:cubicBezTo>
                    <a:pt x="17" y="60"/>
                    <a:pt x="17" y="60"/>
                    <a:pt x="17" y="58"/>
                  </a:cubicBezTo>
                  <a:cubicBezTo>
                    <a:pt x="17" y="47"/>
                    <a:pt x="17" y="37"/>
                    <a:pt x="17" y="27"/>
                  </a:cubicBezTo>
                  <a:cubicBezTo>
                    <a:pt x="17" y="25"/>
                    <a:pt x="16" y="24"/>
                    <a:pt x="14" y="24"/>
                  </a:cubicBezTo>
                  <a:cubicBezTo>
                    <a:pt x="10" y="25"/>
                    <a:pt x="6" y="25"/>
                    <a:pt x="2" y="27"/>
                  </a:cubicBezTo>
                  <a:cubicBezTo>
                    <a:pt x="1" y="28"/>
                    <a:pt x="1" y="28"/>
                    <a:pt x="1" y="26"/>
                  </a:cubicBezTo>
                  <a:cubicBezTo>
                    <a:pt x="1" y="18"/>
                    <a:pt x="1" y="10"/>
                    <a:pt x="1" y="2"/>
                  </a:cubicBezTo>
                  <a:cubicBezTo>
                    <a:pt x="1" y="1"/>
                    <a:pt x="1" y="0"/>
                    <a:pt x="2" y="0"/>
                  </a:cubicBezTo>
                  <a:cubicBezTo>
                    <a:pt x="32" y="0"/>
                    <a:pt x="62" y="0"/>
                    <a:pt x="92" y="0"/>
                  </a:cubicBezTo>
                  <a:cubicBezTo>
                    <a:pt x="93" y="0"/>
                    <a:pt x="94" y="0"/>
                    <a:pt x="94" y="2"/>
                  </a:cubicBezTo>
                  <a:cubicBezTo>
                    <a:pt x="94" y="2"/>
                    <a:pt x="94" y="2"/>
                    <a:pt x="94" y="3"/>
                  </a:cubicBezTo>
                  <a:cubicBezTo>
                    <a:pt x="94" y="56"/>
                    <a:pt x="94" y="110"/>
                    <a:pt x="94" y="163"/>
                  </a:cubicBezTo>
                  <a:cubicBezTo>
                    <a:pt x="94" y="165"/>
                    <a:pt x="93" y="166"/>
                    <a:pt x="91" y="166"/>
                  </a:cubicBezTo>
                  <a:cubicBezTo>
                    <a:pt x="62" y="166"/>
                    <a:pt x="32" y="166"/>
                    <a:pt x="3" y="166"/>
                  </a:cubicBezTo>
                  <a:cubicBezTo>
                    <a:pt x="1" y="166"/>
                    <a:pt x="0" y="166"/>
                    <a:pt x="1" y="163"/>
                  </a:cubicBezTo>
                  <a:cubicBezTo>
                    <a:pt x="1" y="158"/>
                    <a:pt x="1" y="153"/>
                    <a:pt x="1" y="148"/>
                  </a:cubicBezTo>
                  <a:cubicBezTo>
                    <a:pt x="0" y="146"/>
                    <a:pt x="1" y="146"/>
                    <a:pt x="3" y="146"/>
                  </a:cubicBezTo>
                  <a:cubicBezTo>
                    <a:pt x="24" y="146"/>
                    <a:pt x="45" y="146"/>
                    <a:pt x="67" y="146"/>
                  </a:cubicBezTo>
                  <a:cubicBezTo>
                    <a:pt x="69" y="146"/>
                    <a:pt x="69" y="145"/>
                    <a:pt x="69" y="143"/>
                  </a:cubicBezTo>
                  <a:cubicBezTo>
                    <a:pt x="69" y="141"/>
                    <a:pt x="69" y="139"/>
                    <a:pt x="69" y="137"/>
                  </a:cubicBezTo>
                  <a:cubicBezTo>
                    <a:pt x="69" y="135"/>
                    <a:pt x="69" y="134"/>
                    <a:pt x="67" y="134"/>
                  </a:cubicBezTo>
                  <a:cubicBezTo>
                    <a:pt x="48" y="134"/>
                    <a:pt x="29" y="134"/>
                    <a:pt x="10" y="134"/>
                  </a:cubicBezTo>
                  <a:cubicBezTo>
                    <a:pt x="7" y="134"/>
                    <a:pt x="5" y="134"/>
                    <a:pt x="2" y="134"/>
                  </a:cubicBezTo>
                  <a:cubicBezTo>
                    <a:pt x="1" y="135"/>
                    <a:pt x="1" y="134"/>
                    <a:pt x="1" y="133"/>
                  </a:cubicBezTo>
                  <a:cubicBezTo>
                    <a:pt x="1" y="129"/>
                    <a:pt x="1" y="125"/>
                    <a:pt x="1" y="122"/>
                  </a:cubicBezTo>
                  <a:cubicBezTo>
                    <a:pt x="0" y="120"/>
                    <a:pt x="1" y="120"/>
                    <a:pt x="3" y="120"/>
                  </a:cubicBezTo>
                  <a:cubicBezTo>
                    <a:pt x="11" y="120"/>
                    <a:pt x="19" y="120"/>
                    <a:pt x="28" y="120"/>
                  </a:cubicBezTo>
                  <a:cubicBezTo>
                    <a:pt x="41" y="120"/>
                    <a:pt x="54" y="120"/>
                    <a:pt x="67" y="120"/>
                  </a:cubicBezTo>
                  <a:cubicBezTo>
                    <a:pt x="69" y="120"/>
                    <a:pt x="69" y="119"/>
                    <a:pt x="69" y="118"/>
                  </a:cubicBezTo>
                  <a:cubicBezTo>
                    <a:pt x="69" y="115"/>
                    <a:pt x="69" y="113"/>
                    <a:pt x="69" y="111"/>
                  </a:cubicBezTo>
                  <a:cubicBezTo>
                    <a:pt x="69" y="109"/>
                    <a:pt x="69" y="109"/>
                    <a:pt x="67" y="109"/>
                  </a:cubicBezTo>
                  <a:cubicBezTo>
                    <a:pt x="61" y="109"/>
                    <a:pt x="55" y="109"/>
                    <a:pt x="49" y="109"/>
                  </a:cubicBezTo>
                  <a:cubicBezTo>
                    <a:pt x="33" y="109"/>
                    <a:pt x="18" y="109"/>
                    <a:pt x="3" y="109"/>
                  </a:cubicBezTo>
                  <a:cubicBezTo>
                    <a:pt x="1" y="109"/>
                    <a:pt x="0" y="108"/>
                    <a:pt x="1" y="107"/>
                  </a:cubicBezTo>
                  <a:cubicBezTo>
                    <a:pt x="1" y="102"/>
                    <a:pt x="1" y="97"/>
                    <a:pt x="1" y="92"/>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89" name="Freeform 55">
              <a:extLst>
                <a:ext uri="{FF2B5EF4-FFF2-40B4-BE49-F238E27FC236}">
                  <a16:creationId xmlns:a16="http://schemas.microsoft.com/office/drawing/2014/main" id="{4F6EAE2D-86FA-C826-7B24-431516B7CFB9}"/>
                </a:ext>
              </a:extLst>
            </p:cNvPr>
            <p:cNvSpPr>
              <a:spLocks/>
            </p:cNvSpPr>
            <p:nvPr/>
          </p:nvSpPr>
          <p:spPr bwMode="auto">
            <a:xfrm>
              <a:off x="4525963" y="869950"/>
              <a:ext cx="93662" cy="158750"/>
            </a:xfrm>
            <a:custGeom>
              <a:avLst/>
              <a:gdLst>
                <a:gd name="T0" fmla="*/ 0 w 54"/>
                <a:gd name="T1" fmla="*/ 46 h 92"/>
                <a:gd name="T2" fmla="*/ 0 w 54"/>
                <a:gd name="T3" fmla="*/ 4 h 92"/>
                <a:gd name="T4" fmla="*/ 2 w 54"/>
                <a:gd name="T5" fmla="*/ 1 h 92"/>
                <a:gd name="T6" fmla="*/ 28 w 54"/>
                <a:gd name="T7" fmla="*/ 0 h 92"/>
                <a:gd name="T8" fmla="*/ 53 w 54"/>
                <a:gd name="T9" fmla="*/ 22 h 92"/>
                <a:gd name="T10" fmla="*/ 45 w 54"/>
                <a:gd name="T11" fmla="*/ 51 h 92"/>
                <a:gd name="T12" fmla="*/ 26 w 54"/>
                <a:gd name="T13" fmla="*/ 60 h 92"/>
                <a:gd name="T14" fmla="*/ 20 w 54"/>
                <a:gd name="T15" fmla="*/ 59 h 92"/>
                <a:gd name="T16" fmla="*/ 17 w 54"/>
                <a:gd name="T17" fmla="*/ 62 h 92"/>
                <a:gd name="T18" fmla="*/ 17 w 54"/>
                <a:gd name="T19" fmla="*/ 89 h 92"/>
                <a:gd name="T20" fmla="*/ 14 w 54"/>
                <a:gd name="T21" fmla="*/ 91 h 92"/>
                <a:gd name="T22" fmla="*/ 3 w 54"/>
                <a:gd name="T23" fmla="*/ 90 h 92"/>
                <a:gd name="T24" fmla="*/ 0 w 54"/>
                <a:gd name="T25" fmla="*/ 87 h 92"/>
                <a:gd name="T26" fmla="*/ 0 w 54"/>
                <a:gd name="T27"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92">
                  <a:moveTo>
                    <a:pt x="0" y="46"/>
                  </a:moveTo>
                  <a:cubicBezTo>
                    <a:pt x="0" y="32"/>
                    <a:pt x="0" y="18"/>
                    <a:pt x="0" y="4"/>
                  </a:cubicBezTo>
                  <a:cubicBezTo>
                    <a:pt x="0" y="2"/>
                    <a:pt x="1" y="1"/>
                    <a:pt x="2" y="1"/>
                  </a:cubicBezTo>
                  <a:cubicBezTo>
                    <a:pt x="11" y="1"/>
                    <a:pt x="19" y="0"/>
                    <a:pt x="28" y="0"/>
                  </a:cubicBezTo>
                  <a:cubicBezTo>
                    <a:pt x="43" y="0"/>
                    <a:pt x="51" y="7"/>
                    <a:pt x="53" y="22"/>
                  </a:cubicBezTo>
                  <a:cubicBezTo>
                    <a:pt x="54" y="32"/>
                    <a:pt x="52" y="42"/>
                    <a:pt x="45" y="51"/>
                  </a:cubicBezTo>
                  <a:cubicBezTo>
                    <a:pt x="40" y="56"/>
                    <a:pt x="34" y="60"/>
                    <a:pt x="26" y="60"/>
                  </a:cubicBezTo>
                  <a:cubicBezTo>
                    <a:pt x="24" y="59"/>
                    <a:pt x="22" y="60"/>
                    <a:pt x="20" y="59"/>
                  </a:cubicBezTo>
                  <a:cubicBezTo>
                    <a:pt x="17" y="59"/>
                    <a:pt x="17" y="60"/>
                    <a:pt x="17" y="62"/>
                  </a:cubicBezTo>
                  <a:cubicBezTo>
                    <a:pt x="17" y="71"/>
                    <a:pt x="17" y="80"/>
                    <a:pt x="17" y="89"/>
                  </a:cubicBezTo>
                  <a:cubicBezTo>
                    <a:pt x="17" y="91"/>
                    <a:pt x="16" y="92"/>
                    <a:pt x="14" y="91"/>
                  </a:cubicBezTo>
                  <a:cubicBezTo>
                    <a:pt x="11" y="91"/>
                    <a:pt x="7" y="90"/>
                    <a:pt x="3" y="90"/>
                  </a:cubicBezTo>
                  <a:cubicBezTo>
                    <a:pt x="1" y="90"/>
                    <a:pt x="0" y="89"/>
                    <a:pt x="0" y="87"/>
                  </a:cubicBezTo>
                  <a:cubicBezTo>
                    <a:pt x="0" y="73"/>
                    <a:pt x="0" y="59"/>
                    <a:pt x="0" y="4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0" name="Freeform 56">
              <a:extLst>
                <a:ext uri="{FF2B5EF4-FFF2-40B4-BE49-F238E27FC236}">
                  <a16:creationId xmlns:a16="http://schemas.microsoft.com/office/drawing/2014/main" id="{51F9AFD0-837C-0786-E41E-0CC28B9C9E98}"/>
                </a:ext>
              </a:extLst>
            </p:cNvPr>
            <p:cNvSpPr>
              <a:spLocks/>
            </p:cNvSpPr>
            <p:nvPr/>
          </p:nvSpPr>
          <p:spPr bwMode="auto">
            <a:xfrm>
              <a:off x="4729163" y="838200"/>
              <a:ext cx="61912" cy="61913"/>
            </a:xfrm>
            <a:custGeom>
              <a:avLst/>
              <a:gdLst>
                <a:gd name="T0" fmla="*/ 0 w 36"/>
                <a:gd name="T1" fmla="*/ 18 h 36"/>
                <a:gd name="T2" fmla="*/ 0 w 36"/>
                <a:gd name="T3" fmla="*/ 2 h 36"/>
                <a:gd name="T4" fmla="*/ 2 w 36"/>
                <a:gd name="T5" fmla="*/ 0 h 36"/>
                <a:gd name="T6" fmla="*/ 36 w 36"/>
                <a:gd name="T7" fmla="*/ 33 h 36"/>
                <a:gd name="T8" fmla="*/ 33 w 36"/>
                <a:gd name="T9" fmla="*/ 36 h 36"/>
                <a:gd name="T10" fmla="*/ 2 w 36"/>
                <a:gd name="T11" fmla="*/ 36 h 36"/>
                <a:gd name="T12" fmla="*/ 0 w 36"/>
                <a:gd name="T13" fmla="*/ 34 h 36"/>
                <a:gd name="T14" fmla="*/ 0 w 36"/>
                <a:gd name="T15" fmla="*/ 1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6">
                  <a:moveTo>
                    <a:pt x="0" y="18"/>
                  </a:moveTo>
                  <a:cubicBezTo>
                    <a:pt x="0" y="13"/>
                    <a:pt x="0" y="7"/>
                    <a:pt x="0" y="2"/>
                  </a:cubicBezTo>
                  <a:cubicBezTo>
                    <a:pt x="0" y="0"/>
                    <a:pt x="0" y="0"/>
                    <a:pt x="2" y="0"/>
                  </a:cubicBezTo>
                  <a:cubicBezTo>
                    <a:pt x="19" y="1"/>
                    <a:pt x="35" y="16"/>
                    <a:pt x="36" y="33"/>
                  </a:cubicBezTo>
                  <a:cubicBezTo>
                    <a:pt x="36" y="35"/>
                    <a:pt x="35" y="36"/>
                    <a:pt x="33" y="36"/>
                  </a:cubicBezTo>
                  <a:cubicBezTo>
                    <a:pt x="23" y="36"/>
                    <a:pt x="12" y="36"/>
                    <a:pt x="2" y="36"/>
                  </a:cubicBezTo>
                  <a:cubicBezTo>
                    <a:pt x="0" y="36"/>
                    <a:pt x="0" y="35"/>
                    <a:pt x="0" y="34"/>
                  </a:cubicBezTo>
                  <a:cubicBezTo>
                    <a:pt x="0" y="28"/>
                    <a:pt x="0" y="23"/>
                    <a:pt x="0" y="18"/>
                  </a:cubicBezTo>
                  <a:close/>
                </a:path>
              </a:pathLst>
            </a:custGeom>
            <a:solidFill>
              <a:srgbClr val="DD5D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1" name="Freeform 57">
              <a:extLst>
                <a:ext uri="{FF2B5EF4-FFF2-40B4-BE49-F238E27FC236}">
                  <a16:creationId xmlns:a16="http://schemas.microsoft.com/office/drawing/2014/main" id="{662ED2CC-3BB5-B46D-87D7-4197F55A8820}"/>
                </a:ext>
              </a:extLst>
            </p:cNvPr>
            <p:cNvSpPr>
              <a:spLocks/>
            </p:cNvSpPr>
            <p:nvPr/>
          </p:nvSpPr>
          <p:spPr bwMode="auto">
            <a:xfrm>
              <a:off x="4554538" y="898525"/>
              <a:ext cx="33337" cy="47625"/>
            </a:xfrm>
            <a:custGeom>
              <a:avLst/>
              <a:gdLst>
                <a:gd name="T0" fmla="*/ 0 w 20"/>
                <a:gd name="T1" fmla="*/ 14 h 28"/>
                <a:gd name="T2" fmla="*/ 0 w 20"/>
                <a:gd name="T3" fmla="*/ 3 h 28"/>
                <a:gd name="T4" fmla="*/ 3 w 20"/>
                <a:gd name="T5" fmla="*/ 1 h 28"/>
                <a:gd name="T6" fmla="*/ 10 w 20"/>
                <a:gd name="T7" fmla="*/ 0 h 28"/>
                <a:gd name="T8" fmla="*/ 19 w 20"/>
                <a:gd name="T9" fmla="*/ 15 h 28"/>
                <a:gd name="T10" fmla="*/ 18 w 20"/>
                <a:gd name="T11" fmla="*/ 21 h 28"/>
                <a:gd name="T12" fmla="*/ 6 w 20"/>
                <a:gd name="T13" fmla="*/ 28 h 28"/>
                <a:gd name="T14" fmla="*/ 0 w 20"/>
                <a:gd name="T15" fmla="*/ 22 h 28"/>
                <a:gd name="T16" fmla="*/ 0 w 20"/>
                <a:gd name="T17" fmla="*/ 14 h 28"/>
                <a:gd name="T18" fmla="*/ 0 w 20"/>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8">
                  <a:moveTo>
                    <a:pt x="0" y="14"/>
                  </a:moveTo>
                  <a:cubicBezTo>
                    <a:pt x="0" y="11"/>
                    <a:pt x="0" y="7"/>
                    <a:pt x="0" y="3"/>
                  </a:cubicBezTo>
                  <a:cubicBezTo>
                    <a:pt x="0" y="2"/>
                    <a:pt x="1" y="1"/>
                    <a:pt x="3" y="1"/>
                  </a:cubicBezTo>
                  <a:cubicBezTo>
                    <a:pt x="5" y="0"/>
                    <a:pt x="8" y="0"/>
                    <a:pt x="10" y="0"/>
                  </a:cubicBezTo>
                  <a:cubicBezTo>
                    <a:pt x="17" y="2"/>
                    <a:pt x="20" y="7"/>
                    <a:pt x="19" y="15"/>
                  </a:cubicBezTo>
                  <a:cubicBezTo>
                    <a:pt x="19" y="17"/>
                    <a:pt x="18" y="19"/>
                    <a:pt x="18" y="21"/>
                  </a:cubicBezTo>
                  <a:cubicBezTo>
                    <a:pt x="16" y="26"/>
                    <a:pt x="12" y="28"/>
                    <a:pt x="6" y="28"/>
                  </a:cubicBezTo>
                  <a:cubicBezTo>
                    <a:pt x="0" y="27"/>
                    <a:pt x="0" y="27"/>
                    <a:pt x="0" y="22"/>
                  </a:cubicBezTo>
                  <a:cubicBezTo>
                    <a:pt x="0" y="19"/>
                    <a:pt x="0" y="17"/>
                    <a:pt x="0" y="14"/>
                  </a:cubicBezTo>
                  <a:cubicBezTo>
                    <a:pt x="0" y="14"/>
                    <a:pt x="0" y="14"/>
                    <a:pt x="0" y="14"/>
                  </a:cubicBezTo>
                  <a:close/>
                </a:path>
              </a:pathLst>
            </a:custGeom>
            <a:solidFill>
              <a:srgbClr val="DD5D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92" name="グループ化 91">
            <a:extLst>
              <a:ext uri="{FF2B5EF4-FFF2-40B4-BE49-F238E27FC236}">
                <a16:creationId xmlns:a16="http://schemas.microsoft.com/office/drawing/2014/main" id="{C8776705-84B2-609C-79E1-14E7DC2B298F}"/>
              </a:ext>
            </a:extLst>
          </p:cNvPr>
          <p:cNvGrpSpPr/>
          <p:nvPr/>
        </p:nvGrpSpPr>
        <p:grpSpPr>
          <a:xfrm>
            <a:off x="2227066" y="4403801"/>
            <a:ext cx="550962" cy="598177"/>
            <a:chOff x="5624514" y="1677989"/>
            <a:chExt cx="301625" cy="412750"/>
          </a:xfrm>
        </p:grpSpPr>
        <p:sp>
          <p:nvSpPr>
            <p:cNvPr id="93" name="Freeform 141">
              <a:extLst>
                <a:ext uri="{FF2B5EF4-FFF2-40B4-BE49-F238E27FC236}">
                  <a16:creationId xmlns:a16="http://schemas.microsoft.com/office/drawing/2014/main" id="{3446A471-899D-A842-89DA-79769269026A}"/>
                </a:ext>
              </a:extLst>
            </p:cNvPr>
            <p:cNvSpPr>
              <a:spLocks/>
            </p:cNvSpPr>
            <p:nvPr/>
          </p:nvSpPr>
          <p:spPr bwMode="auto">
            <a:xfrm>
              <a:off x="5624514" y="1677989"/>
              <a:ext cx="198438" cy="412750"/>
            </a:xfrm>
            <a:custGeom>
              <a:avLst/>
              <a:gdLst>
                <a:gd name="T0" fmla="*/ 54 w 119"/>
                <a:gd name="T1" fmla="*/ 245 h 245"/>
                <a:gd name="T2" fmla="*/ 63 w 119"/>
                <a:gd name="T3" fmla="*/ 221 h 245"/>
                <a:gd name="T4" fmla="*/ 18 w 119"/>
                <a:gd name="T5" fmla="*/ 221 h 245"/>
                <a:gd name="T6" fmla="*/ 18 w 119"/>
                <a:gd name="T7" fmla="*/ 212 h 245"/>
                <a:gd name="T8" fmla="*/ 21 w 119"/>
                <a:gd name="T9" fmla="*/ 209 h 245"/>
                <a:gd name="T10" fmla="*/ 68 w 119"/>
                <a:gd name="T11" fmla="*/ 209 h 245"/>
                <a:gd name="T12" fmla="*/ 70 w 119"/>
                <a:gd name="T13" fmla="*/ 208 h 245"/>
                <a:gd name="T14" fmla="*/ 77 w 119"/>
                <a:gd name="T15" fmla="*/ 197 h 245"/>
                <a:gd name="T16" fmla="*/ 73 w 119"/>
                <a:gd name="T17" fmla="*/ 197 h 245"/>
                <a:gd name="T18" fmla="*/ 21 w 119"/>
                <a:gd name="T19" fmla="*/ 197 h 245"/>
                <a:gd name="T20" fmla="*/ 19 w 119"/>
                <a:gd name="T21" fmla="*/ 197 h 245"/>
                <a:gd name="T22" fmla="*/ 18 w 119"/>
                <a:gd name="T23" fmla="*/ 196 h 245"/>
                <a:gd name="T24" fmla="*/ 18 w 119"/>
                <a:gd name="T25" fmla="*/ 185 h 245"/>
                <a:gd name="T26" fmla="*/ 21 w 119"/>
                <a:gd name="T27" fmla="*/ 185 h 245"/>
                <a:gd name="T28" fmla="*/ 81 w 119"/>
                <a:gd name="T29" fmla="*/ 185 h 245"/>
                <a:gd name="T30" fmla="*/ 85 w 119"/>
                <a:gd name="T31" fmla="*/ 183 h 245"/>
                <a:gd name="T32" fmla="*/ 105 w 119"/>
                <a:gd name="T33" fmla="*/ 149 h 245"/>
                <a:gd name="T34" fmla="*/ 119 w 119"/>
                <a:gd name="T35" fmla="*/ 137 h 245"/>
                <a:gd name="T36" fmla="*/ 119 w 119"/>
                <a:gd name="T37" fmla="*/ 135 h 245"/>
                <a:gd name="T38" fmla="*/ 119 w 119"/>
                <a:gd name="T39" fmla="*/ 12 h 245"/>
                <a:gd name="T40" fmla="*/ 119 w 119"/>
                <a:gd name="T41" fmla="*/ 9 h 245"/>
                <a:gd name="T42" fmla="*/ 106 w 119"/>
                <a:gd name="T43" fmla="*/ 0 h 245"/>
                <a:gd name="T44" fmla="*/ 14 w 119"/>
                <a:gd name="T45" fmla="*/ 0 h 245"/>
                <a:gd name="T46" fmla="*/ 0 w 119"/>
                <a:gd name="T47" fmla="*/ 14 h 245"/>
                <a:gd name="T48" fmla="*/ 0 w 119"/>
                <a:gd name="T49" fmla="*/ 242 h 245"/>
                <a:gd name="T50" fmla="*/ 0 w 119"/>
                <a:gd name="T51" fmla="*/ 245 h 245"/>
                <a:gd name="T52" fmla="*/ 54 w 119"/>
                <a:gd name="T5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9" h="245">
                  <a:moveTo>
                    <a:pt x="54" y="245"/>
                  </a:moveTo>
                  <a:cubicBezTo>
                    <a:pt x="52" y="235"/>
                    <a:pt x="59" y="229"/>
                    <a:pt x="63" y="221"/>
                  </a:cubicBezTo>
                  <a:cubicBezTo>
                    <a:pt x="48" y="221"/>
                    <a:pt x="33" y="221"/>
                    <a:pt x="18" y="221"/>
                  </a:cubicBezTo>
                  <a:cubicBezTo>
                    <a:pt x="18" y="218"/>
                    <a:pt x="18" y="215"/>
                    <a:pt x="18" y="212"/>
                  </a:cubicBezTo>
                  <a:cubicBezTo>
                    <a:pt x="18" y="210"/>
                    <a:pt x="19" y="209"/>
                    <a:pt x="21" y="209"/>
                  </a:cubicBezTo>
                  <a:cubicBezTo>
                    <a:pt x="37" y="209"/>
                    <a:pt x="52" y="209"/>
                    <a:pt x="68" y="209"/>
                  </a:cubicBezTo>
                  <a:cubicBezTo>
                    <a:pt x="68" y="209"/>
                    <a:pt x="70" y="209"/>
                    <a:pt x="70" y="208"/>
                  </a:cubicBezTo>
                  <a:cubicBezTo>
                    <a:pt x="72" y="205"/>
                    <a:pt x="74" y="201"/>
                    <a:pt x="77" y="197"/>
                  </a:cubicBezTo>
                  <a:cubicBezTo>
                    <a:pt x="75" y="197"/>
                    <a:pt x="74" y="197"/>
                    <a:pt x="73" y="197"/>
                  </a:cubicBezTo>
                  <a:cubicBezTo>
                    <a:pt x="56" y="197"/>
                    <a:pt x="39" y="197"/>
                    <a:pt x="21" y="197"/>
                  </a:cubicBezTo>
                  <a:cubicBezTo>
                    <a:pt x="21" y="197"/>
                    <a:pt x="20" y="197"/>
                    <a:pt x="19" y="197"/>
                  </a:cubicBezTo>
                  <a:cubicBezTo>
                    <a:pt x="19" y="197"/>
                    <a:pt x="18" y="196"/>
                    <a:pt x="18" y="196"/>
                  </a:cubicBezTo>
                  <a:cubicBezTo>
                    <a:pt x="18" y="192"/>
                    <a:pt x="18" y="189"/>
                    <a:pt x="18" y="185"/>
                  </a:cubicBezTo>
                  <a:cubicBezTo>
                    <a:pt x="19" y="185"/>
                    <a:pt x="20" y="185"/>
                    <a:pt x="21" y="185"/>
                  </a:cubicBezTo>
                  <a:cubicBezTo>
                    <a:pt x="41" y="185"/>
                    <a:pt x="61" y="185"/>
                    <a:pt x="81" y="185"/>
                  </a:cubicBezTo>
                  <a:cubicBezTo>
                    <a:pt x="83" y="185"/>
                    <a:pt x="84" y="185"/>
                    <a:pt x="85" y="183"/>
                  </a:cubicBezTo>
                  <a:cubicBezTo>
                    <a:pt x="91" y="172"/>
                    <a:pt x="98" y="160"/>
                    <a:pt x="105" y="149"/>
                  </a:cubicBezTo>
                  <a:cubicBezTo>
                    <a:pt x="108" y="143"/>
                    <a:pt x="112" y="138"/>
                    <a:pt x="119" y="137"/>
                  </a:cubicBezTo>
                  <a:cubicBezTo>
                    <a:pt x="119" y="136"/>
                    <a:pt x="119" y="136"/>
                    <a:pt x="119" y="135"/>
                  </a:cubicBezTo>
                  <a:cubicBezTo>
                    <a:pt x="119" y="94"/>
                    <a:pt x="119" y="53"/>
                    <a:pt x="119" y="12"/>
                  </a:cubicBezTo>
                  <a:cubicBezTo>
                    <a:pt x="119" y="11"/>
                    <a:pt x="119" y="10"/>
                    <a:pt x="119" y="9"/>
                  </a:cubicBezTo>
                  <a:cubicBezTo>
                    <a:pt x="118" y="3"/>
                    <a:pt x="113" y="0"/>
                    <a:pt x="106" y="0"/>
                  </a:cubicBezTo>
                  <a:cubicBezTo>
                    <a:pt x="75" y="0"/>
                    <a:pt x="45" y="0"/>
                    <a:pt x="14" y="0"/>
                  </a:cubicBezTo>
                  <a:cubicBezTo>
                    <a:pt x="6" y="0"/>
                    <a:pt x="0" y="5"/>
                    <a:pt x="0" y="14"/>
                  </a:cubicBezTo>
                  <a:cubicBezTo>
                    <a:pt x="0" y="90"/>
                    <a:pt x="0" y="166"/>
                    <a:pt x="0" y="242"/>
                  </a:cubicBezTo>
                  <a:cubicBezTo>
                    <a:pt x="0" y="243"/>
                    <a:pt x="0" y="244"/>
                    <a:pt x="0" y="245"/>
                  </a:cubicBezTo>
                  <a:cubicBezTo>
                    <a:pt x="18" y="245"/>
                    <a:pt x="36" y="245"/>
                    <a:pt x="54" y="2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4" name="Freeform 142">
              <a:extLst>
                <a:ext uri="{FF2B5EF4-FFF2-40B4-BE49-F238E27FC236}">
                  <a16:creationId xmlns:a16="http://schemas.microsoft.com/office/drawing/2014/main" id="{6F3608B3-3BE1-17D1-385D-F4000566F17F}"/>
                </a:ext>
              </a:extLst>
            </p:cNvPr>
            <p:cNvSpPr>
              <a:spLocks/>
            </p:cNvSpPr>
            <p:nvPr/>
          </p:nvSpPr>
          <p:spPr bwMode="auto">
            <a:xfrm>
              <a:off x="5732464" y="1928814"/>
              <a:ext cx="193675" cy="161925"/>
            </a:xfrm>
            <a:custGeom>
              <a:avLst/>
              <a:gdLst>
                <a:gd name="T0" fmla="*/ 58 w 115"/>
                <a:gd name="T1" fmla="*/ 96 h 96"/>
                <a:gd name="T2" fmla="*/ 108 w 115"/>
                <a:gd name="T3" fmla="*/ 96 h 96"/>
                <a:gd name="T4" fmla="*/ 114 w 115"/>
                <a:gd name="T5" fmla="*/ 94 h 96"/>
                <a:gd name="T6" fmla="*/ 112 w 115"/>
                <a:gd name="T7" fmla="*/ 88 h 96"/>
                <a:gd name="T8" fmla="*/ 67 w 115"/>
                <a:gd name="T9" fmla="*/ 12 h 96"/>
                <a:gd name="T10" fmla="*/ 61 w 115"/>
                <a:gd name="T11" fmla="*/ 3 h 96"/>
                <a:gd name="T12" fmla="*/ 54 w 115"/>
                <a:gd name="T13" fmla="*/ 2 h 96"/>
                <a:gd name="T14" fmla="*/ 53 w 115"/>
                <a:gd name="T15" fmla="*/ 4 h 96"/>
                <a:gd name="T16" fmla="*/ 2 w 115"/>
                <a:gd name="T17" fmla="*/ 89 h 96"/>
                <a:gd name="T18" fmla="*/ 2 w 115"/>
                <a:gd name="T19" fmla="*/ 94 h 96"/>
                <a:gd name="T20" fmla="*/ 6 w 115"/>
                <a:gd name="T21" fmla="*/ 96 h 96"/>
                <a:gd name="T22" fmla="*/ 58 w 115"/>
                <a:gd name="T23"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 h="96">
                  <a:moveTo>
                    <a:pt x="58" y="96"/>
                  </a:moveTo>
                  <a:cubicBezTo>
                    <a:pt x="74" y="96"/>
                    <a:pt x="91" y="96"/>
                    <a:pt x="108" y="96"/>
                  </a:cubicBezTo>
                  <a:cubicBezTo>
                    <a:pt x="110" y="96"/>
                    <a:pt x="112" y="96"/>
                    <a:pt x="114" y="94"/>
                  </a:cubicBezTo>
                  <a:cubicBezTo>
                    <a:pt x="115" y="91"/>
                    <a:pt x="113" y="89"/>
                    <a:pt x="112" y="88"/>
                  </a:cubicBezTo>
                  <a:cubicBezTo>
                    <a:pt x="97" y="62"/>
                    <a:pt x="82" y="37"/>
                    <a:pt x="67" y="12"/>
                  </a:cubicBezTo>
                  <a:cubicBezTo>
                    <a:pt x="65" y="9"/>
                    <a:pt x="63" y="6"/>
                    <a:pt x="61" y="3"/>
                  </a:cubicBezTo>
                  <a:cubicBezTo>
                    <a:pt x="59" y="0"/>
                    <a:pt x="56" y="0"/>
                    <a:pt x="54" y="2"/>
                  </a:cubicBezTo>
                  <a:cubicBezTo>
                    <a:pt x="54" y="3"/>
                    <a:pt x="53" y="4"/>
                    <a:pt x="53" y="4"/>
                  </a:cubicBezTo>
                  <a:cubicBezTo>
                    <a:pt x="36" y="32"/>
                    <a:pt x="19" y="60"/>
                    <a:pt x="2" y="89"/>
                  </a:cubicBezTo>
                  <a:cubicBezTo>
                    <a:pt x="1" y="90"/>
                    <a:pt x="0" y="92"/>
                    <a:pt x="2" y="94"/>
                  </a:cubicBezTo>
                  <a:cubicBezTo>
                    <a:pt x="3" y="95"/>
                    <a:pt x="5" y="96"/>
                    <a:pt x="6" y="96"/>
                  </a:cubicBezTo>
                  <a:cubicBezTo>
                    <a:pt x="24" y="96"/>
                    <a:pt x="41" y="96"/>
                    <a:pt x="58" y="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5" name="Freeform 143">
              <a:extLst>
                <a:ext uri="{FF2B5EF4-FFF2-40B4-BE49-F238E27FC236}">
                  <a16:creationId xmlns:a16="http://schemas.microsoft.com/office/drawing/2014/main" id="{E4539E75-B775-34ED-02AE-F7B6B2EDA376}"/>
                </a:ext>
              </a:extLst>
            </p:cNvPr>
            <p:cNvSpPr>
              <a:spLocks/>
            </p:cNvSpPr>
            <p:nvPr/>
          </p:nvSpPr>
          <p:spPr bwMode="auto">
            <a:xfrm>
              <a:off x="5624514" y="1677989"/>
              <a:ext cx="198438" cy="412750"/>
            </a:xfrm>
            <a:custGeom>
              <a:avLst/>
              <a:gdLst>
                <a:gd name="T0" fmla="*/ 54 w 119"/>
                <a:gd name="T1" fmla="*/ 245 h 245"/>
                <a:gd name="T2" fmla="*/ 0 w 119"/>
                <a:gd name="T3" fmla="*/ 245 h 245"/>
                <a:gd name="T4" fmla="*/ 0 w 119"/>
                <a:gd name="T5" fmla="*/ 242 h 245"/>
                <a:gd name="T6" fmla="*/ 0 w 119"/>
                <a:gd name="T7" fmla="*/ 14 h 245"/>
                <a:gd name="T8" fmla="*/ 14 w 119"/>
                <a:gd name="T9" fmla="*/ 0 h 245"/>
                <a:gd name="T10" fmla="*/ 106 w 119"/>
                <a:gd name="T11" fmla="*/ 0 h 245"/>
                <a:gd name="T12" fmla="*/ 119 w 119"/>
                <a:gd name="T13" fmla="*/ 9 h 245"/>
                <a:gd name="T14" fmla="*/ 119 w 119"/>
                <a:gd name="T15" fmla="*/ 12 h 245"/>
                <a:gd name="T16" fmla="*/ 119 w 119"/>
                <a:gd name="T17" fmla="*/ 135 h 245"/>
                <a:gd name="T18" fmla="*/ 119 w 119"/>
                <a:gd name="T19" fmla="*/ 137 h 245"/>
                <a:gd name="T20" fmla="*/ 105 w 119"/>
                <a:gd name="T21" fmla="*/ 149 h 245"/>
                <a:gd name="T22" fmla="*/ 85 w 119"/>
                <a:gd name="T23" fmla="*/ 183 h 245"/>
                <a:gd name="T24" fmla="*/ 81 w 119"/>
                <a:gd name="T25" fmla="*/ 185 h 245"/>
                <a:gd name="T26" fmla="*/ 21 w 119"/>
                <a:gd name="T27" fmla="*/ 185 h 245"/>
                <a:gd name="T28" fmla="*/ 18 w 119"/>
                <a:gd name="T29" fmla="*/ 185 h 245"/>
                <a:gd name="T30" fmla="*/ 18 w 119"/>
                <a:gd name="T31" fmla="*/ 196 h 245"/>
                <a:gd name="T32" fmla="*/ 19 w 119"/>
                <a:gd name="T33" fmla="*/ 197 h 245"/>
                <a:gd name="T34" fmla="*/ 21 w 119"/>
                <a:gd name="T35" fmla="*/ 197 h 245"/>
                <a:gd name="T36" fmla="*/ 73 w 119"/>
                <a:gd name="T37" fmla="*/ 197 h 245"/>
                <a:gd name="T38" fmla="*/ 77 w 119"/>
                <a:gd name="T39" fmla="*/ 197 h 245"/>
                <a:gd name="T40" fmla="*/ 70 w 119"/>
                <a:gd name="T41" fmla="*/ 208 h 245"/>
                <a:gd name="T42" fmla="*/ 68 w 119"/>
                <a:gd name="T43" fmla="*/ 209 h 245"/>
                <a:gd name="T44" fmla="*/ 21 w 119"/>
                <a:gd name="T45" fmla="*/ 209 h 245"/>
                <a:gd name="T46" fmla="*/ 18 w 119"/>
                <a:gd name="T47" fmla="*/ 212 h 245"/>
                <a:gd name="T48" fmla="*/ 18 w 119"/>
                <a:gd name="T49" fmla="*/ 221 h 245"/>
                <a:gd name="T50" fmla="*/ 63 w 119"/>
                <a:gd name="T51" fmla="*/ 221 h 245"/>
                <a:gd name="T52" fmla="*/ 54 w 119"/>
                <a:gd name="T5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9" h="245">
                  <a:moveTo>
                    <a:pt x="54" y="245"/>
                  </a:moveTo>
                  <a:cubicBezTo>
                    <a:pt x="36" y="245"/>
                    <a:pt x="18" y="245"/>
                    <a:pt x="0" y="245"/>
                  </a:cubicBezTo>
                  <a:cubicBezTo>
                    <a:pt x="0" y="244"/>
                    <a:pt x="0" y="243"/>
                    <a:pt x="0" y="242"/>
                  </a:cubicBezTo>
                  <a:cubicBezTo>
                    <a:pt x="0" y="166"/>
                    <a:pt x="0" y="90"/>
                    <a:pt x="0" y="14"/>
                  </a:cubicBezTo>
                  <a:cubicBezTo>
                    <a:pt x="0" y="5"/>
                    <a:pt x="6" y="0"/>
                    <a:pt x="14" y="0"/>
                  </a:cubicBezTo>
                  <a:cubicBezTo>
                    <a:pt x="45" y="0"/>
                    <a:pt x="75" y="0"/>
                    <a:pt x="106" y="0"/>
                  </a:cubicBezTo>
                  <a:cubicBezTo>
                    <a:pt x="113" y="0"/>
                    <a:pt x="118" y="3"/>
                    <a:pt x="119" y="9"/>
                  </a:cubicBezTo>
                  <a:cubicBezTo>
                    <a:pt x="119" y="10"/>
                    <a:pt x="119" y="11"/>
                    <a:pt x="119" y="12"/>
                  </a:cubicBezTo>
                  <a:cubicBezTo>
                    <a:pt x="119" y="53"/>
                    <a:pt x="119" y="94"/>
                    <a:pt x="119" y="135"/>
                  </a:cubicBezTo>
                  <a:cubicBezTo>
                    <a:pt x="119" y="136"/>
                    <a:pt x="119" y="136"/>
                    <a:pt x="119" y="137"/>
                  </a:cubicBezTo>
                  <a:cubicBezTo>
                    <a:pt x="112" y="138"/>
                    <a:pt x="108" y="143"/>
                    <a:pt x="105" y="149"/>
                  </a:cubicBezTo>
                  <a:cubicBezTo>
                    <a:pt x="98" y="160"/>
                    <a:pt x="91" y="172"/>
                    <a:pt x="85" y="183"/>
                  </a:cubicBezTo>
                  <a:cubicBezTo>
                    <a:pt x="84" y="185"/>
                    <a:pt x="83" y="185"/>
                    <a:pt x="81" y="185"/>
                  </a:cubicBezTo>
                  <a:cubicBezTo>
                    <a:pt x="61" y="185"/>
                    <a:pt x="41" y="185"/>
                    <a:pt x="21" y="185"/>
                  </a:cubicBezTo>
                  <a:cubicBezTo>
                    <a:pt x="20" y="185"/>
                    <a:pt x="19" y="185"/>
                    <a:pt x="18" y="185"/>
                  </a:cubicBezTo>
                  <a:cubicBezTo>
                    <a:pt x="18" y="189"/>
                    <a:pt x="18" y="192"/>
                    <a:pt x="18" y="196"/>
                  </a:cubicBezTo>
                  <a:cubicBezTo>
                    <a:pt x="18" y="196"/>
                    <a:pt x="19" y="197"/>
                    <a:pt x="19" y="197"/>
                  </a:cubicBezTo>
                  <a:cubicBezTo>
                    <a:pt x="20" y="197"/>
                    <a:pt x="21" y="197"/>
                    <a:pt x="21" y="197"/>
                  </a:cubicBezTo>
                  <a:cubicBezTo>
                    <a:pt x="39" y="197"/>
                    <a:pt x="56" y="197"/>
                    <a:pt x="73" y="197"/>
                  </a:cubicBezTo>
                  <a:cubicBezTo>
                    <a:pt x="74" y="197"/>
                    <a:pt x="75" y="197"/>
                    <a:pt x="77" y="197"/>
                  </a:cubicBezTo>
                  <a:cubicBezTo>
                    <a:pt x="74" y="201"/>
                    <a:pt x="72" y="205"/>
                    <a:pt x="70" y="208"/>
                  </a:cubicBezTo>
                  <a:cubicBezTo>
                    <a:pt x="70" y="209"/>
                    <a:pt x="68" y="209"/>
                    <a:pt x="68" y="209"/>
                  </a:cubicBezTo>
                  <a:cubicBezTo>
                    <a:pt x="52" y="209"/>
                    <a:pt x="37" y="209"/>
                    <a:pt x="21" y="209"/>
                  </a:cubicBezTo>
                  <a:cubicBezTo>
                    <a:pt x="19" y="209"/>
                    <a:pt x="18" y="210"/>
                    <a:pt x="18" y="212"/>
                  </a:cubicBezTo>
                  <a:cubicBezTo>
                    <a:pt x="18" y="215"/>
                    <a:pt x="18" y="218"/>
                    <a:pt x="18" y="221"/>
                  </a:cubicBezTo>
                  <a:cubicBezTo>
                    <a:pt x="33" y="221"/>
                    <a:pt x="48" y="221"/>
                    <a:pt x="63" y="221"/>
                  </a:cubicBezTo>
                  <a:cubicBezTo>
                    <a:pt x="59" y="229"/>
                    <a:pt x="52" y="235"/>
                    <a:pt x="54" y="245"/>
                  </a:cubicBez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6" name="Freeform 144">
              <a:extLst>
                <a:ext uri="{FF2B5EF4-FFF2-40B4-BE49-F238E27FC236}">
                  <a16:creationId xmlns:a16="http://schemas.microsoft.com/office/drawing/2014/main" id="{0AE70F4D-89E5-8FCF-9E27-2E3D978F521E}"/>
                </a:ext>
              </a:extLst>
            </p:cNvPr>
            <p:cNvSpPr>
              <a:spLocks/>
            </p:cNvSpPr>
            <p:nvPr/>
          </p:nvSpPr>
          <p:spPr bwMode="auto">
            <a:xfrm>
              <a:off x="5654676" y="1739901"/>
              <a:ext cx="139700" cy="19050"/>
            </a:xfrm>
            <a:custGeom>
              <a:avLst/>
              <a:gdLst>
                <a:gd name="T0" fmla="*/ 84 w 84"/>
                <a:gd name="T1" fmla="*/ 0 h 12"/>
                <a:gd name="T2" fmla="*/ 0 w 84"/>
                <a:gd name="T3" fmla="*/ 0 h 12"/>
                <a:gd name="T4" fmla="*/ 0 w 84"/>
                <a:gd name="T5" fmla="*/ 9 h 12"/>
                <a:gd name="T6" fmla="*/ 0 w 84"/>
                <a:gd name="T7" fmla="*/ 12 h 12"/>
                <a:gd name="T8" fmla="*/ 84 w 84"/>
                <a:gd name="T9" fmla="*/ 12 h 12"/>
                <a:gd name="T10" fmla="*/ 84 w 84"/>
                <a:gd name="T11" fmla="*/ 0 h 12"/>
              </a:gdLst>
              <a:ahLst/>
              <a:cxnLst>
                <a:cxn ang="0">
                  <a:pos x="T0" y="T1"/>
                </a:cxn>
                <a:cxn ang="0">
                  <a:pos x="T2" y="T3"/>
                </a:cxn>
                <a:cxn ang="0">
                  <a:pos x="T4" y="T5"/>
                </a:cxn>
                <a:cxn ang="0">
                  <a:pos x="T6" y="T7"/>
                </a:cxn>
                <a:cxn ang="0">
                  <a:pos x="T8" y="T9"/>
                </a:cxn>
                <a:cxn ang="0">
                  <a:pos x="T10" y="T11"/>
                </a:cxn>
              </a:cxnLst>
              <a:rect l="0" t="0" r="r" b="b"/>
              <a:pathLst>
                <a:path w="84" h="12">
                  <a:moveTo>
                    <a:pt x="84" y="0"/>
                  </a:moveTo>
                  <a:cubicBezTo>
                    <a:pt x="56" y="0"/>
                    <a:pt x="28" y="0"/>
                    <a:pt x="0" y="0"/>
                  </a:cubicBezTo>
                  <a:cubicBezTo>
                    <a:pt x="0" y="3"/>
                    <a:pt x="0" y="6"/>
                    <a:pt x="0" y="9"/>
                  </a:cubicBezTo>
                  <a:cubicBezTo>
                    <a:pt x="0" y="10"/>
                    <a:pt x="0" y="11"/>
                    <a:pt x="0" y="12"/>
                  </a:cubicBezTo>
                  <a:cubicBezTo>
                    <a:pt x="28" y="12"/>
                    <a:pt x="56" y="12"/>
                    <a:pt x="84" y="12"/>
                  </a:cubicBezTo>
                  <a:cubicBezTo>
                    <a:pt x="84" y="8"/>
                    <a:pt x="84" y="4"/>
                    <a:pt x="84" y="0"/>
                  </a:cubicBez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7" name="Freeform 145">
              <a:extLst>
                <a:ext uri="{FF2B5EF4-FFF2-40B4-BE49-F238E27FC236}">
                  <a16:creationId xmlns:a16="http://schemas.microsoft.com/office/drawing/2014/main" id="{FEA524E1-2EDD-86BD-C2B9-0EB4C1D1F339}"/>
                </a:ext>
              </a:extLst>
            </p:cNvPr>
            <p:cNvSpPr>
              <a:spLocks/>
            </p:cNvSpPr>
            <p:nvPr/>
          </p:nvSpPr>
          <p:spPr bwMode="auto">
            <a:xfrm>
              <a:off x="5732464" y="1928814"/>
              <a:ext cx="193675" cy="161925"/>
            </a:xfrm>
            <a:custGeom>
              <a:avLst/>
              <a:gdLst>
                <a:gd name="T0" fmla="*/ 58 w 115"/>
                <a:gd name="T1" fmla="*/ 96 h 96"/>
                <a:gd name="T2" fmla="*/ 6 w 115"/>
                <a:gd name="T3" fmla="*/ 96 h 96"/>
                <a:gd name="T4" fmla="*/ 2 w 115"/>
                <a:gd name="T5" fmla="*/ 94 h 96"/>
                <a:gd name="T6" fmla="*/ 2 w 115"/>
                <a:gd name="T7" fmla="*/ 89 h 96"/>
                <a:gd name="T8" fmla="*/ 53 w 115"/>
                <a:gd name="T9" fmla="*/ 4 h 96"/>
                <a:gd name="T10" fmla="*/ 54 w 115"/>
                <a:gd name="T11" fmla="*/ 2 h 96"/>
                <a:gd name="T12" fmla="*/ 61 w 115"/>
                <a:gd name="T13" fmla="*/ 3 h 96"/>
                <a:gd name="T14" fmla="*/ 67 w 115"/>
                <a:gd name="T15" fmla="*/ 12 h 96"/>
                <a:gd name="T16" fmla="*/ 112 w 115"/>
                <a:gd name="T17" fmla="*/ 88 h 96"/>
                <a:gd name="T18" fmla="*/ 114 w 115"/>
                <a:gd name="T19" fmla="*/ 94 h 96"/>
                <a:gd name="T20" fmla="*/ 108 w 115"/>
                <a:gd name="T21" fmla="*/ 96 h 96"/>
                <a:gd name="T22" fmla="*/ 58 w 115"/>
                <a:gd name="T23"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 h="96">
                  <a:moveTo>
                    <a:pt x="58" y="96"/>
                  </a:moveTo>
                  <a:cubicBezTo>
                    <a:pt x="41" y="96"/>
                    <a:pt x="24" y="96"/>
                    <a:pt x="6" y="96"/>
                  </a:cubicBezTo>
                  <a:cubicBezTo>
                    <a:pt x="5" y="96"/>
                    <a:pt x="3" y="95"/>
                    <a:pt x="2" y="94"/>
                  </a:cubicBezTo>
                  <a:cubicBezTo>
                    <a:pt x="0" y="92"/>
                    <a:pt x="1" y="90"/>
                    <a:pt x="2" y="89"/>
                  </a:cubicBezTo>
                  <a:cubicBezTo>
                    <a:pt x="19" y="60"/>
                    <a:pt x="36" y="32"/>
                    <a:pt x="53" y="4"/>
                  </a:cubicBezTo>
                  <a:cubicBezTo>
                    <a:pt x="53" y="4"/>
                    <a:pt x="54" y="3"/>
                    <a:pt x="54" y="2"/>
                  </a:cubicBezTo>
                  <a:cubicBezTo>
                    <a:pt x="56" y="0"/>
                    <a:pt x="59" y="0"/>
                    <a:pt x="61" y="3"/>
                  </a:cubicBezTo>
                  <a:cubicBezTo>
                    <a:pt x="63" y="6"/>
                    <a:pt x="65" y="9"/>
                    <a:pt x="67" y="12"/>
                  </a:cubicBezTo>
                  <a:cubicBezTo>
                    <a:pt x="82" y="37"/>
                    <a:pt x="97" y="62"/>
                    <a:pt x="112" y="88"/>
                  </a:cubicBezTo>
                  <a:cubicBezTo>
                    <a:pt x="113" y="89"/>
                    <a:pt x="115" y="91"/>
                    <a:pt x="114" y="94"/>
                  </a:cubicBezTo>
                  <a:cubicBezTo>
                    <a:pt x="112" y="96"/>
                    <a:pt x="110" y="96"/>
                    <a:pt x="108" y="96"/>
                  </a:cubicBezTo>
                  <a:cubicBezTo>
                    <a:pt x="91" y="96"/>
                    <a:pt x="74" y="96"/>
                    <a:pt x="58" y="96"/>
                  </a:cubicBez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98" name="Freeform 146">
              <a:extLst>
                <a:ext uri="{FF2B5EF4-FFF2-40B4-BE49-F238E27FC236}">
                  <a16:creationId xmlns:a16="http://schemas.microsoft.com/office/drawing/2014/main" id="{098E56E2-027F-93EB-2386-0AF42473BE7B}"/>
                </a:ext>
              </a:extLst>
            </p:cNvPr>
            <p:cNvSpPr>
              <a:spLocks/>
            </p:cNvSpPr>
            <p:nvPr/>
          </p:nvSpPr>
          <p:spPr bwMode="auto">
            <a:xfrm>
              <a:off x="5654676" y="1739901"/>
              <a:ext cx="139700" cy="19050"/>
            </a:xfrm>
            <a:custGeom>
              <a:avLst/>
              <a:gdLst>
                <a:gd name="T0" fmla="*/ 84 w 84"/>
                <a:gd name="T1" fmla="*/ 0 h 12"/>
                <a:gd name="T2" fmla="*/ 84 w 84"/>
                <a:gd name="T3" fmla="*/ 12 h 12"/>
                <a:gd name="T4" fmla="*/ 0 w 84"/>
                <a:gd name="T5" fmla="*/ 12 h 12"/>
                <a:gd name="T6" fmla="*/ 0 w 84"/>
                <a:gd name="T7" fmla="*/ 9 h 12"/>
                <a:gd name="T8" fmla="*/ 0 w 84"/>
                <a:gd name="T9" fmla="*/ 0 h 12"/>
                <a:gd name="T10" fmla="*/ 84 w 84"/>
                <a:gd name="T11" fmla="*/ 0 h 12"/>
              </a:gdLst>
              <a:ahLst/>
              <a:cxnLst>
                <a:cxn ang="0">
                  <a:pos x="T0" y="T1"/>
                </a:cxn>
                <a:cxn ang="0">
                  <a:pos x="T2" y="T3"/>
                </a:cxn>
                <a:cxn ang="0">
                  <a:pos x="T4" y="T5"/>
                </a:cxn>
                <a:cxn ang="0">
                  <a:pos x="T6" y="T7"/>
                </a:cxn>
                <a:cxn ang="0">
                  <a:pos x="T8" y="T9"/>
                </a:cxn>
                <a:cxn ang="0">
                  <a:pos x="T10" y="T11"/>
                </a:cxn>
              </a:cxnLst>
              <a:rect l="0" t="0" r="r" b="b"/>
              <a:pathLst>
                <a:path w="84" h="12">
                  <a:moveTo>
                    <a:pt x="84" y="0"/>
                  </a:moveTo>
                  <a:cubicBezTo>
                    <a:pt x="84" y="4"/>
                    <a:pt x="84" y="8"/>
                    <a:pt x="84" y="12"/>
                  </a:cubicBezTo>
                  <a:cubicBezTo>
                    <a:pt x="56" y="12"/>
                    <a:pt x="28" y="12"/>
                    <a:pt x="0" y="12"/>
                  </a:cubicBezTo>
                  <a:cubicBezTo>
                    <a:pt x="0" y="11"/>
                    <a:pt x="0" y="10"/>
                    <a:pt x="0" y="9"/>
                  </a:cubicBezTo>
                  <a:cubicBezTo>
                    <a:pt x="0" y="6"/>
                    <a:pt x="0" y="3"/>
                    <a:pt x="0" y="0"/>
                  </a:cubicBezTo>
                  <a:cubicBezTo>
                    <a:pt x="28" y="0"/>
                    <a:pt x="56" y="0"/>
                    <a:pt x="8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00" name="角丸四角形 25">
            <a:extLst>
              <a:ext uri="{FF2B5EF4-FFF2-40B4-BE49-F238E27FC236}">
                <a16:creationId xmlns:a16="http://schemas.microsoft.com/office/drawing/2014/main" id="{95F75467-5D0B-3193-A1B0-4166959155FD}"/>
              </a:ext>
            </a:extLst>
          </p:cNvPr>
          <p:cNvSpPr/>
          <p:nvPr/>
        </p:nvSpPr>
        <p:spPr>
          <a:xfrm>
            <a:off x="3930350" y="2246440"/>
            <a:ext cx="4171979" cy="1073665"/>
          </a:xfrm>
          <a:prstGeom prst="roundRect">
            <a:avLst/>
          </a:prstGeom>
          <a:noFill/>
          <a:ln w="254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US" altLang="ja-JP" sz="1600" b="1" dirty="0">
                <a:solidFill>
                  <a:schemeClr val="accent4"/>
                </a:solidFill>
                <a:latin typeface="+mn-ea"/>
              </a:rPr>
              <a:t>ID</a:t>
            </a:r>
            <a:endParaRPr lang="ja-JP" altLang="en-US" sz="1600" b="1" dirty="0">
              <a:solidFill>
                <a:schemeClr val="accent4"/>
              </a:solidFill>
              <a:latin typeface="+mn-ea"/>
            </a:endParaRPr>
          </a:p>
        </p:txBody>
      </p:sp>
      <p:pic>
        <p:nvPicPr>
          <p:cNvPr id="101" name="グラフィックス 100">
            <a:extLst>
              <a:ext uri="{FF2B5EF4-FFF2-40B4-BE49-F238E27FC236}">
                <a16:creationId xmlns:a16="http://schemas.microsoft.com/office/drawing/2014/main" id="{B895D924-24EC-FFFE-953F-64F50F7B93F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61381" y="4205498"/>
            <a:ext cx="956405" cy="956405"/>
          </a:xfrm>
          <a:prstGeom prst="rect">
            <a:avLst/>
          </a:prstGeom>
        </p:spPr>
      </p:pic>
      <p:cxnSp>
        <p:nvCxnSpPr>
          <p:cNvPr id="106" name="直線コネクタ 105">
            <a:extLst>
              <a:ext uri="{FF2B5EF4-FFF2-40B4-BE49-F238E27FC236}">
                <a16:creationId xmlns:a16="http://schemas.microsoft.com/office/drawing/2014/main" id="{50835A70-7CF0-6224-E306-DE4BBF774771}"/>
              </a:ext>
            </a:extLst>
          </p:cNvPr>
          <p:cNvCxnSpPr>
            <a:cxnSpLocks/>
            <a:stCxn id="10" idx="0"/>
            <a:endCxn id="100" idx="2"/>
          </p:cNvCxnSpPr>
          <p:nvPr/>
        </p:nvCxnSpPr>
        <p:spPr>
          <a:xfrm flipH="1" flipV="1">
            <a:off x="6016340" y="3320105"/>
            <a:ext cx="1" cy="509175"/>
          </a:xfrm>
          <a:prstGeom prst="line">
            <a:avLst/>
          </a:prstGeom>
          <a:ln>
            <a:solidFill>
              <a:srgbClr val="FF9933"/>
            </a:solidFill>
          </a:ln>
        </p:spPr>
        <p:style>
          <a:lnRef idx="2">
            <a:schemeClr val="accent1"/>
          </a:lnRef>
          <a:fillRef idx="0">
            <a:schemeClr val="accent1"/>
          </a:fillRef>
          <a:effectRef idx="1">
            <a:schemeClr val="accent1"/>
          </a:effectRef>
          <a:fontRef idx="minor">
            <a:schemeClr val="tx1"/>
          </a:fontRef>
        </p:style>
      </p:cxnSp>
      <p:pic>
        <p:nvPicPr>
          <p:cNvPr id="111" name="グラフィックス 110">
            <a:extLst>
              <a:ext uri="{FF2B5EF4-FFF2-40B4-BE49-F238E27FC236}">
                <a16:creationId xmlns:a16="http://schemas.microsoft.com/office/drawing/2014/main" id="{822A6656-17F6-F985-7216-2F1CA98EBB1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00857" y="2508730"/>
            <a:ext cx="387347" cy="387347"/>
          </a:xfrm>
          <a:prstGeom prst="rect">
            <a:avLst/>
          </a:prstGeom>
        </p:spPr>
      </p:pic>
      <p:pic>
        <p:nvPicPr>
          <p:cNvPr id="113" name="グラフィックス 112">
            <a:extLst>
              <a:ext uri="{FF2B5EF4-FFF2-40B4-BE49-F238E27FC236}">
                <a16:creationId xmlns:a16="http://schemas.microsoft.com/office/drawing/2014/main" id="{B1F677DD-C02C-EB74-B665-5FD2BFC2EB2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815894" y="2520218"/>
            <a:ext cx="399876" cy="399876"/>
          </a:xfrm>
          <a:prstGeom prst="rect">
            <a:avLst/>
          </a:prstGeom>
        </p:spPr>
      </p:pic>
      <p:sp>
        <p:nvSpPr>
          <p:cNvPr id="114" name="テキスト ボックス 113">
            <a:extLst>
              <a:ext uri="{FF2B5EF4-FFF2-40B4-BE49-F238E27FC236}">
                <a16:creationId xmlns:a16="http://schemas.microsoft.com/office/drawing/2014/main" id="{BBC91351-9B2B-C6EB-1B8B-83D113D37C4B}"/>
              </a:ext>
            </a:extLst>
          </p:cNvPr>
          <p:cNvSpPr txBox="1"/>
          <p:nvPr/>
        </p:nvSpPr>
        <p:spPr>
          <a:xfrm>
            <a:off x="4060467" y="3041710"/>
            <a:ext cx="1979116"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chemeClr val="accent4"/>
                </a:solidFill>
                <a:effectLst/>
                <a:uLnTx/>
                <a:uFillTx/>
                <a:latin typeface="Yu Gothic UI" panose="020B0500000000000000" pitchFamily="34" charset="-128"/>
                <a:ea typeface="Yu Gothic UI" panose="020B0500000000000000" pitchFamily="34" charset="-128"/>
                <a:cs typeface="Segoe UI" panose="020B0502040204020203" pitchFamily="34" charset="0"/>
              </a:rPr>
              <a:t>ユーザープリンシパル</a:t>
            </a:r>
          </a:p>
        </p:txBody>
      </p:sp>
      <p:sp>
        <p:nvSpPr>
          <p:cNvPr id="115" name="テキスト ボックス 114">
            <a:extLst>
              <a:ext uri="{FF2B5EF4-FFF2-40B4-BE49-F238E27FC236}">
                <a16:creationId xmlns:a16="http://schemas.microsoft.com/office/drawing/2014/main" id="{1E643C30-B891-5711-653A-93AE1DAFF9C3}"/>
              </a:ext>
            </a:extLst>
          </p:cNvPr>
          <p:cNvSpPr txBox="1"/>
          <p:nvPr/>
        </p:nvSpPr>
        <p:spPr>
          <a:xfrm>
            <a:off x="6081398" y="3043651"/>
            <a:ext cx="1979116" cy="221599"/>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lang="ja-JP" altLang="en-US" sz="1600">
                <a:solidFill>
                  <a:schemeClr val="accent4"/>
                </a:solidFill>
                <a:latin typeface="Yu Gothic UI" panose="020B0500000000000000" pitchFamily="34" charset="-128"/>
                <a:ea typeface="Yu Gothic UI" panose="020B0500000000000000" pitchFamily="34" charset="-128"/>
                <a:cs typeface="Segoe UI" panose="020B0502040204020203" pitchFamily="34" charset="0"/>
              </a:rPr>
              <a:t>サービス</a:t>
            </a:r>
            <a:r>
              <a:rPr kumimoji="0" lang="ja-JP" altLang="en-US" sz="1600" b="0" i="0" u="none" strike="noStrike" kern="1200" cap="none" spc="0" normalizeH="0" baseline="0" noProof="0">
                <a:ln>
                  <a:noFill/>
                </a:ln>
                <a:solidFill>
                  <a:schemeClr val="accent4"/>
                </a:solidFill>
                <a:effectLst/>
                <a:uLnTx/>
                <a:uFillTx/>
                <a:latin typeface="Yu Gothic UI" panose="020B0500000000000000" pitchFamily="34" charset="-128"/>
                <a:ea typeface="Yu Gothic UI" panose="020B0500000000000000" pitchFamily="34" charset="-128"/>
                <a:cs typeface="Segoe UI" panose="020B0502040204020203" pitchFamily="34" charset="0"/>
              </a:rPr>
              <a:t>プリンシパル</a:t>
            </a:r>
          </a:p>
        </p:txBody>
      </p:sp>
    </p:spTree>
    <p:extLst>
      <p:ext uri="{BB962C8B-B14F-4D97-AF65-F5344CB8AC3E}">
        <p14:creationId xmlns:p14="http://schemas.microsoft.com/office/powerpoint/2010/main" val="3202806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6CF9-85B1-A441-815E-8F12F30087E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5E0A10A-6CAC-072C-ADF4-1B13862AF75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Azure </a:t>
            </a:r>
            <a:r>
              <a:rPr lang="ja-JP" altLang="en-US" sz="2000" b="1">
                <a:solidFill>
                  <a:srgbClr val="1F2937"/>
                </a:solidFill>
                <a:latin typeface="Yu Gothic"/>
                <a:ea typeface="Yu Gothic"/>
                <a:cs typeface="Yu Gothic"/>
              </a:rPr>
              <a:t>の管理インフラストラクチャ</a:t>
            </a:r>
            <a:r>
              <a:rPr lang="en-US" altLang="ja-JP" sz="2000" b="1" dirty="0">
                <a:solidFill>
                  <a:srgbClr val="1F2937"/>
                </a:solidFill>
                <a:latin typeface="Yu Gothic"/>
                <a:ea typeface="Yu Gothic"/>
                <a:cs typeface="Yu Gothic"/>
              </a:rPr>
              <a:t> (Azure </a:t>
            </a:r>
            <a:r>
              <a:rPr lang="ja-JP" altLang="en-US" sz="2000" b="1">
                <a:solidFill>
                  <a:srgbClr val="1F2937"/>
                </a:solidFill>
                <a:latin typeface="Yu Gothic"/>
                <a:ea typeface="Yu Gothic"/>
                <a:cs typeface="Yu Gothic"/>
              </a:rPr>
              <a:t>サブスクリプション</a:t>
            </a:r>
            <a:r>
              <a:rPr lang="en-US"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7280CEB-5198-62BF-36FB-E7BEF574143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E5F8FAE-8F7E-44BD-99F9-A8E73DE15B2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0B73EED-343B-10A2-811E-FF1CC7E1E0F7}"/>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20000"/>
              </a:lnSpc>
              <a:spcBef>
                <a:spcPts val="300"/>
              </a:spcBef>
              <a:buNone/>
            </a:pPr>
            <a:r>
              <a:rPr lang="en-US" altLang="ja-JP" sz="2000" dirty="0"/>
              <a:t>Azure</a:t>
            </a:r>
            <a:r>
              <a:rPr lang="ja-JP" altLang="en-US" sz="2000"/>
              <a:t> サブスクリプションは</a:t>
            </a:r>
            <a:r>
              <a:rPr lang="ja-JP" altLang="en-US" sz="2000" b="1">
                <a:solidFill>
                  <a:srgbClr val="D83B01"/>
                </a:solidFill>
              </a:rPr>
              <a:t>利用料金の管理単位</a:t>
            </a:r>
            <a:r>
              <a:rPr lang="ja-JP" altLang="en-US" sz="2000"/>
              <a:t>であり、ガバナンスやセキュリティの境界にもなる。</a:t>
            </a:r>
            <a:endParaRPr lang="en-US" altLang="ja-JP" sz="2000" dirty="0"/>
          </a:p>
          <a:p>
            <a:pPr marL="598488" lvl="1" indent="-342900">
              <a:lnSpc>
                <a:spcPct val="120000"/>
              </a:lnSpc>
              <a:spcBef>
                <a:spcPts val="300"/>
              </a:spcBef>
              <a:buFont typeface="Arial" panose="020B0604020202020204" pitchFamily="34" charset="0"/>
              <a:buChar char="•"/>
            </a:pPr>
            <a:r>
              <a:rPr kumimoji="1" lang="en-US" altLang="ja-JP" sz="1800" dirty="0"/>
              <a:t>Azure</a:t>
            </a:r>
            <a:r>
              <a:rPr kumimoji="1" lang="ja-JP" altLang="en-US" sz="1800"/>
              <a:t> サービスは必ず１つのサブスクリプションにデプロイされ、その利用量に応じて課金が発生する。</a:t>
            </a:r>
            <a:endParaRPr kumimoji="1" lang="en-US" altLang="ja-JP" sz="1800" dirty="0"/>
          </a:p>
          <a:p>
            <a:pPr marL="598488" lvl="1" indent="-342900">
              <a:lnSpc>
                <a:spcPct val="120000"/>
              </a:lnSpc>
              <a:spcBef>
                <a:spcPts val="0"/>
              </a:spcBef>
              <a:buFont typeface="Arial" panose="020B0604020202020204" pitchFamily="34" charset="0"/>
              <a:buChar char="•"/>
            </a:pPr>
            <a:r>
              <a:rPr lang="ja-JP" altLang="en-US" sz="1800"/>
              <a:t>各サブスクリプションは必ず認証基盤となる </a:t>
            </a:r>
            <a:r>
              <a:rPr lang="en-US" altLang="ja-JP" sz="1800" dirty="0"/>
              <a:t>Entra ID </a:t>
            </a:r>
            <a:r>
              <a:rPr lang="ja-JP" altLang="en-US" sz="1800"/>
              <a:t>テナントを１つ信頼しており、そのユーザーに対してアクセス制御 </a:t>
            </a:r>
            <a:r>
              <a:rPr lang="en-US" altLang="ja-JP" sz="1800" dirty="0"/>
              <a:t>(RBAC)</a:t>
            </a:r>
            <a:r>
              <a:rPr lang="ja-JP" altLang="en-US" sz="1800"/>
              <a:t> を行う。</a:t>
            </a:r>
            <a:endParaRPr lang="en-US" altLang="ja-JP" sz="1800" dirty="0"/>
          </a:p>
          <a:p>
            <a:pPr marL="598488" lvl="1" indent="-342900">
              <a:lnSpc>
                <a:spcPct val="120000"/>
              </a:lnSpc>
              <a:spcBef>
                <a:spcPts val="0"/>
              </a:spcBef>
              <a:buFont typeface="Arial" panose="020B0604020202020204" pitchFamily="34" charset="0"/>
              <a:buChar char="•"/>
            </a:pPr>
            <a:r>
              <a:rPr kumimoji="1" lang="ja-JP" altLang="en-US" sz="1800"/>
              <a:t>各サブスクリプションに対して </a:t>
            </a:r>
            <a:r>
              <a:rPr kumimoji="1" lang="en-US" altLang="ja-JP" sz="1800" dirty="0"/>
              <a:t>Azure</a:t>
            </a:r>
            <a:r>
              <a:rPr kumimoji="1" lang="ja-JP" altLang="en-US" sz="1800"/>
              <a:t> </a:t>
            </a:r>
            <a:r>
              <a:rPr kumimoji="1" lang="en-US" altLang="ja-JP" sz="1800" dirty="0"/>
              <a:t>Policy</a:t>
            </a:r>
            <a:r>
              <a:rPr kumimoji="1" lang="ja-JP" altLang="en-US" sz="1800"/>
              <a:t> を適用することで、利用可能な </a:t>
            </a:r>
            <a:r>
              <a:rPr kumimoji="1" lang="en-US" altLang="ja-JP" sz="1800" dirty="0"/>
              <a:t>Azure</a:t>
            </a:r>
            <a:r>
              <a:rPr kumimoji="1" lang="ja-JP" altLang="en-US" sz="1800"/>
              <a:t> サービスや設定に制限をかけることができる。</a:t>
            </a:r>
            <a:endParaRPr kumimoji="1" lang="ja-JP" altLang="en-US" sz="1800" dirty="0"/>
          </a:p>
        </p:txBody>
      </p:sp>
      <p:sp>
        <p:nvSpPr>
          <p:cNvPr id="6" name="字幕 1">
            <a:extLst>
              <a:ext uri="{FF2B5EF4-FFF2-40B4-BE49-F238E27FC236}">
                <a16:creationId xmlns:a16="http://schemas.microsoft.com/office/drawing/2014/main" id="{4E40B0A2-2FFF-B949-A87B-E7E9EE577B8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四角形: メモ 6">
            <a:extLst>
              <a:ext uri="{FF2B5EF4-FFF2-40B4-BE49-F238E27FC236}">
                <a16:creationId xmlns:a16="http://schemas.microsoft.com/office/drawing/2014/main" id="{65ADA9CD-D242-7F9C-D44F-64E808DD1DAB}"/>
              </a:ext>
            </a:extLst>
          </p:cNvPr>
          <p:cNvSpPr/>
          <p:nvPr/>
        </p:nvSpPr>
        <p:spPr bwMode="auto">
          <a:xfrm>
            <a:off x="1699079" y="4322908"/>
            <a:ext cx="1928281" cy="2227681"/>
          </a:xfrm>
          <a:prstGeom prst="foldedCorne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pic>
        <p:nvPicPr>
          <p:cNvPr id="7" name="グラフィックス 6">
            <a:extLst>
              <a:ext uri="{FF2B5EF4-FFF2-40B4-BE49-F238E27FC236}">
                <a16:creationId xmlns:a16="http://schemas.microsoft.com/office/drawing/2014/main" id="{23906E95-E3E7-91C9-78E1-9B518C885B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6134" y="4119963"/>
            <a:ext cx="405888" cy="405888"/>
          </a:xfrm>
          <a:prstGeom prst="rect">
            <a:avLst/>
          </a:prstGeom>
        </p:spPr>
      </p:pic>
      <p:pic>
        <p:nvPicPr>
          <p:cNvPr id="32" name="グラフィックス 31">
            <a:extLst>
              <a:ext uri="{FF2B5EF4-FFF2-40B4-BE49-F238E27FC236}">
                <a16:creationId xmlns:a16="http://schemas.microsoft.com/office/drawing/2014/main" id="{16062497-2038-5A1A-1325-3F33A51735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54863" y="5275938"/>
            <a:ext cx="360295" cy="360295"/>
          </a:xfrm>
          <a:prstGeom prst="rect">
            <a:avLst/>
          </a:prstGeom>
        </p:spPr>
      </p:pic>
      <p:pic>
        <p:nvPicPr>
          <p:cNvPr id="33" name="グラフィックス 32">
            <a:extLst>
              <a:ext uri="{FF2B5EF4-FFF2-40B4-BE49-F238E27FC236}">
                <a16:creationId xmlns:a16="http://schemas.microsoft.com/office/drawing/2014/main" id="{0D4A3375-F01B-3B3E-3399-144AC6C349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33016" y="5256600"/>
            <a:ext cx="360295" cy="360295"/>
          </a:xfrm>
          <a:prstGeom prst="rect">
            <a:avLst/>
          </a:prstGeom>
        </p:spPr>
      </p:pic>
      <p:pic>
        <p:nvPicPr>
          <p:cNvPr id="34" name="グラフィックス 33">
            <a:extLst>
              <a:ext uri="{FF2B5EF4-FFF2-40B4-BE49-F238E27FC236}">
                <a16:creationId xmlns:a16="http://schemas.microsoft.com/office/drawing/2014/main" id="{13BA31C0-9A2D-9E10-BFE3-89A2072C02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15001" y="5885579"/>
            <a:ext cx="396325" cy="396325"/>
          </a:xfrm>
          <a:prstGeom prst="rect">
            <a:avLst/>
          </a:prstGeom>
        </p:spPr>
      </p:pic>
      <p:pic>
        <p:nvPicPr>
          <p:cNvPr id="35" name="グラフィックス 34">
            <a:extLst>
              <a:ext uri="{FF2B5EF4-FFF2-40B4-BE49-F238E27FC236}">
                <a16:creationId xmlns:a16="http://schemas.microsoft.com/office/drawing/2014/main" id="{2B41CB31-D37E-35C2-4B97-976025C086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17032" y="5885580"/>
            <a:ext cx="435957" cy="435957"/>
          </a:xfrm>
          <a:prstGeom prst="rect">
            <a:avLst/>
          </a:prstGeom>
        </p:spPr>
      </p:pic>
      <p:sp>
        <p:nvSpPr>
          <p:cNvPr id="36" name="四角形: メモ 12">
            <a:extLst>
              <a:ext uri="{FF2B5EF4-FFF2-40B4-BE49-F238E27FC236}">
                <a16:creationId xmlns:a16="http://schemas.microsoft.com/office/drawing/2014/main" id="{11418F23-517F-79C9-2C7B-9F91B5237864}"/>
              </a:ext>
            </a:extLst>
          </p:cNvPr>
          <p:cNvSpPr/>
          <p:nvPr/>
        </p:nvSpPr>
        <p:spPr bwMode="auto">
          <a:xfrm>
            <a:off x="8572716" y="4342245"/>
            <a:ext cx="1928281" cy="2227681"/>
          </a:xfrm>
          <a:prstGeom prst="foldedCorne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pic>
        <p:nvPicPr>
          <p:cNvPr id="37" name="グラフィックス 36">
            <a:extLst>
              <a:ext uri="{FF2B5EF4-FFF2-40B4-BE49-F238E27FC236}">
                <a16:creationId xmlns:a16="http://schemas.microsoft.com/office/drawing/2014/main" id="{FE5A6CBF-7444-4496-1F9F-2DD7ACE281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69772" y="4139301"/>
            <a:ext cx="405888" cy="405888"/>
          </a:xfrm>
          <a:prstGeom prst="rect">
            <a:avLst/>
          </a:prstGeom>
        </p:spPr>
      </p:pic>
      <p:pic>
        <p:nvPicPr>
          <p:cNvPr id="38" name="グラフィックス 37">
            <a:extLst>
              <a:ext uri="{FF2B5EF4-FFF2-40B4-BE49-F238E27FC236}">
                <a16:creationId xmlns:a16="http://schemas.microsoft.com/office/drawing/2014/main" id="{1134991C-2DCC-455D-7BEB-4A71615A777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36217" y="4589252"/>
            <a:ext cx="479553" cy="479553"/>
          </a:xfrm>
          <a:prstGeom prst="rect">
            <a:avLst/>
          </a:prstGeom>
        </p:spPr>
      </p:pic>
      <p:pic>
        <p:nvPicPr>
          <p:cNvPr id="39" name="グラフィックス 38">
            <a:extLst>
              <a:ext uri="{FF2B5EF4-FFF2-40B4-BE49-F238E27FC236}">
                <a16:creationId xmlns:a16="http://schemas.microsoft.com/office/drawing/2014/main" id="{7337D2C0-9FCC-8ACD-19EC-338916C08E0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64181" y="4777649"/>
            <a:ext cx="527508" cy="527508"/>
          </a:xfrm>
          <a:prstGeom prst="rect">
            <a:avLst/>
          </a:prstGeom>
        </p:spPr>
      </p:pic>
      <p:pic>
        <p:nvPicPr>
          <p:cNvPr id="40" name="グラフィックス 39">
            <a:extLst>
              <a:ext uri="{FF2B5EF4-FFF2-40B4-BE49-F238E27FC236}">
                <a16:creationId xmlns:a16="http://schemas.microsoft.com/office/drawing/2014/main" id="{6642263A-4615-DB9B-3A21-C4D1E340F27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17413" y="5550108"/>
            <a:ext cx="527508" cy="527508"/>
          </a:xfrm>
          <a:prstGeom prst="rect">
            <a:avLst/>
          </a:prstGeom>
        </p:spPr>
      </p:pic>
      <p:sp>
        <p:nvSpPr>
          <p:cNvPr id="41" name="テキスト ボックス 40">
            <a:extLst>
              <a:ext uri="{FF2B5EF4-FFF2-40B4-BE49-F238E27FC236}">
                <a16:creationId xmlns:a16="http://schemas.microsoft.com/office/drawing/2014/main" id="{46A48D6E-99D8-20A2-2C4F-88379F8D94CD}"/>
              </a:ext>
            </a:extLst>
          </p:cNvPr>
          <p:cNvSpPr txBox="1"/>
          <p:nvPr/>
        </p:nvSpPr>
        <p:spPr>
          <a:xfrm>
            <a:off x="1695152" y="3964478"/>
            <a:ext cx="2288881" cy="452522"/>
          </a:xfrm>
          <a:prstGeom prst="rect">
            <a:avLst/>
          </a:prstGeom>
          <a:noFill/>
        </p:spPr>
        <p:txBody>
          <a:bodyPr wrap="none" lIns="179285" tIns="143428" rIns="179285" bIns="143428" rtlCol="0">
            <a:spAutoFit/>
          </a:bodyPr>
          <a:lstStyle/>
          <a:p>
            <a:pPr>
              <a:lnSpc>
                <a:spcPct val="90000"/>
              </a:lnSpc>
              <a:spcAft>
                <a:spcPts val="588"/>
              </a:spcAft>
            </a:pPr>
            <a:r>
              <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社内システム用サブスクリプション</a:t>
            </a:r>
          </a:p>
        </p:txBody>
      </p:sp>
      <p:sp>
        <p:nvSpPr>
          <p:cNvPr id="42" name="テキスト ボックス 41">
            <a:extLst>
              <a:ext uri="{FF2B5EF4-FFF2-40B4-BE49-F238E27FC236}">
                <a16:creationId xmlns:a16="http://schemas.microsoft.com/office/drawing/2014/main" id="{CB023EEF-1D06-4413-3BFB-572B62CB2208}"/>
              </a:ext>
            </a:extLst>
          </p:cNvPr>
          <p:cNvSpPr txBox="1"/>
          <p:nvPr/>
        </p:nvSpPr>
        <p:spPr>
          <a:xfrm>
            <a:off x="8592902" y="3994917"/>
            <a:ext cx="2381855" cy="452522"/>
          </a:xfrm>
          <a:prstGeom prst="rect">
            <a:avLst/>
          </a:prstGeom>
          <a:noFill/>
        </p:spPr>
        <p:txBody>
          <a:bodyPr wrap="none" lIns="179285" tIns="143428" rIns="179285" bIns="143428" rtlCol="0">
            <a:spAutoFit/>
          </a:bodyPr>
          <a:lstStyle/>
          <a:p>
            <a:pPr>
              <a:lnSpc>
                <a:spcPct val="90000"/>
              </a:lnSpc>
              <a:spcAft>
                <a:spcPts val="588"/>
              </a:spcAft>
            </a:pPr>
            <a:r>
              <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社外サービス向けサブスクリプション</a:t>
            </a:r>
          </a:p>
        </p:txBody>
      </p:sp>
      <p:pic>
        <p:nvPicPr>
          <p:cNvPr id="43" name="グラフィックス 42">
            <a:extLst>
              <a:ext uri="{FF2B5EF4-FFF2-40B4-BE49-F238E27FC236}">
                <a16:creationId xmlns:a16="http://schemas.microsoft.com/office/drawing/2014/main" id="{23EF112A-930D-8000-58A9-3FD51A97CF1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58838" y="4117486"/>
            <a:ext cx="580260" cy="580260"/>
          </a:xfrm>
          <a:prstGeom prst="rect">
            <a:avLst/>
          </a:prstGeom>
        </p:spPr>
      </p:pic>
      <p:sp>
        <p:nvSpPr>
          <p:cNvPr id="44" name="テキスト ボックス 43">
            <a:extLst>
              <a:ext uri="{FF2B5EF4-FFF2-40B4-BE49-F238E27FC236}">
                <a16:creationId xmlns:a16="http://schemas.microsoft.com/office/drawing/2014/main" id="{F8516417-A102-9E96-262C-0D1632E1C61E}"/>
              </a:ext>
            </a:extLst>
          </p:cNvPr>
          <p:cNvSpPr txBox="1"/>
          <p:nvPr/>
        </p:nvSpPr>
        <p:spPr>
          <a:xfrm>
            <a:off x="5438450" y="3740460"/>
            <a:ext cx="1378376" cy="69233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 </a:t>
            </a:r>
            <a:r>
              <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テナント</a:t>
            </a:r>
            <a:endPar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Contoso.com</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cxnSp>
        <p:nvCxnSpPr>
          <p:cNvPr id="45" name="直線矢印コネクタ 44">
            <a:extLst>
              <a:ext uri="{FF2B5EF4-FFF2-40B4-BE49-F238E27FC236}">
                <a16:creationId xmlns:a16="http://schemas.microsoft.com/office/drawing/2014/main" id="{FAE1363C-D1F4-5A6D-1A0A-8FCDEFEF407A}"/>
              </a:ext>
            </a:extLst>
          </p:cNvPr>
          <p:cNvCxnSpPr/>
          <p:nvPr/>
        </p:nvCxnSpPr>
        <p:spPr>
          <a:xfrm flipH="1">
            <a:off x="6544354" y="4433991"/>
            <a:ext cx="1739100" cy="0"/>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B1933CA6-B0B8-FFEE-E3E6-06F166658DC0}"/>
              </a:ext>
            </a:extLst>
          </p:cNvPr>
          <p:cNvCxnSpPr>
            <a:cxnSpLocks/>
          </p:cNvCxnSpPr>
          <p:nvPr/>
        </p:nvCxnSpPr>
        <p:spPr>
          <a:xfrm>
            <a:off x="3810662" y="4433991"/>
            <a:ext cx="1739100" cy="0"/>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7" name="吹き出し: 四角形 23">
            <a:extLst>
              <a:ext uri="{FF2B5EF4-FFF2-40B4-BE49-F238E27FC236}">
                <a16:creationId xmlns:a16="http://schemas.microsoft.com/office/drawing/2014/main" id="{0C50DE91-FA09-AD75-D9B6-09330E733018}"/>
              </a:ext>
            </a:extLst>
          </p:cNvPr>
          <p:cNvSpPr/>
          <p:nvPr/>
        </p:nvSpPr>
        <p:spPr bwMode="auto">
          <a:xfrm>
            <a:off x="5003735" y="5081157"/>
            <a:ext cx="2192607" cy="1455838"/>
          </a:xfrm>
          <a:prstGeom prst="wedgeRectCallout">
            <a:avLst>
              <a:gd name="adj1" fmla="val -7850"/>
              <a:gd name="adj2" fmla="val -83115"/>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sp>
        <p:nvSpPr>
          <p:cNvPr id="48" name="スマイル 47">
            <a:extLst>
              <a:ext uri="{FF2B5EF4-FFF2-40B4-BE49-F238E27FC236}">
                <a16:creationId xmlns:a16="http://schemas.microsoft.com/office/drawing/2014/main" id="{359020D4-8046-53E2-7701-A882AAF94DF5}"/>
              </a:ext>
            </a:extLst>
          </p:cNvPr>
          <p:cNvSpPr/>
          <p:nvPr/>
        </p:nvSpPr>
        <p:spPr bwMode="auto">
          <a:xfrm>
            <a:off x="5254404" y="5253350"/>
            <a:ext cx="367938" cy="363413"/>
          </a:xfrm>
          <a:prstGeom prst="smileyFac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sp>
        <p:nvSpPr>
          <p:cNvPr id="49" name="スマイル 48">
            <a:extLst>
              <a:ext uri="{FF2B5EF4-FFF2-40B4-BE49-F238E27FC236}">
                <a16:creationId xmlns:a16="http://schemas.microsoft.com/office/drawing/2014/main" id="{4FB714D6-DC95-7C24-6F90-BA29FBDBA8A3}"/>
              </a:ext>
            </a:extLst>
          </p:cNvPr>
          <p:cNvSpPr/>
          <p:nvPr/>
        </p:nvSpPr>
        <p:spPr bwMode="auto">
          <a:xfrm>
            <a:off x="5961391" y="5254857"/>
            <a:ext cx="367938" cy="363413"/>
          </a:xfrm>
          <a:prstGeom prst="smileyFac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sp>
        <p:nvSpPr>
          <p:cNvPr id="50" name="スマイル 49">
            <a:extLst>
              <a:ext uri="{FF2B5EF4-FFF2-40B4-BE49-F238E27FC236}">
                <a16:creationId xmlns:a16="http://schemas.microsoft.com/office/drawing/2014/main" id="{92C307EA-6CE0-DA94-6999-9F0ACC2B5D97}"/>
              </a:ext>
            </a:extLst>
          </p:cNvPr>
          <p:cNvSpPr/>
          <p:nvPr/>
        </p:nvSpPr>
        <p:spPr bwMode="auto">
          <a:xfrm>
            <a:off x="6649579" y="5253350"/>
            <a:ext cx="367938" cy="363413"/>
          </a:xfrm>
          <a:prstGeom prst="smileyFac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sp>
        <p:nvSpPr>
          <p:cNvPr id="51" name="スマイル 50">
            <a:extLst>
              <a:ext uri="{FF2B5EF4-FFF2-40B4-BE49-F238E27FC236}">
                <a16:creationId xmlns:a16="http://schemas.microsoft.com/office/drawing/2014/main" id="{ECE9B1AE-0D17-2C52-3BCA-F9B00E3B1D60}"/>
              </a:ext>
            </a:extLst>
          </p:cNvPr>
          <p:cNvSpPr/>
          <p:nvPr/>
        </p:nvSpPr>
        <p:spPr bwMode="auto">
          <a:xfrm>
            <a:off x="5593453" y="5977801"/>
            <a:ext cx="367938" cy="363413"/>
          </a:xfrm>
          <a:prstGeom prst="smileyFac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sp>
        <p:nvSpPr>
          <p:cNvPr id="52" name="スマイル 51">
            <a:extLst>
              <a:ext uri="{FF2B5EF4-FFF2-40B4-BE49-F238E27FC236}">
                <a16:creationId xmlns:a16="http://schemas.microsoft.com/office/drawing/2014/main" id="{703E485A-A79D-546E-9128-AE32C2C542E3}"/>
              </a:ext>
            </a:extLst>
          </p:cNvPr>
          <p:cNvSpPr/>
          <p:nvPr/>
        </p:nvSpPr>
        <p:spPr bwMode="auto">
          <a:xfrm>
            <a:off x="6315856" y="5988447"/>
            <a:ext cx="367938" cy="363413"/>
          </a:xfrm>
          <a:prstGeom prst="smileyFac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730" dirty="0">
              <a:solidFill>
                <a:schemeClr val="tx2"/>
              </a:solidFill>
              <a:latin typeface="Yu Gothic UI" panose="020B0500000000000000" pitchFamily="34" charset="-128"/>
              <a:ea typeface="Yu Gothic UI" panose="020B0500000000000000" pitchFamily="34" charset="-128"/>
              <a:cs typeface="Segoe UI" pitchFamily="34" charset="0"/>
            </a:endParaRPr>
          </a:p>
        </p:txBody>
      </p:sp>
      <p:cxnSp>
        <p:nvCxnSpPr>
          <p:cNvPr id="53" name="直線矢印コネクタ 52">
            <a:extLst>
              <a:ext uri="{FF2B5EF4-FFF2-40B4-BE49-F238E27FC236}">
                <a16:creationId xmlns:a16="http://schemas.microsoft.com/office/drawing/2014/main" id="{AF8F3388-5AFF-A548-90A6-99B2AA9C80DA}"/>
              </a:ext>
            </a:extLst>
          </p:cNvPr>
          <p:cNvCxnSpPr>
            <a:cxnSpLocks/>
          </p:cNvCxnSpPr>
          <p:nvPr/>
        </p:nvCxnSpPr>
        <p:spPr>
          <a:xfrm flipH="1" flipV="1">
            <a:off x="3712165" y="5456085"/>
            <a:ext cx="1448335" cy="1"/>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FD0ADB6D-7DFF-7246-407E-FE936BF33518}"/>
              </a:ext>
            </a:extLst>
          </p:cNvPr>
          <p:cNvSpPr txBox="1"/>
          <p:nvPr/>
        </p:nvSpPr>
        <p:spPr>
          <a:xfrm>
            <a:off x="4043086" y="5094941"/>
            <a:ext cx="801294" cy="45252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Owner</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cxnSp>
        <p:nvCxnSpPr>
          <p:cNvPr id="55" name="直線矢印コネクタ 54">
            <a:extLst>
              <a:ext uri="{FF2B5EF4-FFF2-40B4-BE49-F238E27FC236}">
                <a16:creationId xmlns:a16="http://schemas.microsoft.com/office/drawing/2014/main" id="{3462F719-667F-52D2-D5AE-E1D4F677EBDB}"/>
              </a:ext>
            </a:extLst>
          </p:cNvPr>
          <p:cNvCxnSpPr>
            <a:cxnSpLocks/>
          </p:cNvCxnSpPr>
          <p:nvPr/>
        </p:nvCxnSpPr>
        <p:spPr>
          <a:xfrm flipH="1">
            <a:off x="3644823" y="6189157"/>
            <a:ext cx="1894585" cy="4549"/>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5AA5376-0A45-EC91-2618-2067F9B824A0}"/>
              </a:ext>
            </a:extLst>
          </p:cNvPr>
          <p:cNvSpPr txBox="1"/>
          <p:nvPr/>
        </p:nvSpPr>
        <p:spPr>
          <a:xfrm>
            <a:off x="4354488" y="4114660"/>
            <a:ext cx="663797" cy="455167"/>
          </a:xfrm>
          <a:prstGeom prst="rect">
            <a:avLst/>
          </a:prstGeom>
          <a:noFill/>
        </p:spPr>
        <p:txBody>
          <a:bodyPr wrap="none" lIns="179285" tIns="143428" rIns="179285" bIns="143428" rtlCol="0">
            <a:spAutoFit/>
          </a:bodyPr>
          <a:lstStyle/>
          <a:p>
            <a:pPr>
              <a:lnSpc>
                <a:spcPct val="90000"/>
              </a:lnSpc>
              <a:spcAft>
                <a:spcPts val="588"/>
              </a:spcAft>
            </a:pPr>
            <a:r>
              <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信頼</a:t>
            </a:r>
          </a:p>
        </p:txBody>
      </p:sp>
      <p:sp>
        <p:nvSpPr>
          <p:cNvPr id="57" name="テキスト ボックス 56">
            <a:extLst>
              <a:ext uri="{FF2B5EF4-FFF2-40B4-BE49-F238E27FC236}">
                <a16:creationId xmlns:a16="http://schemas.microsoft.com/office/drawing/2014/main" id="{EFEDC258-1739-BAE8-16B0-A404763BFA8B}"/>
              </a:ext>
            </a:extLst>
          </p:cNvPr>
          <p:cNvSpPr txBox="1"/>
          <p:nvPr/>
        </p:nvSpPr>
        <p:spPr>
          <a:xfrm>
            <a:off x="7195137" y="4075055"/>
            <a:ext cx="663797" cy="455167"/>
          </a:xfrm>
          <a:prstGeom prst="rect">
            <a:avLst/>
          </a:prstGeom>
          <a:noFill/>
        </p:spPr>
        <p:txBody>
          <a:bodyPr wrap="none" lIns="179285" tIns="143428" rIns="179285" bIns="143428" rtlCol="0">
            <a:spAutoFit/>
          </a:bodyPr>
          <a:lstStyle/>
          <a:p>
            <a:pPr>
              <a:lnSpc>
                <a:spcPct val="90000"/>
              </a:lnSpc>
              <a:spcAft>
                <a:spcPts val="588"/>
              </a:spcAft>
            </a:pPr>
            <a:r>
              <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信頼</a:t>
            </a:r>
          </a:p>
        </p:txBody>
      </p:sp>
      <p:sp>
        <p:nvSpPr>
          <p:cNvPr id="58" name="テキスト ボックス 57">
            <a:extLst>
              <a:ext uri="{FF2B5EF4-FFF2-40B4-BE49-F238E27FC236}">
                <a16:creationId xmlns:a16="http://schemas.microsoft.com/office/drawing/2014/main" id="{C1ECDC8A-0F95-D33A-05FE-84702221A486}"/>
              </a:ext>
            </a:extLst>
          </p:cNvPr>
          <p:cNvSpPr txBox="1"/>
          <p:nvPr/>
        </p:nvSpPr>
        <p:spPr>
          <a:xfrm>
            <a:off x="3870328" y="5569960"/>
            <a:ext cx="1205251" cy="69233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Contributor</a:t>
            </a:r>
          </a:p>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t>
            </a:r>
            <a:r>
              <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共同作成者</a:t>
            </a: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cxnSp>
        <p:nvCxnSpPr>
          <p:cNvPr id="59" name="直線矢印コネクタ 58">
            <a:extLst>
              <a:ext uri="{FF2B5EF4-FFF2-40B4-BE49-F238E27FC236}">
                <a16:creationId xmlns:a16="http://schemas.microsoft.com/office/drawing/2014/main" id="{43F9A57F-7F7E-F274-0AFF-1AC36AB66658}"/>
              </a:ext>
            </a:extLst>
          </p:cNvPr>
          <p:cNvCxnSpPr>
            <a:cxnSpLocks/>
          </p:cNvCxnSpPr>
          <p:nvPr/>
        </p:nvCxnSpPr>
        <p:spPr>
          <a:xfrm flipV="1">
            <a:off x="7081977" y="5435056"/>
            <a:ext cx="1395712" cy="4727"/>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47D16615-78F7-ABA1-64BA-21D7B640BF77}"/>
              </a:ext>
            </a:extLst>
          </p:cNvPr>
          <p:cNvSpPr txBox="1"/>
          <p:nvPr/>
        </p:nvSpPr>
        <p:spPr>
          <a:xfrm>
            <a:off x="7363072" y="5048355"/>
            <a:ext cx="801294" cy="45252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Owner</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cxnSp>
        <p:nvCxnSpPr>
          <p:cNvPr id="61" name="直線矢印コネクタ 60">
            <a:extLst>
              <a:ext uri="{FF2B5EF4-FFF2-40B4-BE49-F238E27FC236}">
                <a16:creationId xmlns:a16="http://schemas.microsoft.com/office/drawing/2014/main" id="{DB1ADF1F-BACA-9813-9EB4-0C58F6F9AF78}"/>
              </a:ext>
            </a:extLst>
          </p:cNvPr>
          <p:cNvCxnSpPr>
            <a:cxnSpLocks/>
          </p:cNvCxnSpPr>
          <p:nvPr/>
        </p:nvCxnSpPr>
        <p:spPr>
          <a:xfrm flipV="1">
            <a:off x="6704678" y="6221004"/>
            <a:ext cx="1857693" cy="4727"/>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テキスト ボックス 61">
            <a:extLst>
              <a:ext uri="{FF2B5EF4-FFF2-40B4-BE49-F238E27FC236}">
                <a16:creationId xmlns:a16="http://schemas.microsoft.com/office/drawing/2014/main" id="{2953EC9D-B984-0F88-E670-0E9A99020F50}"/>
              </a:ext>
            </a:extLst>
          </p:cNvPr>
          <p:cNvSpPr txBox="1"/>
          <p:nvPr/>
        </p:nvSpPr>
        <p:spPr>
          <a:xfrm>
            <a:off x="7410586" y="5834302"/>
            <a:ext cx="964801" cy="45252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Operator</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pic>
        <p:nvPicPr>
          <p:cNvPr id="63" name="グラフィックス 62">
            <a:extLst>
              <a:ext uri="{FF2B5EF4-FFF2-40B4-BE49-F238E27FC236}">
                <a16:creationId xmlns:a16="http://schemas.microsoft.com/office/drawing/2014/main" id="{285BCC23-5730-C59E-0852-4B4C07E33E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330733" y="5448860"/>
            <a:ext cx="435957" cy="435957"/>
          </a:xfrm>
          <a:prstGeom prst="rect">
            <a:avLst/>
          </a:prstGeom>
        </p:spPr>
      </p:pic>
      <p:sp>
        <p:nvSpPr>
          <p:cNvPr id="64" name="矢印: 五方向 40">
            <a:extLst>
              <a:ext uri="{FF2B5EF4-FFF2-40B4-BE49-F238E27FC236}">
                <a16:creationId xmlns:a16="http://schemas.microsoft.com/office/drawing/2014/main" id="{DFDF7BF4-883F-A868-571D-3CF3987151C9}"/>
              </a:ext>
            </a:extLst>
          </p:cNvPr>
          <p:cNvSpPr/>
          <p:nvPr/>
        </p:nvSpPr>
        <p:spPr bwMode="auto">
          <a:xfrm>
            <a:off x="279036" y="5147987"/>
            <a:ext cx="1594930" cy="927160"/>
          </a:xfrm>
          <a:prstGeom prst="homePlat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defTabSz="914102" fontAlgn="base">
              <a:lnSpc>
                <a:spcPct val="90000"/>
              </a:lnSpc>
              <a:spcBef>
                <a:spcPct val="0"/>
              </a:spcBef>
              <a:spcAft>
                <a:spcPct val="0"/>
              </a:spcAft>
            </a:pPr>
            <a:r>
              <a:rPr kumimoji="1" lang="ja-JP" altLang="en-US" sz="1078" dirty="0">
                <a:solidFill>
                  <a:schemeClr val="tx2"/>
                </a:solidFill>
                <a:latin typeface="Yu Gothic UI" panose="020B0500000000000000" pitchFamily="34" charset="-128"/>
                <a:ea typeface="Yu Gothic UI" panose="020B0500000000000000" pitchFamily="34" charset="-128"/>
                <a:cs typeface="Segoe UI" pitchFamily="34" charset="0"/>
              </a:rPr>
              <a:t>リージョン制限</a:t>
            </a:r>
            <a:endParaRPr kumimoji="1" lang="en-US" altLang="ja-JP" sz="1078" dirty="0">
              <a:solidFill>
                <a:schemeClr val="tx2"/>
              </a:solidFill>
              <a:latin typeface="Yu Gothic UI" panose="020B0500000000000000" pitchFamily="34" charset="-128"/>
              <a:ea typeface="Yu Gothic UI" panose="020B0500000000000000" pitchFamily="34" charset="-128"/>
              <a:cs typeface="Segoe UI" pitchFamily="34" charset="0"/>
            </a:endParaRPr>
          </a:p>
          <a:p>
            <a:pPr defTabSz="914102" fontAlgn="base">
              <a:lnSpc>
                <a:spcPct val="90000"/>
              </a:lnSpc>
              <a:spcBef>
                <a:spcPct val="0"/>
              </a:spcBef>
              <a:spcAft>
                <a:spcPct val="0"/>
              </a:spcAft>
            </a:pPr>
            <a:r>
              <a:rPr kumimoji="1" lang="en-US" altLang="ja-JP" sz="1078" dirty="0">
                <a:solidFill>
                  <a:schemeClr val="tx2"/>
                </a:solidFill>
                <a:latin typeface="Yu Gothic UI" panose="020B0500000000000000" pitchFamily="34" charset="-128"/>
                <a:ea typeface="Yu Gothic UI" panose="020B0500000000000000" pitchFamily="34" charset="-128"/>
                <a:cs typeface="Segoe UI" pitchFamily="34" charset="0"/>
              </a:rPr>
              <a:t>VM</a:t>
            </a:r>
            <a:r>
              <a:rPr kumimoji="1" lang="ja-JP" altLang="en-US" sz="1078" dirty="0">
                <a:solidFill>
                  <a:schemeClr val="tx2"/>
                </a:solidFill>
                <a:latin typeface="Yu Gothic UI" panose="020B0500000000000000" pitchFamily="34" charset="-128"/>
                <a:ea typeface="Yu Gothic UI" panose="020B0500000000000000" pitchFamily="34" charset="-128"/>
                <a:cs typeface="Segoe UI" pitchFamily="34" charset="0"/>
              </a:rPr>
              <a:t> サイズ制限</a:t>
            </a:r>
            <a:endParaRPr kumimoji="1" lang="en-US" altLang="ja-JP" sz="1078" dirty="0">
              <a:solidFill>
                <a:schemeClr val="tx2"/>
              </a:solidFill>
              <a:latin typeface="Yu Gothic UI" panose="020B0500000000000000" pitchFamily="34" charset="-128"/>
              <a:ea typeface="Yu Gothic UI" panose="020B0500000000000000" pitchFamily="34" charset="-128"/>
              <a:cs typeface="Segoe UI" pitchFamily="34" charset="0"/>
            </a:endParaRPr>
          </a:p>
          <a:p>
            <a:pPr defTabSz="914102" fontAlgn="base">
              <a:lnSpc>
                <a:spcPct val="90000"/>
              </a:lnSpc>
              <a:spcBef>
                <a:spcPct val="0"/>
              </a:spcBef>
              <a:spcAft>
                <a:spcPct val="0"/>
              </a:spcAft>
            </a:pPr>
            <a:r>
              <a:rPr kumimoji="1" lang="ja-JP" altLang="en-US" sz="1078" dirty="0">
                <a:solidFill>
                  <a:schemeClr val="tx2"/>
                </a:solidFill>
                <a:latin typeface="Yu Gothic UI" panose="020B0500000000000000" pitchFamily="34" charset="-128"/>
                <a:ea typeface="Yu Gothic UI" panose="020B0500000000000000" pitchFamily="34" charset="-128"/>
                <a:cs typeface="Segoe UI" pitchFamily="34" charset="0"/>
              </a:rPr>
              <a:t>監査ログ</a:t>
            </a:r>
            <a:endParaRPr kumimoji="1" lang="en-US" altLang="ja-JP" sz="1078" dirty="0">
              <a:solidFill>
                <a:schemeClr val="tx2"/>
              </a:solidFill>
              <a:latin typeface="Yu Gothic UI" panose="020B0500000000000000" pitchFamily="34" charset="-128"/>
              <a:ea typeface="Yu Gothic UI" panose="020B0500000000000000" pitchFamily="34" charset="-128"/>
              <a:cs typeface="Segoe UI" pitchFamily="34" charset="0"/>
            </a:endParaRPr>
          </a:p>
          <a:p>
            <a:pPr defTabSz="914102" fontAlgn="base">
              <a:lnSpc>
                <a:spcPct val="90000"/>
              </a:lnSpc>
              <a:spcBef>
                <a:spcPct val="0"/>
              </a:spcBef>
              <a:spcAft>
                <a:spcPct val="0"/>
              </a:spcAft>
            </a:pPr>
            <a:r>
              <a:rPr kumimoji="1" lang="en-US" altLang="ja-JP" sz="1078" dirty="0" err="1">
                <a:solidFill>
                  <a:schemeClr val="tx2"/>
                </a:solidFill>
                <a:latin typeface="Yu Gothic UI" panose="020B0500000000000000" pitchFamily="34" charset="-128"/>
                <a:ea typeface="Yu Gothic UI" panose="020B0500000000000000" pitchFamily="34" charset="-128"/>
                <a:cs typeface="Segoe UI" pitchFamily="34" charset="0"/>
              </a:rPr>
              <a:t>etc</a:t>
            </a:r>
            <a:r>
              <a:rPr kumimoji="1" lang="en-US" altLang="ja-JP" sz="1078" dirty="0">
                <a:solidFill>
                  <a:schemeClr val="tx2"/>
                </a:solidFill>
                <a:latin typeface="Yu Gothic UI" panose="020B0500000000000000" pitchFamily="34" charset="-128"/>
                <a:ea typeface="Yu Gothic UI" panose="020B0500000000000000" pitchFamily="34" charset="-128"/>
                <a:cs typeface="Segoe UI" pitchFamily="34" charset="0"/>
              </a:rPr>
              <a:t>…</a:t>
            </a:r>
            <a:endParaRPr kumimoji="1" lang="ja-JP" altLang="en-US" sz="1078" dirty="0">
              <a:solidFill>
                <a:schemeClr val="tx2"/>
              </a:solidFill>
              <a:latin typeface="Yu Gothic UI" panose="020B0500000000000000" pitchFamily="34" charset="-128"/>
              <a:ea typeface="Yu Gothic UI" panose="020B0500000000000000" pitchFamily="34" charset="-128"/>
              <a:cs typeface="Segoe UI" pitchFamily="34" charset="0"/>
            </a:endParaRPr>
          </a:p>
        </p:txBody>
      </p:sp>
      <p:pic>
        <p:nvPicPr>
          <p:cNvPr id="65" name="グラフィックス 64">
            <a:extLst>
              <a:ext uri="{FF2B5EF4-FFF2-40B4-BE49-F238E27FC236}">
                <a16:creationId xmlns:a16="http://schemas.microsoft.com/office/drawing/2014/main" id="{77AF6524-E88D-8E4B-4252-BE54F0BB3D8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0211" y="4863177"/>
            <a:ext cx="435957" cy="435957"/>
          </a:xfrm>
          <a:prstGeom prst="rect">
            <a:avLst/>
          </a:prstGeom>
        </p:spPr>
      </p:pic>
      <p:sp>
        <p:nvSpPr>
          <p:cNvPr id="66" name="テキスト ボックス 65">
            <a:extLst>
              <a:ext uri="{FF2B5EF4-FFF2-40B4-BE49-F238E27FC236}">
                <a16:creationId xmlns:a16="http://schemas.microsoft.com/office/drawing/2014/main" id="{A96CF851-E808-E386-3CDA-7D3EF7E8A96A}"/>
              </a:ext>
            </a:extLst>
          </p:cNvPr>
          <p:cNvSpPr txBox="1"/>
          <p:nvPr/>
        </p:nvSpPr>
        <p:spPr>
          <a:xfrm>
            <a:off x="10885315" y="4923633"/>
            <a:ext cx="751602" cy="45252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Policy</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67" name="矢印: 五方向 43">
            <a:extLst>
              <a:ext uri="{FF2B5EF4-FFF2-40B4-BE49-F238E27FC236}">
                <a16:creationId xmlns:a16="http://schemas.microsoft.com/office/drawing/2014/main" id="{8CDC66F7-5CB4-114F-4CDE-EFB6FE63D646}"/>
              </a:ext>
            </a:extLst>
          </p:cNvPr>
          <p:cNvSpPr/>
          <p:nvPr/>
        </p:nvSpPr>
        <p:spPr bwMode="auto">
          <a:xfrm flipH="1">
            <a:off x="10390326" y="5270197"/>
            <a:ext cx="1594930" cy="927160"/>
          </a:xfrm>
          <a:prstGeom prst="homePlat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defTabSz="914102" fontAlgn="base">
              <a:lnSpc>
                <a:spcPct val="90000"/>
              </a:lnSpc>
              <a:spcBef>
                <a:spcPct val="0"/>
              </a:spcBef>
              <a:spcAft>
                <a:spcPct val="0"/>
              </a:spcAft>
            </a:pPr>
            <a:r>
              <a:rPr kumimoji="1" lang="en-US" altLang="ja-JP" sz="1078" dirty="0" err="1">
                <a:solidFill>
                  <a:schemeClr val="tx2"/>
                </a:solidFill>
                <a:latin typeface="Yu Gothic UI" panose="020B0500000000000000" pitchFamily="34" charset="-128"/>
                <a:ea typeface="Yu Gothic UI" panose="020B0500000000000000" pitchFamily="34" charset="-128"/>
                <a:cs typeface="Segoe UI" pitchFamily="34" charset="0"/>
              </a:rPr>
              <a:t>etc</a:t>
            </a:r>
            <a:r>
              <a:rPr kumimoji="1" lang="en-US" altLang="ja-JP" sz="1078" dirty="0">
                <a:solidFill>
                  <a:schemeClr val="tx2"/>
                </a:solidFill>
                <a:latin typeface="Yu Gothic UI" panose="020B0500000000000000" pitchFamily="34" charset="-128"/>
                <a:ea typeface="Yu Gothic UI" panose="020B0500000000000000" pitchFamily="34" charset="-128"/>
                <a:cs typeface="Segoe UI" pitchFamily="34" charset="0"/>
              </a:rPr>
              <a:t>…</a:t>
            </a:r>
            <a:endParaRPr kumimoji="1" lang="ja-JP" altLang="en-US" sz="1078" dirty="0">
              <a:solidFill>
                <a:schemeClr val="tx2"/>
              </a:solidFill>
              <a:latin typeface="Yu Gothic UI" panose="020B0500000000000000" pitchFamily="34" charset="-128"/>
              <a:ea typeface="Yu Gothic UI" panose="020B0500000000000000" pitchFamily="34" charset="-128"/>
              <a:cs typeface="Segoe UI" pitchFamily="34" charset="0"/>
            </a:endParaRPr>
          </a:p>
        </p:txBody>
      </p:sp>
      <p:sp>
        <p:nvSpPr>
          <p:cNvPr id="68" name="テキスト ボックス 67">
            <a:extLst>
              <a:ext uri="{FF2B5EF4-FFF2-40B4-BE49-F238E27FC236}">
                <a16:creationId xmlns:a16="http://schemas.microsoft.com/office/drawing/2014/main" id="{2FA66DBE-ACBE-D3E1-F782-CF3900C42C55}"/>
              </a:ext>
            </a:extLst>
          </p:cNvPr>
          <p:cNvSpPr txBox="1"/>
          <p:nvPr/>
        </p:nvSpPr>
        <p:spPr>
          <a:xfrm>
            <a:off x="399825" y="4829028"/>
            <a:ext cx="751602" cy="452522"/>
          </a:xfrm>
          <a:prstGeom prst="rect">
            <a:avLst/>
          </a:prstGeom>
          <a:noFill/>
        </p:spPr>
        <p:txBody>
          <a:bodyPr wrap="none" lIns="179285" tIns="143428" rIns="179285" bIns="143428" rtlCol="0">
            <a:spAutoFit/>
          </a:bodyPr>
          <a:lstStyle/>
          <a:p>
            <a:pPr>
              <a:lnSpc>
                <a:spcPct val="90000"/>
              </a:lnSpc>
              <a:spcAft>
                <a:spcPts val="588"/>
              </a:spcAft>
            </a:pPr>
            <a:r>
              <a:rPr kumimoji="1" lang="en-US" altLang="ja-JP"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Policy</a:t>
            </a:r>
            <a:endParaRPr kumimoji="1" lang="ja-JP" altLang="en-US" sz="1176"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pic>
        <p:nvPicPr>
          <p:cNvPr id="69" name="グラフィックス 68">
            <a:extLst>
              <a:ext uri="{FF2B5EF4-FFF2-40B4-BE49-F238E27FC236}">
                <a16:creationId xmlns:a16="http://schemas.microsoft.com/office/drawing/2014/main" id="{B710DA2C-6BE6-F30D-A7D4-92484E7F4D0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17032" y="4594925"/>
            <a:ext cx="453430" cy="453430"/>
          </a:xfrm>
          <a:prstGeom prst="rect">
            <a:avLst/>
          </a:prstGeom>
        </p:spPr>
      </p:pic>
      <p:pic>
        <p:nvPicPr>
          <p:cNvPr id="70" name="グラフィックス 69">
            <a:extLst>
              <a:ext uri="{FF2B5EF4-FFF2-40B4-BE49-F238E27FC236}">
                <a16:creationId xmlns:a16="http://schemas.microsoft.com/office/drawing/2014/main" id="{886015F8-691D-1778-F5E3-1E238D0B1A4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31934" y="4587973"/>
            <a:ext cx="453430" cy="453430"/>
          </a:xfrm>
          <a:prstGeom prst="rect">
            <a:avLst/>
          </a:prstGeom>
        </p:spPr>
      </p:pic>
      <p:pic>
        <p:nvPicPr>
          <p:cNvPr id="71" name="グラフィックス 70">
            <a:extLst>
              <a:ext uri="{FF2B5EF4-FFF2-40B4-BE49-F238E27FC236}">
                <a16:creationId xmlns:a16="http://schemas.microsoft.com/office/drawing/2014/main" id="{78A630A7-2EF7-CEAF-E152-9578072C540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638800" y="4942843"/>
            <a:ext cx="435957" cy="435957"/>
          </a:xfrm>
          <a:prstGeom prst="rect">
            <a:avLst/>
          </a:prstGeom>
        </p:spPr>
      </p:pic>
    </p:spTree>
    <p:extLst>
      <p:ext uri="{BB962C8B-B14F-4D97-AF65-F5344CB8AC3E}">
        <p14:creationId xmlns:p14="http://schemas.microsoft.com/office/powerpoint/2010/main" val="4102893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74664-0DBB-8B02-4DF6-9F596A650A0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21C0169-61E8-F40A-DF7F-2864544A223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Azure </a:t>
            </a:r>
            <a:r>
              <a:rPr lang="ja-JP" altLang="en-US" sz="2000" b="1">
                <a:solidFill>
                  <a:srgbClr val="1F2937"/>
                </a:solidFill>
                <a:latin typeface="Yu Gothic"/>
                <a:ea typeface="Yu Gothic"/>
                <a:cs typeface="Yu Gothic"/>
              </a:rPr>
              <a:t>の管理インフラストラクチャ</a:t>
            </a:r>
            <a:r>
              <a:rPr lang="en-US" altLang="ja-JP" sz="2000" b="1" dirty="0">
                <a:solidFill>
                  <a:srgbClr val="1F2937"/>
                </a:solidFill>
                <a:latin typeface="Yu Gothic"/>
                <a:ea typeface="Yu Gothic"/>
                <a:cs typeface="Yu Gothic"/>
              </a:rPr>
              <a:t> (Azure </a:t>
            </a:r>
            <a:r>
              <a:rPr lang="ja-JP" altLang="en-US" sz="2000" b="1">
                <a:solidFill>
                  <a:srgbClr val="1F2937"/>
                </a:solidFill>
                <a:latin typeface="Yu Gothic"/>
                <a:ea typeface="Yu Gothic"/>
                <a:cs typeface="Yu Gothic"/>
              </a:rPr>
              <a:t>サブスクリプション</a:t>
            </a:r>
            <a:r>
              <a:rPr lang="en-US"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4F2C74A-5475-E472-ED2D-1A0F7AD15AA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C4D6A50-6C7E-97CD-34F3-3196CE8AE93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EFFF0BF2-4F31-7CE6-B64B-E08EA15C9D69}"/>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00000"/>
              </a:lnSpc>
              <a:buNone/>
            </a:pPr>
            <a:r>
              <a:rPr lang="ja-JP" altLang="en-US" sz="2400">
                <a:solidFill>
                  <a:schemeClr val="accent1"/>
                </a:solidFill>
                <a:latin typeface="Yu Gothic UI" panose="020B0500000000000000" pitchFamily="34" charset="-128"/>
                <a:ea typeface="Yu Gothic UI" panose="020B0500000000000000" pitchFamily="34" charset="-128"/>
              </a:rPr>
              <a:t>サブスクリプションには、デプロイできる </a:t>
            </a:r>
            <a:r>
              <a:rPr lang="en-US" altLang="ja-JP" sz="2400" dirty="0">
                <a:solidFill>
                  <a:schemeClr val="accent1"/>
                </a:solidFill>
                <a:latin typeface="Yu Gothic UI" panose="020B0500000000000000" pitchFamily="34" charset="-128"/>
                <a:ea typeface="Yu Gothic UI" panose="020B0500000000000000" pitchFamily="34" charset="-128"/>
              </a:rPr>
              <a:t>Azure </a:t>
            </a:r>
            <a:r>
              <a:rPr lang="ja-JP" altLang="en-US" sz="2400">
                <a:solidFill>
                  <a:schemeClr val="accent1"/>
                </a:solidFill>
                <a:latin typeface="Yu Gothic UI" panose="020B0500000000000000" pitchFamily="34" charset="-128"/>
                <a:ea typeface="Yu Gothic UI" panose="020B0500000000000000" pitchFamily="34" charset="-128"/>
              </a:rPr>
              <a:t>リソースの数に制限やクォータが設定されている。</a:t>
            </a:r>
            <a:endParaRPr lang="en-US" altLang="ja-JP" sz="2400" dirty="0">
              <a:solidFill>
                <a:schemeClr val="accent1"/>
              </a:solidFill>
              <a:latin typeface="Yu Gothic UI" panose="020B0500000000000000" pitchFamily="34" charset="-128"/>
              <a:ea typeface="Yu Gothic UI" panose="020B0500000000000000" pitchFamily="34" charset="-128"/>
            </a:endParaRPr>
          </a:p>
          <a:p>
            <a:pPr lvl="1">
              <a:lnSpc>
                <a:spcPct val="100000"/>
              </a:lnSpc>
            </a:pPr>
            <a:r>
              <a:rPr lang="ja-JP" altLang="en-US" sz="1765">
                <a:latin typeface="Yu Gothic UI" panose="020B0500000000000000" pitchFamily="34" charset="-128"/>
                <a:ea typeface="Yu Gothic UI" panose="020B0500000000000000" pitchFamily="34" charset="-128"/>
              </a:rPr>
              <a:t>一部のクォータは初期クォータが低めに設定されており、サポート リクエストを</a:t>
            </a:r>
            <a:br>
              <a:rPr lang="en-US" altLang="ja-JP" sz="1765" dirty="0">
                <a:latin typeface="Yu Gothic UI" panose="020B0500000000000000" pitchFamily="34" charset="-128"/>
                <a:ea typeface="Yu Gothic UI" panose="020B0500000000000000" pitchFamily="34" charset="-128"/>
              </a:rPr>
            </a:br>
            <a:r>
              <a:rPr lang="ja-JP" altLang="en-US" sz="1765">
                <a:latin typeface="Yu Gothic UI" panose="020B0500000000000000" pitchFamily="34" charset="-128"/>
                <a:ea typeface="Yu Gothic UI" panose="020B0500000000000000" pitchFamily="34" charset="-128"/>
              </a:rPr>
              <a:t>発行することで上限を引き上げることが出来るものもある</a:t>
            </a:r>
            <a:endParaRPr lang="en-US" altLang="ja-JP" sz="1765" dirty="0">
              <a:latin typeface="Yu Gothic UI" panose="020B0500000000000000" pitchFamily="34" charset="-128"/>
              <a:ea typeface="Yu Gothic UI" panose="020B0500000000000000" pitchFamily="34" charset="-128"/>
            </a:endParaRPr>
          </a:p>
          <a:p>
            <a:pPr lvl="1">
              <a:lnSpc>
                <a:spcPct val="100000"/>
              </a:lnSpc>
            </a:pPr>
            <a:r>
              <a:rPr lang="ja-JP" altLang="en-US" sz="1765">
                <a:latin typeface="Yu Gothic UI" panose="020B0500000000000000" pitchFamily="34" charset="-128"/>
                <a:ea typeface="Yu Gothic UI" panose="020B0500000000000000" pitchFamily="34" charset="-128"/>
              </a:rPr>
              <a:t>　例：サブスクリプションあたりの </a:t>
            </a:r>
            <a:r>
              <a:rPr lang="en-US" altLang="ja-JP" sz="1765" dirty="0">
                <a:latin typeface="Yu Gothic UI" panose="020B0500000000000000" pitchFamily="34" charset="-128"/>
                <a:ea typeface="Yu Gothic UI" panose="020B0500000000000000" pitchFamily="34" charset="-128"/>
              </a:rPr>
              <a:t>VM</a:t>
            </a:r>
            <a:r>
              <a:rPr lang="ja-JP" altLang="en-US" sz="1765">
                <a:latin typeface="Yu Gothic UI" panose="020B0500000000000000" pitchFamily="34" charset="-128"/>
                <a:ea typeface="Yu Gothic UI" panose="020B0500000000000000" pitchFamily="34" charset="-128"/>
              </a:rPr>
              <a:t> 数：リージョンあたり </a:t>
            </a:r>
            <a:r>
              <a:rPr lang="en-US" altLang="ja-JP" sz="1765" dirty="0">
                <a:latin typeface="Yu Gothic UI" panose="020B0500000000000000" pitchFamily="34" charset="-128"/>
                <a:ea typeface="Yu Gothic UI" panose="020B0500000000000000" pitchFamily="34" charset="-128"/>
              </a:rPr>
              <a:t>25,000</a:t>
            </a:r>
            <a:endParaRPr lang="en-US" altLang="ja-JP" sz="980" dirty="0">
              <a:latin typeface="Yu Gothic UI" panose="020B0500000000000000" pitchFamily="34" charset="-128"/>
              <a:ea typeface="Yu Gothic UI" panose="020B0500000000000000" pitchFamily="34" charset="-128"/>
            </a:endParaRPr>
          </a:p>
          <a:p>
            <a:pPr lvl="1">
              <a:lnSpc>
                <a:spcPct val="100000"/>
              </a:lnSpc>
            </a:pPr>
            <a:endParaRPr lang="en-US" altLang="ja-JP" sz="1765" dirty="0">
              <a:latin typeface="Yu Gothic UI" panose="020B0500000000000000" pitchFamily="34" charset="-128"/>
              <a:ea typeface="Yu Gothic UI" panose="020B0500000000000000" pitchFamily="34" charset="-128"/>
            </a:endParaRPr>
          </a:p>
          <a:p>
            <a:pPr>
              <a:lnSpc>
                <a:spcPct val="100000"/>
              </a:lnSpc>
            </a:pPr>
            <a:endParaRPr lang="en-US" altLang="ja-JP" sz="2400" dirty="0">
              <a:solidFill>
                <a:schemeClr val="accent1"/>
              </a:solidFill>
              <a:latin typeface="Yu Gothic UI" panose="020B0500000000000000" pitchFamily="34" charset="-128"/>
              <a:ea typeface="Yu Gothic UI" panose="020B0500000000000000" pitchFamily="34" charset="-128"/>
            </a:endParaRPr>
          </a:p>
          <a:p>
            <a:pPr marL="0" indent="0">
              <a:lnSpc>
                <a:spcPct val="100000"/>
              </a:lnSpc>
              <a:buNone/>
            </a:pPr>
            <a:r>
              <a:rPr lang="ja-JP" altLang="en-US" sz="2400">
                <a:solidFill>
                  <a:schemeClr val="accent1"/>
                </a:solidFill>
                <a:latin typeface="Yu Gothic UI" panose="020B0500000000000000" pitchFamily="34" charset="-128"/>
                <a:ea typeface="Yu Gothic UI" panose="020B0500000000000000" pitchFamily="34" charset="-128"/>
              </a:rPr>
              <a:t>分割可能なサブスクリプションは分けておいた方が</a:t>
            </a:r>
            <a:br>
              <a:rPr lang="en-US" altLang="ja-JP" sz="2400" dirty="0">
                <a:solidFill>
                  <a:schemeClr val="accent1"/>
                </a:solidFill>
                <a:latin typeface="Yu Gothic UI" panose="020B0500000000000000" pitchFamily="34" charset="-128"/>
                <a:ea typeface="Yu Gothic UI" panose="020B0500000000000000" pitchFamily="34" charset="-128"/>
              </a:rPr>
            </a:br>
            <a:r>
              <a:rPr lang="ja-JP" altLang="en-US" sz="2400">
                <a:solidFill>
                  <a:schemeClr val="accent1"/>
                </a:solidFill>
                <a:latin typeface="Yu Gothic UI" panose="020B0500000000000000" pitchFamily="34" charset="-128"/>
                <a:ea typeface="Yu Gothic UI" panose="020B0500000000000000" pitchFamily="34" charset="-128"/>
              </a:rPr>
              <a:t>クォータの問題が発生しにくい</a:t>
            </a:r>
            <a:endParaRPr lang="en-US" altLang="ja-JP" sz="2400" dirty="0">
              <a:solidFill>
                <a:schemeClr val="accent1"/>
              </a:solidFill>
              <a:latin typeface="Yu Gothic UI" panose="020B0500000000000000" pitchFamily="34" charset="-128"/>
              <a:ea typeface="Yu Gothic UI" panose="020B0500000000000000" pitchFamily="34" charset="-128"/>
            </a:endParaRPr>
          </a:p>
          <a:p>
            <a:pPr marL="541338" lvl="1" indent="-285750">
              <a:lnSpc>
                <a:spcPct val="100000"/>
              </a:lnSpc>
              <a:buFont typeface="Arial" panose="020B0604020202020204" pitchFamily="34" charset="0"/>
              <a:buChar char="•"/>
            </a:pPr>
            <a:r>
              <a:rPr lang="ja-JP" altLang="en-US" sz="1765">
                <a:latin typeface="Yu Gothic UI" panose="020B0500000000000000" pitchFamily="34" charset="-128"/>
                <a:ea typeface="Yu Gothic UI" panose="020B0500000000000000" pitchFamily="34" charset="-128"/>
              </a:rPr>
              <a:t>複数の組織やシステムでサブスクリプションを共有する運用をしている場合には、一部の大規模システムがクォータを使い果たしてしまう問題が起こりやすい</a:t>
            </a:r>
            <a:endParaRPr lang="en-US" altLang="ja-JP" sz="1765" dirty="0">
              <a:latin typeface="Yu Gothic UI" panose="020B0500000000000000" pitchFamily="34" charset="-128"/>
              <a:ea typeface="Yu Gothic UI" panose="020B0500000000000000" pitchFamily="34" charset="-128"/>
            </a:endParaRPr>
          </a:p>
          <a:p>
            <a:pPr marL="541338" lvl="1" indent="-285750">
              <a:lnSpc>
                <a:spcPct val="100000"/>
              </a:lnSpc>
              <a:buFont typeface="Arial" panose="020B0604020202020204" pitchFamily="34" charset="0"/>
              <a:buChar char="•"/>
            </a:pPr>
            <a:r>
              <a:rPr lang="ja-JP" altLang="en-US" sz="1765">
                <a:latin typeface="Yu Gothic UI" panose="020B0500000000000000" pitchFamily="34" charset="-128"/>
                <a:ea typeface="Yu Gothic UI" panose="020B0500000000000000" pitchFamily="34" charset="-128"/>
              </a:rPr>
              <a:t>クォータ制限はサブスクリプション単位で設定されているため、引き上げ可能な上限を超えるリソース利用が必要な場合には、別のサブスクリプションを利用する必要があるため、最初から分けてしまった方がセキュリティ観点でも安全</a:t>
            </a:r>
            <a:endParaRPr lang="ja-JP" altLang="en-US" sz="1765" dirty="0">
              <a:latin typeface="Yu Gothic UI" panose="020B0500000000000000" pitchFamily="34" charset="-128"/>
              <a:ea typeface="Yu Gothic UI" panose="020B0500000000000000" pitchFamily="34" charset="-128"/>
            </a:endParaRPr>
          </a:p>
        </p:txBody>
      </p:sp>
      <p:sp>
        <p:nvSpPr>
          <p:cNvPr id="6" name="字幕 1">
            <a:extLst>
              <a:ext uri="{FF2B5EF4-FFF2-40B4-BE49-F238E27FC236}">
                <a16:creationId xmlns:a16="http://schemas.microsoft.com/office/drawing/2014/main" id="{184EBDD9-12EB-9EB1-25E4-DF8B29B9A851}"/>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図 7">
            <a:extLst>
              <a:ext uri="{FF2B5EF4-FFF2-40B4-BE49-F238E27FC236}">
                <a16:creationId xmlns:a16="http://schemas.microsoft.com/office/drawing/2014/main" id="{AD098D83-4213-905D-FADB-94D5700DE668}"/>
              </a:ext>
            </a:extLst>
          </p:cNvPr>
          <p:cNvPicPr>
            <a:picLocks noChangeAspect="1"/>
          </p:cNvPicPr>
          <p:nvPr/>
        </p:nvPicPr>
        <p:blipFill rotWithShape="1">
          <a:blip r:embed="rId3"/>
          <a:srcRect t="11517" b="25883"/>
          <a:stretch/>
        </p:blipFill>
        <p:spPr>
          <a:xfrm>
            <a:off x="7912914" y="2029077"/>
            <a:ext cx="4001773" cy="2156185"/>
          </a:xfrm>
          <a:prstGeom prst="rect">
            <a:avLst/>
          </a:prstGeom>
          <a:ln>
            <a:noFill/>
          </a:ln>
          <a:effectLst>
            <a:outerShdw blurRad="292100" dist="139700" dir="2700000" algn="tl" rotWithShape="0">
              <a:srgbClr val="333333">
                <a:alpha val="65000"/>
              </a:srgbClr>
            </a:outerShdw>
          </a:effectLst>
        </p:spPr>
      </p:pic>
      <p:sp>
        <p:nvSpPr>
          <p:cNvPr id="10" name="テキスト ボックス 9">
            <a:extLst>
              <a:ext uri="{FF2B5EF4-FFF2-40B4-BE49-F238E27FC236}">
                <a16:creationId xmlns:a16="http://schemas.microsoft.com/office/drawing/2014/main" id="{BEB03FDC-C3E5-BFB9-AD31-763FD22193F0}"/>
              </a:ext>
            </a:extLst>
          </p:cNvPr>
          <p:cNvSpPr txBox="1"/>
          <p:nvPr/>
        </p:nvSpPr>
        <p:spPr>
          <a:xfrm>
            <a:off x="584200" y="6201482"/>
            <a:ext cx="9136533" cy="512935"/>
          </a:xfrm>
          <a:prstGeom prst="rect">
            <a:avLst/>
          </a:prstGeom>
          <a:noFill/>
        </p:spPr>
        <p:txBody>
          <a:bodyPr wrap="square" lIns="89642" tIns="44821" rIns="89642" bIns="44821" anchor="t">
            <a:spAutoFit/>
          </a:bodyPr>
          <a:lstStyle/>
          <a:p>
            <a:r>
              <a:rPr lang="en-US" altLang="ja-JP" sz="1372" dirty="0">
                <a:latin typeface="Yu Gothic UI" panose="020B0500000000000000" pitchFamily="34" charset="-128"/>
                <a:ea typeface="Yu Gothic UI" panose="020B0500000000000000" pitchFamily="34" charset="-128"/>
              </a:rPr>
              <a:t>Azure </a:t>
            </a:r>
            <a:r>
              <a:rPr lang="ja-JP" altLang="en-US" sz="1372" dirty="0">
                <a:latin typeface="Yu Gothic UI" panose="020B0500000000000000" pitchFamily="34" charset="-128"/>
                <a:ea typeface="Yu Gothic UI" panose="020B0500000000000000" pitchFamily="34" charset="-128"/>
              </a:rPr>
              <a:t>サブスクリプションとサービスの制限、クォータ、制約</a:t>
            </a:r>
            <a:r>
              <a:rPr lang="en-US" altLang="ja-JP" sz="1372" dirty="0">
                <a:latin typeface="Yu Gothic UI" panose="020B0500000000000000" pitchFamily="34" charset="-128"/>
                <a:ea typeface="Yu Gothic UI" panose="020B0500000000000000" pitchFamily="34" charset="-128"/>
              </a:rPr>
              <a:t>:</a:t>
            </a:r>
          </a:p>
          <a:p>
            <a:r>
              <a:rPr lang="ja-JP" altLang="en-US" sz="1372" dirty="0">
                <a:latin typeface="Yu Gothic UI" panose="020B0500000000000000" pitchFamily="34" charset="-128"/>
                <a:ea typeface="Yu Gothic UI" panose="020B0500000000000000" pitchFamily="34" charset="-128"/>
              </a:rPr>
              <a:t> </a:t>
            </a:r>
            <a:r>
              <a:rPr lang="en-US" altLang="ja-JP" sz="1372" dirty="0">
                <a:latin typeface="Yu Gothic UI" panose="020B0500000000000000" pitchFamily="34" charset="-128"/>
                <a:ea typeface="Yu Gothic UI" panose="020B0500000000000000" pitchFamily="34" charset="-128"/>
                <a:cs typeface="+mn-lt"/>
                <a:hlinkClick r:id="rId4"/>
              </a:rPr>
              <a:t>https://docs.microsoft.com/ja-jp/azure/azure-resource-manager/management/azure-subscription-service-limits</a:t>
            </a:r>
            <a:endParaRPr lang="en-US" altLang="ja-JP" sz="1372" dirty="0">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077887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0CED9-DFD9-6F4A-B25A-5EC3D800A16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076C938-F328-F8B5-E3B5-ABBE4F95805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Azure </a:t>
            </a:r>
            <a:r>
              <a:rPr lang="ja-JP" altLang="en-US" sz="2000" b="1">
                <a:solidFill>
                  <a:srgbClr val="1F2937"/>
                </a:solidFill>
                <a:latin typeface="Yu Gothic"/>
                <a:ea typeface="Yu Gothic"/>
                <a:cs typeface="Yu Gothic"/>
              </a:rPr>
              <a:t>の管理インフラストラクチャ</a:t>
            </a:r>
            <a:r>
              <a:rPr lang="en-US"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リソースグループ</a:t>
            </a:r>
            <a:r>
              <a:rPr lang="en-US"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1F2958B-0FB2-2FD4-DCF3-FE4BC74995E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184E7B4-C969-BE8E-888E-A8E359036A5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タイトル 1">
            <a:extLst>
              <a:ext uri="{FF2B5EF4-FFF2-40B4-BE49-F238E27FC236}">
                <a16:creationId xmlns:a16="http://schemas.microsoft.com/office/drawing/2014/main" id="{5CA48114-CFDD-BCD1-EC75-26438F4AF381}"/>
              </a:ext>
            </a:extLst>
          </p:cNvPr>
          <p:cNvSpPr txBox="1">
            <a:spLocks/>
          </p:cNvSpPr>
          <p:nvPr/>
        </p:nvSpPr>
        <p:spPr>
          <a:xfrm>
            <a:off x="212962" y="1638946"/>
            <a:ext cx="11017250" cy="369332"/>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kumimoji="1" lang="en-US" sz="3600" b="0" kern="1200" cap="none" spc="-50" baseline="0">
                <a:ln w="3175">
                  <a:noFill/>
                </a:ln>
                <a:solidFill>
                  <a:schemeClr val="tx1"/>
                </a:solidFill>
                <a:effectLst/>
                <a:latin typeface="+mj-lt"/>
                <a:ea typeface="+mn-ea"/>
                <a:cs typeface="Segoe UI" pitchFamily="34" charset="0"/>
              </a:defRPr>
            </a:lvl1pPr>
          </a:lstStyle>
          <a:p>
            <a:r>
              <a:rPr lang="ja-JP" altLang="en-US" sz="2400" dirty="0">
                <a:solidFill>
                  <a:schemeClr val="accent1"/>
                </a:solidFill>
                <a:latin typeface="Yu Gothic UI" panose="020B0500000000000000" pitchFamily="34" charset="-128"/>
                <a:ea typeface="Yu Gothic UI" panose="020B0500000000000000" pitchFamily="34" charset="-128"/>
              </a:rPr>
              <a:t>リージョンをまたいで複数のリソースをグルーピング</a:t>
            </a:r>
          </a:p>
        </p:txBody>
      </p:sp>
      <p:sp>
        <p:nvSpPr>
          <p:cNvPr id="7" name="コンテンツ プレースホルダー 19">
            <a:extLst>
              <a:ext uri="{FF2B5EF4-FFF2-40B4-BE49-F238E27FC236}">
                <a16:creationId xmlns:a16="http://schemas.microsoft.com/office/drawing/2014/main" id="{8CA1701B-7BB7-7798-C2CE-9C2B35600B98}"/>
              </a:ext>
            </a:extLst>
          </p:cNvPr>
          <p:cNvSpPr txBox="1">
            <a:spLocks/>
          </p:cNvSpPr>
          <p:nvPr/>
        </p:nvSpPr>
        <p:spPr>
          <a:xfrm>
            <a:off x="338093" y="2085849"/>
            <a:ext cx="5152667" cy="215443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224"/>
              </a:spcBef>
              <a:spcAft>
                <a:spcPts val="0"/>
              </a:spcAft>
              <a:buClr>
                <a:schemeClr val="tx1"/>
              </a:buClr>
              <a:buSzPct val="90000"/>
              <a:buFont typeface="Wingdings" panose="05000000000000000000" pitchFamily="2" charset="2"/>
              <a:buNone/>
              <a:tabLst/>
              <a:defRPr kumimoji="1" sz="2800" b="0" kern="1200" spc="0" baseline="0">
                <a:solidFill>
                  <a:schemeClr val="tx1"/>
                </a:solidFill>
                <a:latin typeface="Segoe UI" panose="020B0502040204020203" pitchFamily="34" charset="0"/>
                <a:ea typeface="+mn-ea"/>
                <a:cs typeface="Segoe UI" panose="020B0502040204020203" pitchFamily="34" charset="0"/>
              </a:defRPr>
            </a:lvl1pPr>
            <a:lvl2pPr marL="2555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2000" b="0" kern="1200" spc="0" baseline="0">
                <a:solidFill>
                  <a:schemeClr val="tx1"/>
                </a:solidFill>
                <a:latin typeface="+mn-lt"/>
                <a:ea typeface="+mn-ea"/>
                <a:cs typeface="+mn-cs"/>
              </a:defRPr>
            </a:lvl2pPr>
            <a:lvl3pPr marL="45085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600" b="0" kern="1200" spc="0" baseline="0">
                <a:solidFill>
                  <a:schemeClr val="tx1"/>
                </a:solidFill>
                <a:latin typeface="+mn-lt"/>
                <a:ea typeface="+mn-ea"/>
                <a:cs typeface="+mn-cs"/>
              </a:defRPr>
            </a:lvl3pPr>
            <a:lvl4pPr marL="65246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4pPr>
            <a:lvl5pPr marL="854075"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42900" indent="-342900">
              <a:buFont typeface="Arial" panose="020B0604020202020204" pitchFamily="34" charset="0"/>
              <a:buChar char="•"/>
            </a:pPr>
            <a:r>
              <a:rPr lang="ja-JP" altLang="en-US" sz="2000" dirty="0">
                <a:latin typeface="Yu Gothic UI" panose="020B0500000000000000" pitchFamily="34" charset="-128"/>
                <a:ea typeface="Yu Gothic UI" panose="020B0500000000000000" pitchFamily="34" charset="-128"/>
              </a:rPr>
              <a:t>仮想マシン、ストレージアカウント、仮想ネットワーク、</a:t>
            </a:r>
            <a:r>
              <a:rPr lang="en-US" altLang="ja-JP" sz="2000" dirty="0">
                <a:latin typeface="Yu Gothic UI" panose="020B0500000000000000" pitchFamily="34" charset="-128"/>
                <a:ea typeface="Yu Gothic UI" panose="020B0500000000000000" pitchFamily="34" charset="-128"/>
              </a:rPr>
              <a:t>SQL </a:t>
            </a:r>
            <a:r>
              <a:rPr lang="ja-JP" altLang="en-US" sz="2000" dirty="0">
                <a:latin typeface="Yu Gothic UI" panose="020B0500000000000000" pitchFamily="34" charset="-128"/>
                <a:ea typeface="Yu Gothic UI" panose="020B0500000000000000" pitchFamily="34" charset="-128"/>
              </a:rPr>
              <a:t>データベースなど、種類の異なる様々なリソースをグループ化</a:t>
            </a:r>
            <a:endParaRPr lang="en-US" altLang="ja-JP" sz="2000" dirty="0">
              <a:latin typeface="Yu Gothic UI" panose="020B0500000000000000" pitchFamily="34" charset="-128"/>
              <a:ea typeface="Yu Gothic UI" panose="020B0500000000000000" pitchFamily="34" charset="-128"/>
            </a:endParaRPr>
          </a:p>
          <a:p>
            <a:pPr marL="342900" indent="-342900">
              <a:buFont typeface="Arial" panose="020B0604020202020204" pitchFamily="34" charset="0"/>
              <a:buChar char="•"/>
            </a:pPr>
            <a:r>
              <a:rPr lang="ja-JP" altLang="en-US" sz="2000" dirty="0">
                <a:latin typeface="Yu Gothic UI" panose="020B0500000000000000" pitchFamily="34" charset="-128"/>
                <a:ea typeface="Yu Gothic UI" panose="020B0500000000000000" pitchFamily="34" charset="-128"/>
              </a:rPr>
              <a:t>リソースグループはリージョンを跨ぐことができる</a:t>
            </a:r>
            <a:endParaRPr lang="en-US" altLang="ja-JP" sz="2000" dirty="0">
              <a:latin typeface="Yu Gothic UI" panose="020B0500000000000000" pitchFamily="34" charset="-128"/>
              <a:ea typeface="Yu Gothic UI" panose="020B0500000000000000" pitchFamily="34" charset="-128"/>
            </a:endParaRPr>
          </a:p>
          <a:p>
            <a:pPr marL="342900" indent="-342900">
              <a:buFont typeface="Arial" panose="020B0604020202020204" pitchFamily="34" charset="0"/>
              <a:buChar char="•"/>
            </a:pPr>
            <a:r>
              <a:rPr lang="ja-JP" altLang="en-US" sz="2000" dirty="0">
                <a:latin typeface="Yu Gothic UI" panose="020B0500000000000000" pitchFamily="34" charset="-128"/>
                <a:ea typeface="Yu Gothic UI" panose="020B0500000000000000" pitchFamily="34" charset="-128"/>
              </a:rPr>
              <a:t>リソースグループ毎に、タグ付けや </a:t>
            </a:r>
            <a:r>
              <a:rPr lang="en-US" altLang="ja-JP" sz="2000" dirty="0">
                <a:latin typeface="Yu Gothic UI" panose="020B0500000000000000" pitchFamily="34" charset="-128"/>
                <a:ea typeface="Yu Gothic UI" panose="020B0500000000000000" pitchFamily="34" charset="-128"/>
              </a:rPr>
              <a:t>RBAC</a:t>
            </a:r>
            <a:r>
              <a:rPr lang="ja-JP" altLang="en-US" sz="2000" dirty="0">
                <a:latin typeface="Yu Gothic UI" panose="020B0500000000000000" pitchFamily="34" charset="-128"/>
                <a:ea typeface="Yu Gothic UI" panose="020B0500000000000000" pitchFamily="34" charset="-128"/>
              </a:rPr>
              <a:t> によるアクセス制御が可能</a:t>
            </a:r>
            <a:endParaRPr lang="en-US" altLang="ja-JP" sz="2000" dirty="0">
              <a:latin typeface="Yu Gothic UI" panose="020B0500000000000000" pitchFamily="34" charset="-128"/>
              <a:ea typeface="Yu Gothic UI" panose="020B0500000000000000" pitchFamily="34" charset="-128"/>
            </a:endParaRPr>
          </a:p>
        </p:txBody>
      </p:sp>
      <p:sp>
        <p:nvSpPr>
          <p:cNvPr id="11" name="角丸四角形 4">
            <a:extLst>
              <a:ext uri="{FF2B5EF4-FFF2-40B4-BE49-F238E27FC236}">
                <a16:creationId xmlns:a16="http://schemas.microsoft.com/office/drawing/2014/main" id="{DB209F97-95E3-95B0-3D3E-228BF6C2AFF3}"/>
              </a:ext>
            </a:extLst>
          </p:cNvPr>
          <p:cNvSpPr/>
          <p:nvPr/>
        </p:nvSpPr>
        <p:spPr bwMode="auto">
          <a:xfrm>
            <a:off x="6003828" y="1728618"/>
            <a:ext cx="5837824" cy="4796616"/>
          </a:xfrm>
          <a:prstGeom prst="roundRect">
            <a:avLst>
              <a:gd name="adj" fmla="val 2487"/>
            </a:avLst>
          </a:prstGeom>
          <a:noFill/>
          <a:ln w="19050" cap="flat" cmpd="sng" algn="ctr">
            <a:solidFill>
              <a:srgbClr val="0072C6"/>
            </a:solid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kumimoji="1" lang="ja-JP" altLang="en-US" sz="1961" b="1" kern="0">
              <a:solidFill>
                <a:srgbClr val="000000"/>
              </a:solidFill>
              <a:latin typeface="Yu Gothic UI" panose="020B0500000000000000" pitchFamily="34" charset="-128"/>
              <a:ea typeface="Yu Gothic UI" panose="020B0500000000000000" pitchFamily="34" charset="-128"/>
              <a:cs typeface="Segoe UI" pitchFamily="34" charset="0"/>
            </a:endParaRPr>
          </a:p>
        </p:txBody>
      </p:sp>
      <p:sp>
        <p:nvSpPr>
          <p:cNvPr id="12" name="角丸四角形 5">
            <a:extLst>
              <a:ext uri="{FF2B5EF4-FFF2-40B4-BE49-F238E27FC236}">
                <a16:creationId xmlns:a16="http://schemas.microsoft.com/office/drawing/2014/main" id="{D6BFA883-5BA2-CA14-B660-0C05BC1AD6E1}"/>
              </a:ext>
            </a:extLst>
          </p:cNvPr>
          <p:cNvSpPr/>
          <p:nvPr/>
        </p:nvSpPr>
        <p:spPr bwMode="auto">
          <a:xfrm>
            <a:off x="6196571" y="2782262"/>
            <a:ext cx="5433304" cy="1671812"/>
          </a:xfrm>
          <a:prstGeom prst="roundRect">
            <a:avLst>
              <a:gd name="adj" fmla="val 2487"/>
            </a:avLst>
          </a:prstGeom>
          <a:noFill/>
          <a:ln w="19050" cap="flat" cmpd="sng" algn="ctr">
            <a:solidFill>
              <a:srgbClr val="0072C6"/>
            </a:solidFill>
            <a:prstDash val="solid"/>
            <a:headEnd type="none" w="med" len="med"/>
            <a:tailEnd type="none" w="med" len="med"/>
          </a:ln>
          <a:effectLst/>
        </p:spPr>
        <p:txBody>
          <a:bodyPr rot="0" spcFirstLastPara="0" vertOverflow="overflow" horzOverflow="overflow" vert="horz" wrap="square" lIns="35292" tIns="35292" rIns="35292" bIns="35292" numCol="1" spcCol="0" rtlCol="0" fromWordArt="0" anchor="t" anchorCtr="0" forceAA="0" compatLnSpc="1">
            <a:prstTxWarp prst="textNoShape">
              <a:avLst/>
            </a:prstTxWarp>
            <a:noAutofit/>
          </a:bodyPr>
          <a:lstStyle/>
          <a:p>
            <a:pPr defTabSz="914102" fontAlgn="base">
              <a:lnSpc>
                <a:spcPct val="90000"/>
              </a:lnSpc>
              <a:spcBef>
                <a:spcPct val="0"/>
              </a:spcBef>
              <a:spcAft>
                <a:spcPct val="0"/>
              </a:spcAft>
              <a:defRPr/>
            </a:pPr>
            <a:r>
              <a:rPr kumimoji="1" lang="ja-JP" altLang="en-US" sz="1765" kern="0">
                <a:solidFill>
                  <a:srgbClr val="000000"/>
                </a:solidFill>
                <a:latin typeface="Yu Gothic UI" panose="020B0500000000000000" pitchFamily="34" charset="-128"/>
                <a:ea typeface="Yu Gothic UI" panose="020B0500000000000000" pitchFamily="34" charset="-128"/>
                <a:cs typeface="Segoe UI" pitchFamily="34" charset="0"/>
              </a:rPr>
              <a:t>リージョン</a:t>
            </a:r>
            <a:r>
              <a:rPr kumimoji="1" lang="en-US" altLang="ja-JP" sz="1765" kern="0">
                <a:solidFill>
                  <a:srgbClr val="000000"/>
                </a:solidFill>
                <a:latin typeface="Yu Gothic UI" panose="020B0500000000000000" pitchFamily="34" charset="-128"/>
                <a:ea typeface="Yu Gothic UI" panose="020B0500000000000000" pitchFamily="34" charset="-128"/>
                <a:cs typeface="Segoe UI" pitchFamily="34" charset="0"/>
              </a:rPr>
              <a:t>: </a:t>
            </a:r>
            <a:r>
              <a:rPr kumimoji="1" lang="ja-JP" altLang="en-US" sz="1765" kern="0">
                <a:solidFill>
                  <a:srgbClr val="000000"/>
                </a:solidFill>
                <a:latin typeface="Yu Gothic UI" panose="020B0500000000000000" pitchFamily="34" charset="-128"/>
                <a:ea typeface="Yu Gothic UI" panose="020B0500000000000000" pitchFamily="34" charset="-128"/>
                <a:cs typeface="Segoe UI" pitchFamily="34" charset="0"/>
              </a:rPr>
              <a:t>東日本</a:t>
            </a:r>
          </a:p>
        </p:txBody>
      </p:sp>
      <p:pic>
        <p:nvPicPr>
          <p:cNvPr id="13" name="図 12">
            <a:extLst>
              <a:ext uri="{FF2B5EF4-FFF2-40B4-BE49-F238E27FC236}">
                <a16:creationId xmlns:a16="http://schemas.microsoft.com/office/drawing/2014/main" id="{6297F21A-DEB5-2234-F553-EA2C7021D76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08976" y="1465699"/>
            <a:ext cx="387594" cy="620150"/>
          </a:xfrm>
          <a:prstGeom prst="rect">
            <a:avLst/>
          </a:prstGeom>
        </p:spPr>
      </p:pic>
      <p:sp>
        <p:nvSpPr>
          <p:cNvPr id="14" name="テキスト ボックス 13">
            <a:extLst>
              <a:ext uri="{FF2B5EF4-FFF2-40B4-BE49-F238E27FC236}">
                <a16:creationId xmlns:a16="http://schemas.microsoft.com/office/drawing/2014/main" id="{83625890-1168-6544-C725-4C06CAA28983}"/>
              </a:ext>
            </a:extLst>
          </p:cNvPr>
          <p:cNvSpPr txBox="1"/>
          <p:nvPr/>
        </p:nvSpPr>
        <p:spPr bwMode="auto">
          <a:xfrm>
            <a:off x="5954509" y="1695387"/>
            <a:ext cx="1966966" cy="4489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40534" tIns="87833" rIns="140534" bIns="87833" rtlCol="0">
            <a:spAutoFit/>
          </a:bodyPr>
          <a:lstStyle/>
          <a:p>
            <a:pPr defTabSz="895348" fontAlgn="base">
              <a:lnSpc>
                <a:spcPct val="90000"/>
              </a:lnSpc>
              <a:spcBef>
                <a:spcPct val="0"/>
              </a:spcBef>
              <a:spcAft>
                <a:spcPts val="1152"/>
              </a:spcAft>
            </a:pPr>
            <a:r>
              <a:rPr kumimoji="1" lang="ja-JP" altLang="en-US" sz="1961">
                <a:solidFill>
                  <a:srgbClr val="000000"/>
                </a:solidFill>
                <a:latin typeface="Yu Gothic UI" panose="020B0500000000000000" pitchFamily="34" charset="-128"/>
                <a:ea typeface="Yu Gothic UI" panose="020B0500000000000000" pitchFamily="34" charset="-128"/>
                <a:cs typeface="Segoe UI" charset="0"/>
              </a:rPr>
              <a:t>サブスクリプション</a:t>
            </a:r>
          </a:p>
        </p:txBody>
      </p:sp>
      <p:sp>
        <p:nvSpPr>
          <p:cNvPr id="15" name="角丸四角形 8">
            <a:extLst>
              <a:ext uri="{FF2B5EF4-FFF2-40B4-BE49-F238E27FC236}">
                <a16:creationId xmlns:a16="http://schemas.microsoft.com/office/drawing/2014/main" id="{9E477BD0-96B0-5A71-471F-38EEFE84EC1A}"/>
              </a:ext>
            </a:extLst>
          </p:cNvPr>
          <p:cNvSpPr/>
          <p:nvPr/>
        </p:nvSpPr>
        <p:spPr bwMode="auto">
          <a:xfrm>
            <a:off x="6196571" y="5160036"/>
            <a:ext cx="5433305" cy="1148158"/>
          </a:xfrm>
          <a:prstGeom prst="roundRect">
            <a:avLst>
              <a:gd name="adj" fmla="val 2487"/>
            </a:avLst>
          </a:prstGeom>
          <a:noFill/>
          <a:ln w="19050" cap="flat" cmpd="sng" algn="ctr">
            <a:solidFill>
              <a:srgbClr val="0072C6"/>
            </a:solidFill>
            <a:prstDash val="solid"/>
            <a:headEnd type="none" w="med" len="med"/>
            <a:tailEnd type="none" w="med" len="med"/>
          </a:ln>
          <a:effectLst/>
        </p:spPr>
        <p:txBody>
          <a:bodyPr rot="0" spcFirstLastPara="0" vertOverflow="overflow" horzOverflow="overflow" vert="horz" wrap="square" lIns="35292" tIns="35292" rIns="35292" bIns="35292" numCol="1" spcCol="0" rtlCol="0" fromWordArt="0" anchor="t" anchorCtr="0" forceAA="0" compatLnSpc="1">
            <a:prstTxWarp prst="textNoShape">
              <a:avLst/>
            </a:prstTxWarp>
            <a:noAutofit/>
          </a:bodyPr>
          <a:lstStyle/>
          <a:p>
            <a:pPr defTabSz="914102" fontAlgn="base">
              <a:lnSpc>
                <a:spcPct val="90000"/>
              </a:lnSpc>
              <a:spcBef>
                <a:spcPct val="0"/>
              </a:spcBef>
              <a:spcAft>
                <a:spcPct val="0"/>
              </a:spcAft>
              <a:defRPr/>
            </a:pPr>
            <a:r>
              <a:rPr kumimoji="1" lang="ja-JP" altLang="en-US" sz="1765" kern="0">
                <a:solidFill>
                  <a:srgbClr val="000000"/>
                </a:solidFill>
                <a:latin typeface="Yu Gothic UI" panose="020B0500000000000000" pitchFamily="34" charset="-128"/>
                <a:ea typeface="Yu Gothic UI" panose="020B0500000000000000" pitchFamily="34" charset="-128"/>
                <a:cs typeface="Segoe UI" pitchFamily="34" charset="0"/>
              </a:rPr>
              <a:t>リージョン</a:t>
            </a:r>
            <a:r>
              <a:rPr kumimoji="1" lang="en-US" altLang="ja-JP" sz="1765" kern="0">
                <a:solidFill>
                  <a:srgbClr val="000000"/>
                </a:solidFill>
                <a:latin typeface="Yu Gothic UI" panose="020B0500000000000000" pitchFamily="34" charset="-128"/>
                <a:ea typeface="Yu Gothic UI" panose="020B0500000000000000" pitchFamily="34" charset="-128"/>
                <a:cs typeface="Segoe UI" pitchFamily="34" charset="0"/>
              </a:rPr>
              <a:t>: West US</a:t>
            </a:r>
            <a:endParaRPr kumimoji="1" lang="ja-JP" altLang="en-US" sz="1765" kern="0">
              <a:solidFill>
                <a:srgbClr val="000000"/>
              </a:solidFill>
              <a:latin typeface="Yu Gothic UI" panose="020B0500000000000000" pitchFamily="34" charset="-128"/>
              <a:ea typeface="Yu Gothic UI" panose="020B0500000000000000" pitchFamily="34" charset="-128"/>
              <a:cs typeface="Segoe UI" pitchFamily="34" charset="0"/>
            </a:endParaRPr>
          </a:p>
        </p:txBody>
      </p:sp>
      <p:pic>
        <p:nvPicPr>
          <p:cNvPr id="16" name="図 15">
            <a:extLst>
              <a:ext uri="{FF2B5EF4-FFF2-40B4-BE49-F238E27FC236}">
                <a16:creationId xmlns:a16="http://schemas.microsoft.com/office/drawing/2014/main" id="{17A9AFB3-1ED0-DAE1-9F19-19051DEC39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8541" y="4050364"/>
            <a:ext cx="442590" cy="262788"/>
          </a:xfrm>
          <a:prstGeom prst="rect">
            <a:avLst/>
          </a:prstGeom>
        </p:spPr>
      </p:pic>
      <p:pic>
        <p:nvPicPr>
          <p:cNvPr id="17" name="図 16">
            <a:extLst>
              <a:ext uri="{FF2B5EF4-FFF2-40B4-BE49-F238E27FC236}">
                <a16:creationId xmlns:a16="http://schemas.microsoft.com/office/drawing/2014/main" id="{9BD1446B-EB0C-D2B5-9B53-D8A9DA2AFD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1381" y="3932302"/>
            <a:ext cx="542952" cy="458116"/>
          </a:xfrm>
          <a:prstGeom prst="rect">
            <a:avLst/>
          </a:prstGeom>
        </p:spPr>
      </p:pic>
      <p:grpSp>
        <p:nvGrpSpPr>
          <p:cNvPr id="18" name="グループ化 17">
            <a:extLst>
              <a:ext uri="{FF2B5EF4-FFF2-40B4-BE49-F238E27FC236}">
                <a16:creationId xmlns:a16="http://schemas.microsoft.com/office/drawing/2014/main" id="{96920CA7-E48A-AE09-387A-B9552201C4F2}"/>
              </a:ext>
            </a:extLst>
          </p:cNvPr>
          <p:cNvGrpSpPr/>
          <p:nvPr/>
        </p:nvGrpSpPr>
        <p:grpSpPr>
          <a:xfrm>
            <a:off x="9569677" y="3149072"/>
            <a:ext cx="1859008" cy="938191"/>
            <a:chOff x="2807669" y="3153309"/>
            <a:chExt cx="1896285" cy="957004"/>
          </a:xfrm>
        </p:grpSpPr>
        <p:pic>
          <p:nvPicPr>
            <p:cNvPr id="19" name="図 18">
              <a:extLst>
                <a:ext uri="{FF2B5EF4-FFF2-40B4-BE49-F238E27FC236}">
                  <a16:creationId xmlns:a16="http://schemas.microsoft.com/office/drawing/2014/main" id="{DF537A11-8522-24F8-A04D-F4021924B3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07669" y="3398160"/>
              <a:ext cx="467302" cy="467302"/>
            </a:xfrm>
            <a:prstGeom prst="rect">
              <a:avLst/>
            </a:prstGeom>
          </p:spPr>
        </p:pic>
        <p:grpSp>
          <p:nvGrpSpPr>
            <p:cNvPr id="20" name="グループ化 19">
              <a:extLst>
                <a:ext uri="{FF2B5EF4-FFF2-40B4-BE49-F238E27FC236}">
                  <a16:creationId xmlns:a16="http://schemas.microsoft.com/office/drawing/2014/main" id="{DF619F43-AFA1-4EE2-BD70-7F8546323A04}"/>
                </a:ext>
              </a:extLst>
            </p:cNvPr>
            <p:cNvGrpSpPr/>
            <p:nvPr/>
          </p:nvGrpSpPr>
          <p:grpSpPr>
            <a:xfrm>
              <a:off x="3407960" y="3153309"/>
              <a:ext cx="620517" cy="957004"/>
              <a:chOff x="3415240" y="3153309"/>
              <a:chExt cx="620517" cy="957004"/>
            </a:xfrm>
          </p:grpSpPr>
          <p:pic>
            <p:nvPicPr>
              <p:cNvPr id="22" name="図 21">
                <a:extLst>
                  <a:ext uri="{FF2B5EF4-FFF2-40B4-BE49-F238E27FC236}">
                    <a16:creationId xmlns:a16="http://schemas.microsoft.com/office/drawing/2014/main" id="{F8AFD4DB-497F-300C-BF56-36916B3F8C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15240" y="3643011"/>
                <a:ext cx="620517" cy="467302"/>
              </a:xfrm>
              <a:prstGeom prst="rect">
                <a:avLst/>
              </a:prstGeom>
            </p:spPr>
          </p:pic>
          <p:pic>
            <p:nvPicPr>
              <p:cNvPr id="23" name="図 22">
                <a:extLst>
                  <a:ext uri="{FF2B5EF4-FFF2-40B4-BE49-F238E27FC236}">
                    <a16:creationId xmlns:a16="http://schemas.microsoft.com/office/drawing/2014/main" id="{F334851E-C036-B1B6-32E2-1F65202A93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81697" y="3153309"/>
                <a:ext cx="487603" cy="380940"/>
              </a:xfrm>
              <a:prstGeom prst="rect">
                <a:avLst/>
              </a:prstGeom>
            </p:spPr>
          </p:pic>
        </p:grpSp>
        <p:pic>
          <p:nvPicPr>
            <p:cNvPr id="21" name="図 20">
              <a:extLst>
                <a:ext uri="{FF2B5EF4-FFF2-40B4-BE49-F238E27FC236}">
                  <a16:creationId xmlns:a16="http://schemas.microsoft.com/office/drawing/2014/main" id="{E293C90B-FE88-7ED5-7D8C-27F721BCBF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61467" y="3360568"/>
              <a:ext cx="542487" cy="542487"/>
            </a:xfrm>
            <a:prstGeom prst="rect">
              <a:avLst/>
            </a:prstGeom>
          </p:spPr>
        </p:pic>
      </p:grpSp>
      <p:grpSp>
        <p:nvGrpSpPr>
          <p:cNvPr id="24" name="グループ化 23">
            <a:extLst>
              <a:ext uri="{FF2B5EF4-FFF2-40B4-BE49-F238E27FC236}">
                <a16:creationId xmlns:a16="http://schemas.microsoft.com/office/drawing/2014/main" id="{9DB26CD7-7282-E0FF-28CA-4605EBD9308B}"/>
              </a:ext>
            </a:extLst>
          </p:cNvPr>
          <p:cNvGrpSpPr/>
          <p:nvPr/>
        </p:nvGrpSpPr>
        <p:grpSpPr>
          <a:xfrm>
            <a:off x="9567123" y="5475106"/>
            <a:ext cx="1864116" cy="536071"/>
            <a:chOff x="3828695" y="5466959"/>
            <a:chExt cx="1901495" cy="546820"/>
          </a:xfrm>
        </p:grpSpPr>
        <p:pic>
          <p:nvPicPr>
            <p:cNvPr id="25" name="図 24">
              <a:extLst>
                <a:ext uri="{FF2B5EF4-FFF2-40B4-BE49-F238E27FC236}">
                  <a16:creationId xmlns:a16="http://schemas.microsoft.com/office/drawing/2014/main" id="{85AC8FFF-9D04-1AA1-BD1F-4A8A366D7F0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0075" y="5466959"/>
              <a:ext cx="410115" cy="546820"/>
            </a:xfrm>
            <a:prstGeom prst="rect">
              <a:avLst/>
            </a:prstGeom>
          </p:spPr>
        </p:pic>
        <p:pic>
          <p:nvPicPr>
            <p:cNvPr id="26" name="図 25">
              <a:extLst>
                <a:ext uri="{FF2B5EF4-FFF2-40B4-BE49-F238E27FC236}">
                  <a16:creationId xmlns:a16="http://schemas.microsoft.com/office/drawing/2014/main" id="{A42E2CE2-5053-258D-1DEE-902389EF4B0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27953" y="5468584"/>
              <a:ext cx="543571" cy="543571"/>
            </a:xfrm>
            <a:prstGeom prst="rect">
              <a:avLst/>
            </a:prstGeom>
          </p:spPr>
        </p:pic>
        <p:pic>
          <p:nvPicPr>
            <p:cNvPr id="27" name="図 26">
              <a:extLst>
                <a:ext uri="{FF2B5EF4-FFF2-40B4-BE49-F238E27FC236}">
                  <a16:creationId xmlns:a16="http://schemas.microsoft.com/office/drawing/2014/main" id="{DC25548A-C013-3EE9-89E9-FBE43334E0F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828695" y="5476540"/>
              <a:ext cx="450708" cy="527659"/>
            </a:xfrm>
            <a:prstGeom prst="rect">
              <a:avLst/>
            </a:prstGeom>
          </p:spPr>
        </p:pic>
      </p:grpSp>
      <p:grpSp>
        <p:nvGrpSpPr>
          <p:cNvPr id="28" name="グループ化 27">
            <a:extLst>
              <a:ext uri="{FF2B5EF4-FFF2-40B4-BE49-F238E27FC236}">
                <a16:creationId xmlns:a16="http://schemas.microsoft.com/office/drawing/2014/main" id="{5F14D5F8-6572-A80C-3F34-DB3BE8CA4FE0}"/>
              </a:ext>
            </a:extLst>
          </p:cNvPr>
          <p:cNvGrpSpPr/>
          <p:nvPr/>
        </p:nvGrpSpPr>
        <p:grpSpPr>
          <a:xfrm>
            <a:off x="6651808" y="3112390"/>
            <a:ext cx="1576161" cy="979774"/>
            <a:chOff x="767114" y="2939764"/>
            <a:chExt cx="1607766" cy="999420"/>
          </a:xfrm>
        </p:grpSpPr>
        <p:grpSp>
          <p:nvGrpSpPr>
            <p:cNvPr id="29" name="グループ化 28">
              <a:extLst>
                <a:ext uri="{FF2B5EF4-FFF2-40B4-BE49-F238E27FC236}">
                  <a16:creationId xmlns:a16="http://schemas.microsoft.com/office/drawing/2014/main" id="{E69CFC9C-377C-CB91-F19A-816BB238086A}"/>
                </a:ext>
              </a:extLst>
            </p:cNvPr>
            <p:cNvGrpSpPr/>
            <p:nvPr/>
          </p:nvGrpSpPr>
          <p:grpSpPr>
            <a:xfrm>
              <a:off x="1326577" y="2939764"/>
              <a:ext cx="504056" cy="999420"/>
              <a:chOff x="1326577" y="2939764"/>
              <a:chExt cx="504056" cy="999420"/>
            </a:xfrm>
          </p:grpSpPr>
          <p:pic>
            <p:nvPicPr>
              <p:cNvPr id="32" name="図 31">
                <a:extLst>
                  <a:ext uri="{FF2B5EF4-FFF2-40B4-BE49-F238E27FC236}">
                    <a16:creationId xmlns:a16="http://schemas.microsoft.com/office/drawing/2014/main" id="{4CA8C7E0-B19D-6825-96EE-BA7A51D3FED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26577" y="2939764"/>
                <a:ext cx="504056" cy="467302"/>
              </a:xfrm>
              <a:prstGeom prst="rect">
                <a:avLst/>
              </a:prstGeom>
            </p:spPr>
          </p:pic>
          <p:pic>
            <p:nvPicPr>
              <p:cNvPr id="33" name="図 32">
                <a:extLst>
                  <a:ext uri="{FF2B5EF4-FFF2-40B4-BE49-F238E27FC236}">
                    <a16:creationId xmlns:a16="http://schemas.microsoft.com/office/drawing/2014/main" id="{7EE49A88-DDA9-E35B-F46C-B181EA2DB9D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26577" y="3471882"/>
                <a:ext cx="504056" cy="467302"/>
              </a:xfrm>
              <a:prstGeom prst="rect">
                <a:avLst/>
              </a:prstGeom>
            </p:spPr>
          </p:pic>
        </p:grpSp>
        <p:pic>
          <p:nvPicPr>
            <p:cNvPr id="30" name="図 29">
              <a:extLst>
                <a:ext uri="{FF2B5EF4-FFF2-40B4-BE49-F238E27FC236}">
                  <a16:creationId xmlns:a16="http://schemas.microsoft.com/office/drawing/2014/main" id="{E54AB8A9-8A3E-17D6-A7C7-6276503BBE2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67114" y="3200631"/>
              <a:ext cx="477687" cy="477687"/>
            </a:xfrm>
            <a:prstGeom prst="rect">
              <a:avLst/>
            </a:prstGeom>
          </p:spPr>
        </p:pic>
        <p:pic>
          <p:nvPicPr>
            <p:cNvPr id="31" name="図 30">
              <a:extLst>
                <a:ext uri="{FF2B5EF4-FFF2-40B4-BE49-F238E27FC236}">
                  <a16:creationId xmlns:a16="http://schemas.microsoft.com/office/drawing/2014/main" id="{F37030D9-C7F4-E276-2109-73BD522A5C2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64765" y="3166064"/>
              <a:ext cx="410115" cy="546820"/>
            </a:xfrm>
            <a:prstGeom prst="rect">
              <a:avLst/>
            </a:prstGeom>
          </p:spPr>
        </p:pic>
      </p:grpSp>
      <p:pic>
        <p:nvPicPr>
          <p:cNvPr id="34" name="図 33">
            <a:extLst>
              <a:ext uri="{FF2B5EF4-FFF2-40B4-BE49-F238E27FC236}">
                <a16:creationId xmlns:a16="http://schemas.microsoft.com/office/drawing/2014/main" id="{FD7AC372-228F-F76B-F714-201AA55BBC5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993769" y="5527856"/>
            <a:ext cx="559022" cy="483321"/>
          </a:xfrm>
          <a:prstGeom prst="rect">
            <a:avLst/>
          </a:prstGeom>
        </p:spPr>
      </p:pic>
      <p:pic>
        <p:nvPicPr>
          <p:cNvPr id="35" name="図 34">
            <a:extLst>
              <a:ext uri="{FF2B5EF4-FFF2-40B4-BE49-F238E27FC236}">
                <a16:creationId xmlns:a16="http://schemas.microsoft.com/office/drawing/2014/main" id="{5482F553-339B-D928-2216-E7A6EC6C17D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18954" y="5522707"/>
            <a:ext cx="498814" cy="493618"/>
          </a:xfrm>
          <a:prstGeom prst="rect">
            <a:avLst/>
          </a:prstGeom>
        </p:spPr>
      </p:pic>
      <p:pic>
        <p:nvPicPr>
          <p:cNvPr id="36" name="図 35">
            <a:extLst>
              <a:ext uri="{FF2B5EF4-FFF2-40B4-BE49-F238E27FC236}">
                <a16:creationId xmlns:a16="http://schemas.microsoft.com/office/drawing/2014/main" id="{2DCF322F-901E-AE20-4890-AEDCBF64E41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208694" y="5540458"/>
            <a:ext cx="494147" cy="458116"/>
          </a:xfrm>
          <a:prstGeom prst="rect">
            <a:avLst/>
          </a:prstGeom>
        </p:spPr>
      </p:pic>
      <p:sp>
        <p:nvSpPr>
          <p:cNvPr id="37" name="角丸四角形 35">
            <a:extLst>
              <a:ext uri="{FF2B5EF4-FFF2-40B4-BE49-F238E27FC236}">
                <a16:creationId xmlns:a16="http://schemas.microsoft.com/office/drawing/2014/main" id="{AD647393-61C0-829D-6E04-89CE748DBE92}"/>
              </a:ext>
            </a:extLst>
          </p:cNvPr>
          <p:cNvSpPr/>
          <p:nvPr/>
        </p:nvSpPr>
        <p:spPr bwMode="auto">
          <a:xfrm>
            <a:off x="6096000" y="2360279"/>
            <a:ext cx="2576176" cy="4035113"/>
          </a:xfrm>
          <a:prstGeom prst="roundRect">
            <a:avLst>
              <a:gd name="adj" fmla="val 2487"/>
            </a:avLst>
          </a:prstGeom>
          <a:noFill/>
          <a:ln w="28575" cap="flat" cmpd="sng" algn="ctr">
            <a:solidFill>
              <a:srgbClr val="FF0000"/>
            </a:solidFill>
            <a:prstDash val="sysDash"/>
            <a:headEnd type="none" w="med" len="med"/>
            <a:tailEnd type="none" w="med" len="med"/>
          </a:ln>
          <a:effectLst/>
        </p:spPr>
        <p:txBody>
          <a:bodyPr rot="0" spcFirstLastPara="0" vertOverflow="overflow" horzOverflow="overflow" vert="horz" wrap="square" lIns="35292" tIns="70585" rIns="35292" bIns="35292"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kumimoji="1" lang="ja-JP" altLang="en-US" sz="1961" kern="0">
                <a:solidFill>
                  <a:srgbClr val="000000"/>
                </a:solidFill>
                <a:latin typeface="Yu Gothic UI" panose="020B0500000000000000" pitchFamily="34" charset="-128"/>
                <a:ea typeface="Yu Gothic UI" panose="020B0500000000000000" pitchFamily="34" charset="-128"/>
                <a:cs typeface="Segoe UI" pitchFamily="34" charset="0"/>
              </a:rPr>
              <a:t>リソースグループ</a:t>
            </a:r>
          </a:p>
        </p:txBody>
      </p:sp>
      <p:sp>
        <p:nvSpPr>
          <p:cNvPr id="38" name="角丸四角形 38">
            <a:extLst>
              <a:ext uri="{FF2B5EF4-FFF2-40B4-BE49-F238E27FC236}">
                <a16:creationId xmlns:a16="http://schemas.microsoft.com/office/drawing/2014/main" id="{518D09DE-5F31-D367-C253-7AD5E3B4FB5E}"/>
              </a:ext>
            </a:extLst>
          </p:cNvPr>
          <p:cNvSpPr/>
          <p:nvPr/>
        </p:nvSpPr>
        <p:spPr bwMode="auto">
          <a:xfrm>
            <a:off x="9262728" y="2360280"/>
            <a:ext cx="2367147" cy="2161995"/>
          </a:xfrm>
          <a:prstGeom prst="roundRect">
            <a:avLst>
              <a:gd name="adj" fmla="val 2487"/>
            </a:avLst>
          </a:prstGeom>
          <a:noFill/>
          <a:ln w="28575" cap="flat" cmpd="sng" algn="ctr">
            <a:solidFill>
              <a:srgbClr val="FF0000"/>
            </a:solidFill>
            <a:prstDash val="sysDash"/>
            <a:headEnd type="none" w="med" len="med"/>
            <a:tailEnd type="none" w="med" len="med"/>
          </a:ln>
          <a:effectLst/>
        </p:spPr>
        <p:txBody>
          <a:bodyPr rot="0" spcFirstLastPara="0" vertOverflow="overflow" horzOverflow="overflow" vert="horz" wrap="square" lIns="35292" tIns="70585" rIns="35292" bIns="35292"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kumimoji="1" lang="ja-JP" altLang="en-US" sz="1961" kern="0">
                <a:solidFill>
                  <a:srgbClr val="000000"/>
                </a:solidFill>
                <a:latin typeface="Yu Gothic UI" panose="020B0500000000000000" pitchFamily="34" charset="-128"/>
                <a:ea typeface="Yu Gothic UI" panose="020B0500000000000000" pitchFamily="34" charset="-128"/>
                <a:cs typeface="Segoe UI" pitchFamily="34" charset="0"/>
              </a:rPr>
              <a:t>リソースグループ</a:t>
            </a:r>
          </a:p>
        </p:txBody>
      </p:sp>
      <p:pic>
        <p:nvPicPr>
          <p:cNvPr id="39" name="図 38">
            <a:extLst>
              <a:ext uri="{FF2B5EF4-FFF2-40B4-BE49-F238E27FC236}">
                <a16:creationId xmlns:a16="http://schemas.microsoft.com/office/drawing/2014/main" id="{1F2DA126-4010-9F66-9213-51B76C349D8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985351" y="2219269"/>
            <a:ext cx="447655" cy="363720"/>
          </a:xfrm>
          <a:prstGeom prst="rect">
            <a:avLst/>
          </a:prstGeom>
        </p:spPr>
      </p:pic>
      <p:pic>
        <p:nvPicPr>
          <p:cNvPr id="40" name="図 39">
            <a:extLst>
              <a:ext uri="{FF2B5EF4-FFF2-40B4-BE49-F238E27FC236}">
                <a16:creationId xmlns:a16="http://schemas.microsoft.com/office/drawing/2014/main" id="{2B29BE74-F895-BB71-38FD-623FECA2855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985535" y="2219269"/>
            <a:ext cx="447655" cy="363720"/>
          </a:xfrm>
          <a:prstGeom prst="rect">
            <a:avLst/>
          </a:prstGeom>
        </p:spPr>
      </p:pic>
      <p:sp>
        <p:nvSpPr>
          <p:cNvPr id="41" name="角丸四角形 39">
            <a:extLst>
              <a:ext uri="{FF2B5EF4-FFF2-40B4-BE49-F238E27FC236}">
                <a16:creationId xmlns:a16="http://schemas.microsoft.com/office/drawing/2014/main" id="{C755FB6A-D19C-7152-2757-48CE8E0FE153}"/>
              </a:ext>
            </a:extLst>
          </p:cNvPr>
          <p:cNvSpPr/>
          <p:nvPr/>
        </p:nvSpPr>
        <p:spPr bwMode="auto">
          <a:xfrm>
            <a:off x="9262728" y="4820883"/>
            <a:ext cx="2367147" cy="1575180"/>
          </a:xfrm>
          <a:prstGeom prst="roundRect">
            <a:avLst>
              <a:gd name="adj" fmla="val 2487"/>
            </a:avLst>
          </a:prstGeom>
          <a:noFill/>
          <a:ln w="28575" cap="flat" cmpd="sng" algn="ctr">
            <a:solidFill>
              <a:srgbClr val="FF0000"/>
            </a:solidFill>
            <a:prstDash val="sysDash"/>
            <a:headEnd type="none" w="med" len="med"/>
            <a:tailEnd type="none" w="med" len="med"/>
          </a:ln>
          <a:effectLst/>
        </p:spPr>
        <p:txBody>
          <a:bodyPr rot="0" spcFirstLastPara="0" vertOverflow="overflow" horzOverflow="overflow" vert="horz" wrap="square" lIns="35292" tIns="70585" rIns="35292" bIns="35292"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r>
              <a:rPr kumimoji="1" lang="ja-JP" altLang="en-US" sz="1961" kern="0">
                <a:solidFill>
                  <a:srgbClr val="000000"/>
                </a:solidFill>
                <a:latin typeface="Yu Gothic UI" panose="020B0500000000000000" pitchFamily="34" charset="-128"/>
                <a:ea typeface="Yu Gothic UI" panose="020B0500000000000000" pitchFamily="34" charset="-128"/>
                <a:cs typeface="Segoe UI" pitchFamily="34" charset="0"/>
              </a:rPr>
              <a:t>リソースグループ</a:t>
            </a:r>
          </a:p>
        </p:txBody>
      </p:sp>
      <p:pic>
        <p:nvPicPr>
          <p:cNvPr id="42" name="図 41">
            <a:extLst>
              <a:ext uri="{FF2B5EF4-FFF2-40B4-BE49-F238E27FC236}">
                <a16:creationId xmlns:a16="http://schemas.microsoft.com/office/drawing/2014/main" id="{B8D79C2B-F0BB-8AE2-1963-A343AF27DB4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985351" y="4679567"/>
            <a:ext cx="447655" cy="363720"/>
          </a:xfrm>
          <a:prstGeom prst="rect">
            <a:avLst/>
          </a:prstGeom>
        </p:spPr>
      </p:pic>
    </p:spTree>
    <p:extLst>
      <p:ext uri="{BB962C8B-B14F-4D97-AF65-F5344CB8AC3E}">
        <p14:creationId xmlns:p14="http://schemas.microsoft.com/office/powerpoint/2010/main" val="574298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5FEA2-E9A8-78B7-BDBB-7B0A51EA4DB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27D3237-16F7-B0BF-C1A6-BE3ABFB16C4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Azure </a:t>
            </a:r>
            <a:r>
              <a:rPr lang="ja-JP" altLang="en-US" sz="2000" b="1">
                <a:solidFill>
                  <a:srgbClr val="1F2937"/>
                </a:solidFill>
                <a:latin typeface="Yu Gothic"/>
                <a:ea typeface="Yu Gothic"/>
                <a:cs typeface="Yu Gothic"/>
              </a:rPr>
              <a:t>の権限管理の仕組み</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D0B392E-D849-312B-D6DF-F6D686BA942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18E239B-0CE9-E679-4878-7EC47449042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4">
            <a:extLst>
              <a:ext uri="{FF2B5EF4-FFF2-40B4-BE49-F238E27FC236}">
                <a16:creationId xmlns:a16="http://schemas.microsoft.com/office/drawing/2014/main" id="{83824A4F-A629-ECF6-D0A4-B83F64E90D86}"/>
              </a:ext>
            </a:extLst>
          </p:cNvPr>
          <p:cNvSpPr>
            <a:spLocks noGrp="1"/>
          </p:cNvSpPr>
          <p:nvPr>
            <p:ph idx="1"/>
          </p:nvPr>
        </p:nvSpPr>
        <p:spPr>
          <a:xfrm>
            <a:off x="838200" y="1323559"/>
            <a:ext cx="10515600" cy="800296"/>
          </a:xfrm>
        </p:spPr>
        <p:txBody>
          <a:bodyPr>
            <a:normAutofit/>
          </a:bodyPr>
          <a:lstStyle/>
          <a:p>
            <a:pPr marL="0" indent="0">
              <a:buNone/>
            </a:pPr>
            <a:r>
              <a:rPr lang="en-US" altLang="ja-JP" sz="2000" dirty="0"/>
              <a:t>Azure</a:t>
            </a:r>
            <a:r>
              <a:rPr lang="ja-JP" altLang="en-US" sz="2000" dirty="0"/>
              <a:t>では以下の</a:t>
            </a:r>
            <a:r>
              <a:rPr lang="ja-JP" altLang="en-US" sz="2000"/>
              <a:t>ように</a:t>
            </a:r>
            <a:r>
              <a:rPr lang="en-US" altLang="ja-JP" sz="2000"/>
              <a:t>Entra ID</a:t>
            </a:r>
            <a:r>
              <a:rPr lang="ja-JP" altLang="en-US" sz="2000"/>
              <a:t>で</a:t>
            </a:r>
            <a:r>
              <a:rPr lang="ja-JP" altLang="en-US" sz="2000" dirty="0"/>
              <a:t>ユーザー管理を行い、サブスクリプション、リソースグループ、リソースオブジェクトの各レベルで権限管理を行う構造になっている</a:t>
            </a:r>
            <a:endParaRPr lang="en-US" altLang="ja-JP" sz="2000" dirty="0"/>
          </a:p>
        </p:txBody>
      </p:sp>
      <p:sp>
        <p:nvSpPr>
          <p:cNvPr id="6" name="テキスト ボックス 5">
            <a:extLst>
              <a:ext uri="{FF2B5EF4-FFF2-40B4-BE49-F238E27FC236}">
                <a16:creationId xmlns:a16="http://schemas.microsoft.com/office/drawing/2014/main" id="{1008A9F8-8C6A-D4F8-0458-5BB3FED59677}"/>
              </a:ext>
            </a:extLst>
          </p:cNvPr>
          <p:cNvSpPr txBox="1"/>
          <p:nvPr/>
        </p:nvSpPr>
        <p:spPr>
          <a:xfrm>
            <a:off x="5350067" y="2123855"/>
            <a:ext cx="2960077" cy="580159"/>
          </a:xfrm>
          <a:prstGeom prst="rect">
            <a:avLst/>
          </a:prstGeom>
          <a:noFill/>
        </p:spPr>
        <p:txBody>
          <a:bodyPr wrap="square" lIns="182880" tIns="146304" rIns="182880" bIns="146304" rtlCol="0">
            <a:spAutoFit/>
          </a:bodyPr>
          <a:lstStyle/>
          <a:p>
            <a:pPr algn="ctr">
              <a:lnSpc>
                <a:spcPct val="90000"/>
              </a:lnSpc>
              <a:spcAft>
                <a:spcPts val="600"/>
              </a:spcAft>
            </a:pPr>
            <a:r>
              <a:rPr lang="ja-JP" altLang="en-US" sz="20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関連付け（信頼）</a:t>
            </a:r>
            <a:endParaRPr lang="en-US" altLang="ja-JP" sz="20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8" name="テキスト ボックス 7">
            <a:extLst>
              <a:ext uri="{FF2B5EF4-FFF2-40B4-BE49-F238E27FC236}">
                <a16:creationId xmlns:a16="http://schemas.microsoft.com/office/drawing/2014/main" id="{2C65B383-DF08-4DEA-56BC-200DD4009BCE}"/>
              </a:ext>
            </a:extLst>
          </p:cNvPr>
          <p:cNvSpPr txBox="1"/>
          <p:nvPr/>
        </p:nvSpPr>
        <p:spPr>
          <a:xfrm>
            <a:off x="5198503" y="2615910"/>
            <a:ext cx="2960077" cy="551689"/>
          </a:xfrm>
          <a:prstGeom prst="rect">
            <a:avLst/>
          </a:prstGeom>
          <a:noFill/>
        </p:spPr>
        <p:txBody>
          <a:bodyPr wrap="square" lIns="182880" tIns="146304" rIns="182880" bIns="146304" rtlCol="0">
            <a:spAutoFit/>
          </a:bodyPr>
          <a:lstStyle/>
          <a:p>
            <a:pPr algn="ctr">
              <a:lnSpc>
                <a:spcPct val="90000"/>
              </a:lnSpc>
              <a:spcAft>
                <a:spcPts val="600"/>
              </a:spcAft>
            </a:pPr>
            <a:r>
              <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1</a:t>
            </a:r>
            <a:r>
              <a:rPr lang="ja-JP" altLang="en-US"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つ</a:t>
            </a:r>
            <a:r>
              <a:rPr lang="ja-JP" altLang="en-US">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の </a:t>
            </a:r>
            <a:r>
              <a:rPr lang="en-US" altLang="ja-JP">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a:t>
            </a:r>
            <a:endPar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10" name="正方形/長方形 9">
            <a:extLst>
              <a:ext uri="{FF2B5EF4-FFF2-40B4-BE49-F238E27FC236}">
                <a16:creationId xmlns:a16="http://schemas.microsoft.com/office/drawing/2014/main" id="{2037165D-AFB6-D6CC-4873-A20562369134}"/>
              </a:ext>
            </a:extLst>
          </p:cNvPr>
          <p:cNvSpPr/>
          <p:nvPr/>
        </p:nvSpPr>
        <p:spPr bwMode="auto">
          <a:xfrm>
            <a:off x="508837" y="2345084"/>
            <a:ext cx="5065776" cy="3072384"/>
          </a:xfrm>
          <a:prstGeom prst="rect">
            <a:avLst/>
          </a:prstGeom>
          <a:solidFill>
            <a:schemeClr val="bg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サブスクリプション</a:t>
            </a: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43" name="正方形/長方形 42">
            <a:extLst>
              <a:ext uri="{FF2B5EF4-FFF2-40B4-BE49-F238E27FC236}">
                <a16:creationId xmlns:a16="http://schemas.microsoft.com/office/drawing/2014/main" id="{0D7ADF8F-67EC-A63A-1499-42D09230B09C}"/>
              </a:ext>
            </a:extLst>
          </p:cNvPr>
          <p:cNvSpPr/>
          <p:nvPr/>
        </p:nvSpPr>
        <p:spPr bwMode="auto">
          <a:xfrm>
            <a:off x="645997" y="4551563"/>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リソース</a:t>
            </a:r>
          </a:p>
        </p:txBody>
      </p:sp>
      <p:pic>
        <p:nvPicPr>
          <p:cNvPr id="44" name="図 8364">
            <a:extLst>
              <a:ext uri="{FF2B5EF4-FFF2-40B4-BE49-F238E27FC236}">
                <a16:creationId xmlns:a16="http://schemas.microsoft.com/office/drawing/2014/main" id="{9F154B6D-F2B1-C522-C2C9-9FEBBA050E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1747" y="4614406"/>
            <a:ext cx="278699"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図 8366">
            <a:extLst>
              <a:ext uri="{FF2B5EF4-FFF2-40B4-BE49-F238E27FC236}">
                <a16:creationId xmlns:a16="http://schemas.microsoft.com/office/drawing/2014/main" id="{B017698B-2E83-A16B-D313-2C84BCDEC41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11471" y="4634604"/>
            <a:ext cx="278700"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図 242">
            <a:extLst>
              <a:ext uri="{FF2B5EF4-FFF2-40B4-BE49-F238E27FC236}">
                <a16:creationId xmlns:a16="http://schemas.microsoft.com/office/drawing/2014/main" id="{CED24CC6-B17E-0C0C-2A98-DCA52101BA8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91747" y="4913304"/>
            <a:ext cx="278699" cy="28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図 8402" descr="屋外, 標識, 空, 停止 が含まれている画像&#10;&#10;自動的に生成された説明">
            <a:extLst>
              <a:ext uri="{FF2B5EF4-FFF2-40B4-BE49-F238E27FC236}">
                <a16:creationId xmlns:a16="http://schemas.microsoft.com/office/drawing/2014/main" id="{86560CB8-BFDB-F582-5D0F-F04DEA75653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56809" y="4934405"/>
            <a:ext cx="233362"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左大かっこ 47">
            <a:extLst>
              <a:ext uri="{FF2B5EF4-FFF2-40B4-BE49-F238E27FC236}">
                <a16:creationId xmlns:a16="http://schemas.microsoft.com/office/drawing/2014/main" id="{2EB9C68B-4DEF-1EDE-52C9-9EA4E29ACCA3}"/>
              </a:ext>
            </a:extLst>
          </p:cNvPr>
          <p:cNvSpPr/>
          <p:nvPr/>
        </p:nvSpPr>
        <p:spPr>
          <a:xfrm rot="5400000">
            <a:off x="3344650" y="4154320"/>
            <a:ext cx="107919" cy="84239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pic>
        <p:nvPicPr>
          <p:cNvPr id="49" name="図 8364">
            <a:extLst>
              <a:ext uri="{FF2B5EF4-FFF2-40B4-BE49-F238E27FC236}">
                <a16:creationId xmlns:a16="http://schemas.microsoft.com/office/drawing/2014/main" id="{C1DD97D2-88CC-61AE-3532-872EE6C08E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4322244" y="4612447"/>
            <a:ext cx="278699" cy="27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図 8366">
            <a:extLst>
              <a:ext uri="{FF2B5EF4-FFF2-40B4-BE49-F238E27FC236}">
                <a16:creationId xmlns:a16="http://schemas.microsoft.com/office/drawing/2014/main" id="{37749109-E7B4-D8E3-22D5-B5977319A6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4741968" y="4629478"/>
            <a:ext cx="278700"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図 242">
            <a:extLst>
              <a:ext uri="{FF2B5EF4-FFF2-40B4-BE49-F238E27FC236}">
                <a16:creationId xmlns:a16="http://schemas.microsoft.com/office/drawing/2014/main" id="{5CF310F5-4AD9-5B32-44D2-4C9790837C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4324757" y="4908178"/>
            <a:ext cx="273672" cy="28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図 8402">
            <a:extLst>
              <a:ext uri="{FF2B5EF4-FFF2-40B4-BE49-F238E27FC236}">
                <a16:creationId xmlns:a16="http://schemas.microsoft.com/office/drawing/2014/main" id="{08DEA29B-8E0A-4507-0A97-638AE7A837C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4789842" y="4929279"/>
            <a:ext cx="228289"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左大かっこ 52">
            <a:extLst>
              <a:ext uri="{FF2B5EF4-FFF2-40B4-BE49-F238E27FC236}">
                <a16:creationId xmlns:a16="http://schemas.microsoft.com/office/drawing/2014/main" id="{BC6FF044-BD7C-DB65-C0CE-F45AD0E302F0}"/>
              </a:ext>
            </a:extLst>
          </p:cNvPr>
          <p:cNvSpPr/>
          <p:nvPr/>
        </p:nvSpPr>
        <p:spPr>
          <a:xfrm rot="5400000">
            <a:off x="4575147" y="4149194"/>
            <a:ext cx="107919" cy="84239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54" name="正方形/長方形 53">
            <a:extLst>
              <a:ext uri="{FF2B5EF4-FFF2-40B4-BE49-F238E27FC236}">
                <a16:creationId xmlns:a16="http://schemas.microsoft.com/office/drawing/2014/main" id="{5F4AEC41-CF1D-EF49-A661-12B7D94203E1}"/>
              </a:ext>
            </a:extLst>
          </p:cNvPr>
          <p:cNvSpPr/>
          <p:nvPr/>
        </p:nvSpPr>
        <p:spPr bwMode="auto">
          <a:xfrm>
            <a:off x="645997" y="3728036"/>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リソース</a:t>
            </a:r>
            <a:endParaRPr kumimoji="1" lang="en-US" altLang="ja-JP" sz="2400" dirty="0">
              <a:solidFill>
                <a:schemeClr val="tx1"/>
              </a:solidFill>
              <a:latin typeface="Yu Gothic UI" panose="020B0500000000000000" pitchFamily="34" charset="-128"/>
              <a:ea typeface="Yu Gothic UI" panose="020B0500000000000000" pitchFamily="34" charset="-128"/>
              <a:cs typeface="Segoe UI" pitchFamily="34" charset="0"/>
            </a:endParaRPr>
          </a:p>
          <a:p>
            <a:pPr defTabSz="932472" fontAlgn="base">
              <a:lnSpc>
                <a:spcPct val="90000"/>
              </a:lnSpc>
              <a:spcBef>
                <a:spcPct val="0"/>
              </a:spcBef>
              <a:spcAft>
                <a:spcPct val="0"/>
              </a:spcAft>
            </a:pPr>
            <a:r>
              <a:rPr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グループ</a:t>
            </a: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pic>
        <p:nvPicPr>
          <p:cNvPr id="55" name="Picture 110" descr="A picture containing furniture, table&#10;&#10;Description automatically generated">
            <a:extLst>
              <a:ext uri="{FF2B5EF4-FFF2-40B4-BE49-F238E27FC236}">
                <a16:creationId xmlns:a16="http://schemas.microsoft.com/office/drawing/2014/main" id="{CFD3389F-A510-C791-0CAB-0E0EA6E25C99}"/>
              </a:ext>
            </a:extLst>
          </p:cNvPr>
          <p:cNvPicPr>
            <a:picLocks noChangeAspect="1"/>
          </p:cNvPicPr>
          <p:nvPr/>
        </p:nvPicPr>
        <p:blipFill>
          <a:blip r:embed="rId11"/>
          <a:stretch>
            <a:fillRect/>
          </a:stretch>
        </p:blipFill>
        <p:spPr>
          <a:xfrm>
            <a:off x="3141197" y="3824018"/>
            <a:ext cx="514823" cy="514823"/>
          </a:xfrm>
          <a:prstGeom prst="rect">
            <a:avLst/>
          </a:prstGeom>
        </p:spPr>
      </p:pic>
      <p:pic>
        <p:nvPicPr>
          <p:cNvPr id="56" name="Picture 110" descr="A picture containing furniture, table&#10;&#10;Description automatically generated">
            <a:extLst>
              <a:ext uri="{FF2B5EF4-FFF2-40B4-BE49-F238E27FC236}">
                <a16:creationId xmlns:a16="http://schemas.microsoft.com/office/drawing/2014/main" id="{C6A3C0C3-A638-A8A7-D49E-2D8AC663EC06}"/>
              </a:ext>
            </a:extLst>
          </p:cNvPr>
          <p:cNvPicPr>
            <a:picLocks noChangeAspect="1"/>
          </p:cNvPicPr>
          <p:nvPr/>
        </p:nvPicPr>
        <p:blipFill>
          <a:blip r:embed="rId11"/>
          <a:stretch>
            <a:fillRect/>
          </a:stretch>
        </p:blipFill>
        <p:spPr>
          <a:xfrm>
            <a:off x="4371694" y="3824018"/>
            <a:ext cx="514823" cy="514823"/>
          </a:xfrm>
          <a:prstGeom prst="rect">
            <a:avLst/>
          </a:prstGeom>
        </p:spPr>
      </p:pic>
      <p:sp>
        <p:nvSpPr>
          <p:cNvPr id="57" name="左大かっこ 56">
            <a:extLst>
              <a:ext uri="{FF2B5EF4-FFF2-40B4-BE49-F238E27FC236}">
                <a16:creationId xmlns:a16="http://schemas.microsoft.com/office/drawing/2014/main" id="{3589EF89-B763-FB0A-E60D-2671CFF1454A}"/>
              </a:ext>
            </a:extLst>
          </p:cNvPr>
          <p:cNvSpPr/>
          <p:nvPr/>
        </p:nvSpPr>
        <p:spPr>
          <a:xfrm rot="5400000">
            <a:off x="3946357" y="2875648"/>
            <a:ext cx="129412" cy="175090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cxnSp>
        <p:nvCxnSpPr>
          <p:cNvPr id="58" name="直線コネクタ 57">
            <a:extLst>
              <a:ext uri="{FF2B5EF4-FFF2-40B4-BE49-F238E27FC236}">
                <a16:creationId xmlns:a16="http://schemas.microsoft.com/office/drawing/2014/main" id="{D3F6B034-348E-E966-4DD4-B931F4284DED}"/>
              </a:ext>
            </a:extLst>
          </p:cNvPr>
          <p:cNvCxnSpPr>
            <a:stCxn id="55" idx="2"/>
            <a:endCxn id="48" idx="1"/>
          </p:cNvCxnSpPr>
          <p:nvPr/>
        </p:nvCxnSpPr>
        <p:spPr>
          <a:xfrm>
            <a:off x="3398609" y="4338841"/>
            <a:ext cx="0" cy="182718"/>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6F69997-77A2-9A19-ABC8-9A6BDF842EF3}"/>
              </a:ext>
            </a:extLst>
          </p:cNvPr>
          <p:cNvCxnSpPr>
            <a:cxnSpLocks/>
            <a:stCxn id="56" idx="2"/>
            <a:endCxn id="53" idx="1"/>
          </p:cNvCxnSpPr>
          <p:nvPr/>
        </p:nvCxnSpPr>
        <p:spPr>
          <a:xfrm>
            <a:off x="4629106" y="4338841"/>
            <a:ext cx="0" cy="177592"/>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0" name="正方形/長方形 59">
            <a:extLst>
              <a:ext uri="{FF2B5EF4-FFF2-40B4-BE49-F238E27FC236}">
                <a16:creationId xmlns:a16="http://schemas.microsoft.com/office/drawing/2014/main" id="{7600C05F-9B61-1302-CF29-70129326A0AB}"/>
              </a:ext>
            </a:extLst>
          </p:cNvPr>
          <p:cNvSpPr/>
          <p:nvPr/>
        </p:nvSpPr>
        <p:spPr bwMode="auto">
          <a:xfrm>
            <a:off x="645997" y="2902887"/>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サブスクリプション</a:t>
            </a:r>
          </a:p>
        </p:txBody>
      </p:sp>
      <p:pic>
        <p:nvPicPr>
          <p:cNvPr id="61" name="図 53">
            <a:extLst>
              <a:ext uri="{FF2B5EF4-FFF2-40B4-BE49-F238E27FC236}">
                <a16:creationId xmlns:a16="http://schemas.microsoft.com/office/drawing/2014/main" id="{8F3D3552-5B2F-531E-D51D-A6A1F0DD04B8}"/>
              </a:ext>
            </a:extLst>
          </p:cNvPr>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34884" y="2965110"/>
            <a:ext cx="352358" cy="563773"/>
          </a:xfrm>
          <a:prstGeom prst="rect">
            <a:avLst/>
          </a:prstGeom>
        </p:spPr>
      </p:pic>
      <p:cxnSp>
        <p:nvCxnSpPr>
          <p:cNvPr id="62" name="直線コネクタ 61">
            <a:extLst>
              <a:ext uri="{FF2B5EF4-FFF2-40B4-BE49-F238E27FC236}">
                <a16:creationId xmlns:a16="http://schemas.microsoft.com/office/drawing/2014/main" id="{711B1A0B-7087-EA87-68B6-B883402C1B6B}"/>
              </a:ext>
            </a:extLst>
          </p:cNvPr>
          <p:cNvCxnSpPr>
            <a:cxnSpLocks/>
            <a:stCxn id="61" idx="2"/>
            <a:endCxn id="57" idx="1"/>
          </p:cNvCxnSpPr>
          <p:nvPr/>
        </p:nvCxnSpPr>
        <p:spPr>
          <a:xfrm>
            <a:off x="4011063" y="3528883"/>
            <a:ext cx="0" cy="157513"/>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B178D0E9-4D0E-2D15-604C-37F1F7F7AE8B}"/>
              </a:ext>
            </a:extLst>
          </p:cNvPr>
          <p:cNvCxnSpPr>
            <a:cxnSpLocks/>
          </p:cNvCxnSpPr>
          <p:nvPr/>
        </p:nvCxnSpPr>
        <p:spPr>
          <a:xfrm>
            <a:off x="3696885" y="4081428"/>
            <a:ext cx="625359" cy="0"/>
          </a:xfrm>
          <a:prstGeom prst="line">
            <a:avLst/>
          </a:prstGeom>
          <a:ln w="1905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64" name="角丸四角形 8">
            <a:extLst>
              <a:ext uri="{FF2B5EF4-FFF2-40B4-BE49-F238E27FC236}">
                <a16:creationId xmlns:a16="http://schemas.microsoft.com/office/drawing/2014/main" id="{17A2FD12-AE58-F1CA-D35B-3DEBF314F5D0}"/>
              </a:ext>
            </a:extLst>
          </p:cNvPr>
          <p:cNvSpPr/>
          <p:nvPr/>
        </p:nvSpPr>
        <p:spPr>
          <a:xfrm>
            <a:off x="7952053" y="2345084"/>
            <a:ext cx="2459736" cy="1470724"/>
          </a:xfrm>
          <a:prstGeom prst="roundRect">
            <a:avLst>
              <a:gd name="adj" fmla="val 4073"/>
            </a:avLst>
          </a:prstGeom>
          <a:solidFill>
            <a:srgbClr val="FFFFFF">
              <a:lumMod val="95000"/>
            </a:srgbClr>
          </a:solidFill>
          <a:ln>
            <a:solidFill>
              <a:srgbClr val="002060"/>
            </a:solidFill>
          </a:ln>
          <a:effectLst/>
          <a:scene3d>
            <a:camera prst="orthographicFront">
              <a:rot lat="0" lon="0" rev="0"/>
            </a:camera>
            <a:lightRig rig="twoPt" dir="tl"/>
          </a:scene3d>
          <a:sp3d prstMaterial="flat">
            <a:bevelT w="19050" h="31750" prst="coolSlant"/>
          </a:sp3d>
        </p:spPr>
        <p:txBody>
          <a:bodyPr lIns="91422" tIns="45710" rIns="91422" bIns="45710" anchor="t"/>
          <a:lstStyle/>
          <a:p>
            <a:pPr algn="ctr" defTabSz="932742" fontAlgn="auto">
              <a:spcBef>
                <a:spcPts val="0"/>
              </a:spcBef>
              <a:spcAft>
                <a:spcPts val="0"/>
              </a:spcAft>
              <a:defRPr/>
            </a:pPr>
            <a:r>
              <a:rPr kumimoji="0" lang="en-US" altLang="ja-JP" sz="1400" b="1" u="sng" kern="0">
                <a:solidFill>
                  <a:srgbClr val="002060"/>
                </a:solidFill>
                <a:latin typeface="Yu Gothic UI" panose="020B0500000000000000" pitchFamily="34" charset="-128"/>
                <a:ea typeface="Yu Gothic UI" panose="020B0500000000000000" pitchFamily="34" charset="-128"/>
              </a:rPr>
              <a:t>Entra ID</a:t>
            </a:r>
            <a:endParaRPr kumimoji="0" lang="en-US" altLang="ja-JP" sz="1400" b="1" kern="0" dirty="0">
              <a:solidFill>
                <a:srgbClr val="002060"/>
              </a:solidFill>
              <a:latin typeface="Yu Gothic UI" panose="020B0500000000000000" pitchFamily="34" charset="-128"/>
              <a:ea typeface="Yu Gothic UI" panose="020B0500000000000000" pitchFamily="34" charset="-128"/>
            </a:endParaRPr>
          </a:p>
        </p:txBody>
      </p:sp>
      <p:pic>
        <p:nvPicPr>
          <p:cNvPr id="65" name="図 64" descr="物体 が含まれている画像&#10;&#10;高い精度で生成された説明">
            <a:extLst>
              <a:ext uri="{FF2B5EF4-FFF2-40B4-BE49-F238E27FC236}">
                <a16:creationId xmlns:a16="http://schemas.microsoft.com/office/drawing/2014/main" id="{172D5A9E-CDEF-6EC7-6487-05B753A6E31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09024" y="2409067"/>
            <a:ext cx="452684" cy="452684"/>
          </a:xfrm>
          <a:prstGeom prst="rect">
            <a:avLst/>
          </a:prstGeom>
        </p:spPr>
      </p:pic>
      <p:sp>
        <p:nvSpPr>
          <p:cNvPr id="66" name="テキスト ボックス 65">
            <a:extLst>
              <a:ext uri="{FF2B5EF4-FFF2-40B4-BE49-F238E27FC236}">
                <a16:creationId xmlns:a16="http://schemas.microsoft.com/office/drawing/2014/main" id="{B0CCAE6F-B801-695F-371C-6C0978521FCE}"/>
              </a:ext>
            </a:extLst>
          </p:cNvPr>
          <p:cNvSpPr txBox="1"/>
          <p:nvPr/>
        </p:nvSpPr>
        <p:spPr>
          <a:xfrm>
            <a:off x="8269511" y="2624194"/>
            <a:ext cx="2262043" cy="906402"/>
          </a:xfrm>
          <a:prstGeom prst="rect">
            <a:avLst/>
          </a:prstGeom>
          <a:noFill/>
        </p:spPr>
        <p:txBody>
          <a:bodyPr wrap="square" lIns="182880" tIns="146304" rIns="182880" bIns="146304" rtlCol="0">
            <a:spAutoFit/>
          </a:bodyPr>
          <a:lstStyle/>
          <a:p>
            <a:pPr>
              <a:lnSpc>
                <a:spcPct val="90000"/>
              </a:lnSpc>
              <a:spcAft>
                <a:spcPts val="600"/>
              </a:spcAft>
            </a:pPr>
            <a:r>
              <a:rPr lang="en-US" altLang="ja-JP" sz="11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[AAA.onmicrosoft.com]</a:t>
            </a:r>
          </a:p>
          <a:p>
            <a:pPr>
              <a:lnSpc>
                <a:spcPct val="90000"/>
              </a:lnSpc>
              <a:spcAft>
                <a:spcPts val="600"/>
              </a:spcAft>
            </a:pPr>
            <a:r>
              <a:rPr lang="en-US" altLang="ja-JP" sz="11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user1.AAA.onmicrosoft.com</a:t>
            </a:r>
          </a:p>
          <a:p>
            <a:pPr>
              <a:lnSpc>
                <a:spcPct val="90000"/>
              </a:lnSpc>
              <a:spcAft>
                <a:spcPts val="600"/>
              </a:spcAft>
            </a:pPr>
            <a:r>
              <a:rPr lang="en-US" altLang="ja-JP" sz="11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user2.AAA.onmicrosoft.com</a:t>
            </a:r>
          </a:p>
        </p:txBody>
      </p:sp>
      <p:sp>
        <p:nvSpPr>
          <p:cNvPr id="67" name="矢印: 右 35">
            <a:extLst>
              <a:ext uri="{FF2B5EF4-FFF2-40B4-BE49-F238E27FC236}">
                <a16:creationId xmlns:a16="http://schemas.microsoft.com/office/drawing/2014/main" id="{DCCB7E39-06BD-3F2A-80E0-1E924440698B}"/>
              </a:ext>
            </a:extLst>
          </p:cNvPr>
          <p:cNvSpPr/>
          <p:nvPr/>
        </p:nvSpPr>
        <p:spPr bwMode="auto">
          <a:xfrm>
            <a:off x="5574613" y="2537108"/>
            <a:ext cx="2377440" cy="17373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sp>
        <p:nvSpPr>
          <p:cNvPr id="68" name="テキスト ボックス 67">
            <a:extLst>
              <a:ext uri="{FF2B5EF4-FFF2-40B4-BE49-F238E27FC236}">
                <a16:creationId xmlns:a16="http://schemas.microsoft.com/office/drawing/2014/main" id="{A9B9DA12-EC68-D8CE-1901-239F5813C691}"/>
              </a:ext>
            </a:extLst>
          </p:cNvPr>
          <p:cNvSpPr txBox="1"/>
          <p:nvPr/>
        </p:nvSpPr>
        <p:spPr>
          <a:xfrm>
            <a:off x="5730631" y="4082857"/>
            <a:ext cx="6107756" cy="1292662"/>
          </a:xfrm>
          <a:prstGeom prst="rect">
            <a:avLst/>
          </a:prstGeom>
          <a:noFill/>
        </p:spPr>
        <p:txBody>
          <a:bodyPr wrap="square" lIns="182880" tIns="146304" rIns="182880" bIns="146304" rtlCol="0">
            <a:spAutoFit/>
          </a:bodyPr>
          <a:lstStyle/>
          <a:p>
            <a:pPr>
              <a:lnSpc>
                <a:spcPct val="90000"/>
              </a:lnSpc>
              <a:spcAft>
                <a:spcPts val="600"/>
              </a:spcAft>
            </a:pPr>
            <a:r>
              <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Azure</a:t>
            </a:r>
            <a:r>
              <a:rPr lang="ja-JP" altLang="en-US"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 サブスクリプションは、</a:t>
            </a:r>
            <a:r>
              <a:rPr lang="ja-JP" altLang="en-US" b="1" u="sng">
                <a:solidFill>
                  <a:srgbClr val="C00000"/>
                </a:solidFill>
                <a:latin typeface="Yu Gothic UI" panose="020B0500000000000000" pitchFamily="34" charset="-128"/>
                <a:ea typeface="Yu Gothic UI" panose="020B0500000000000000" pitchFamily="34" charset="-128"/>
              </a:rPr>
              <a:t>関連付けられた </a:t>
            </a:r>
            <a:r>
              <a:rPr lang="en-US" altLang="ja-JP" b="1" u="sng" dirty="0">
                <a:solidFill>
                  <a:srgbClr val="C00000"/>
                </a:solidFill>
                <a:latin typeface="Yu Gothic UI" panose="020B0500000000000000" pitchFamily="34" charset="-128"/>
                <a:ea typeface="Yu Gothic UI" panose="020B0500000000000000" pitchFamily="34" charset="-128"/>
              </a:rPr>
              <a:t>Entra ID </a:t>
            </a:r>
            <a:r>
              <a:rPr lang="ja-JP" altLang="en-US" b="1" u="sng" dirty="0">
                <a:solidFill>
                  <a:srgbClr val="C00000"/>
                </a:solidFill>
                <a:latin typeface="Yu Gothic UI" panose="020B0500000000000000" pitchFamily="34" charset="-128"/>
                <a:ea typeface="Yu Gothic UI" panose="020B0500000000000000" pitchFamily="34" charset="-128"/>
              </a:rPr>
              <a:t>の認証機能を利用して</a:t>
            </a:r>
            <a:r>
              <a:rPr lang="ja-JP" altLang="en-US"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ユーザー、グループ等を識別し、そのユーザー、グループへ </a:t>
            </a:r>
            <a:r>
              <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Azure </a:t>
            </a:r>
            <a:r>
              <a:rPr lang="ja-JP" altLang="en-US"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サブスクリプション側で用意したロール（権限）を割り当てて、</a:t>
            </a:r>
            <a:r>
              <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Azure </a:t>
            </a:r>
            <a:r>
              <a:rPr lang="ja-JP" altLang="en-US"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リソースのアクセス制御を実現します</a:t>
            </a:r>
            <a:endPar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69" name="四角形: 角を丸くする 37">
            <a:extLst>
              <a:ext uri="{FF2B5EF4-FFF2-40B4-BE49-F238E27FC236}">
                <a16:creationId xmlns:a16="http://schemas.microsoft.com/office/drawing/2014/main" id="{6E88589B-4A03-616D-B8F8-535539AD49C7}"/>
              </a:ext>
            </a:extLst>
          </p:cNvPr>
          <p:cNvSpPr/>
          <p:nvPr/>
        </p:nvSpPr>
        <p:spPr bwMode="auto">
          <a:xfrm>
            <a:off x="5822863" y="5489598"/>
            <a:ext cx="6015524" cy="1242705"/>
          </a:xfrm>
          <a:prstGeom prst="roundRect">
            <a:avLst/>
          </a:prstGeom>
          <a:solidFill>
            <a:srgbClr val="FFFFCC"/>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altLang="ja-JP"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a:t>
            </a:r>
            <a:r>
              <a:rPr lang="ja-JP" altLang="en-US" sz="160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 </a:t>
            </a:r>
            <a:r>
              <a:rPr lang="ja-JP" altLang="en-US"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の認証機能を利用するだけなので、その他</a:t>
            </a:r>
            <a:r>
              <a:rPr lang="ja-JP" altLang="en-US" sz="160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の </a:t>
            </a:r>
            <a:r>
              <a:rPr lang="en-US" altLang="ja-JP"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 </a:t>
            </a:r>
            <a:r>
              <a:rPr lang="ja-JP" altLang="en-US"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の機能は、</a:t>
            </a:r>
            <a:r>
              <a:rPr lang="en-US" altLang="ja-JP"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Azure </a:t>
            </a:r>
            <a:r>
              <a:rPr lang="ja-JP" altLang="en-US"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サブスクリプショでは使いません。</a:t>
            </a:r>
            <a:r>
              <a:rPr lang="ja-JP" altLang="en-US" sz="160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例えば、</a:t>
            </a:r>
            <a:r>
              <a:rPr lang="en-US" altLang="ja-JP"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 </a:t>
            </a:r>
            <a:r>
              <a:rPr lang="ja-JP" altLang="en-US"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にもロールが存在します</a:t>
            </a:r>
            <a:r>
              <a:rPr lang="ja-JP" altLang="en-US" sz="160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が、</a:t>
            </a:r>
            <a:r>
              <a:rPr lang="en-US" altLang="ja-JP"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 </a:t>
            </a:r>
            <a:r>
              <a:rPr lang="ja-JP" altLang="en-US"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のロールは、</a:t>
            </a:r>
            <a:r>
              <a:rPr lang="en-US" altLang="ja-JP"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Azure</a:t>
            </a:r>
            <a:r>
              <a:rPr lang="ja-JP" altLang="en-US" sz="1600"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 サブスクリプションでは利用しません。</a:t>
            </a:r>
            <a:endParaRPr kumimoji="1" lang="ja-JP" altLang="en-US"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sp>
        <p:nvSpPr>
          <p:cNvPr id="70" name="四角形: 角を丸くする 38">
            <a:extLst>
              <a:ext uri="{FF2B5EF4-FFF2-40B4-BE49-F238E27FC236}">
                <a16:creationId xmlns:a16="http://schemas.microsoft.com/office/drawing/2014/main" id="{3A62EBE0-F03B-3900-94CD-5B965BC0E108}"/>
              </a:ext>
            </a:extLst>
          </p:cNvPr>
          <p:cNvSpPr/>
          <p:nvPr/>
        </p:nvSpPr>
        <p:spPr>
          <a:xfrm>
            <a:off x="8269511" y="2902887"/>
            <a:ext cx="2262043" cy="55168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71" name="吹き出し: 四角形 39">
            <a:extLst>
              <a:ext uri="{FF2B5EF4-FFF2-40B4-BE49-F238E27FC236}">
                <a16:creationId xmlns:a16="http://schemas.microsoft.com/office/drawing/2014/main" id="{E9AB8F61-3168-08D7-415A-AA198B62B85C}"/>
              </a:ext>
            </a:extLst>
          </p:cNvPr>
          <p:cNvSpPr/>
          <p:nvPr/>
        </p:nvSpPr>
        <p:spPr>
          <a:xfrm>
            <a:off x="10683551" y="2345084"/>
            <a:ext cx="1427584" cy="751227"/>
          </a:xfrm>
          <a:prstGeom prst="wedgeRectCallout">
            <a:avLst>
              <a:gd name="adj1" fmla="val -52206"/>
              <a:gd name="adj2" fmla="val 57532"/>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Yu Gothic UI" panose="020B0500000000000000" pitchFamily="34" charset="-128"/>
                <a:ea typeface="Yu Gothic UI" panose="020B0500000000000000" pitchFamily="34" charset="-128"/>
              </a:rPr>
              <a:t>ユーザーは</a:t>
            </a:r>
            <a:r>
              <a:rPr kumimoji="1" lang="en-US" altLang="ja-JP" sz="1400">
                <a:solidFill>
                  <a:schemeClr val="tx1"/>
                </a:solidFill>
                <a:latin typeface="Yu Gothic UI" panose="020B0500000000000000" pitchFamily="34" charset="-128"/>
                <a:ea typeface="Yu Gothic UI" panose="020B0500000000000000" pitchFamily="34" charset="-128"/>
              </a:rPr>
              <a:t>Entra ID</a:t>
            </a:r>
            <a:r>
              <a:rPr kumimoji="1" lang="ja-JP" altLang="en-US" sz="1400">
                <a:solidFill>
                  <a:schemeClr val="tx1"/>
                </a:solidFill>
                <a:latin typeface="Yu Gothic UI" panose="020B0500000000000000" pitchFamily="34" charset="-128"/>
                <a:ea typeface="Yu Gothic UI" panose="020B0500000000000000" pitchFamily="34" charset="-128"/>
              </a:rPr>
              <a:t>に</a:t>
            </a:r>
            <a:r>
              <a:rPr kumimoji="1" lang="ja-JP" altLang="en-US" sz="1400" dirty="0">
                <a:solidFill>
                  <a:schemeClr val="tx1"/>
                </a:solidFill>
                <a:latin typeface="Yu Gothic UI" panose="020B0500000000000000" pitchFamily="34" charset="-128"/>
                <a:ea typeface="Yu Gothic UI" panose="020B0500000000000000" pitchFamily="34" charset="-128"/>
              </a:rPr>
              <a:t>登録される</a:t>
            </a:r>
          </a:p>
        </p:txBody>
      </p:sp>
    </p:spTree>
    <p:extLst>
      <p:ext uri="{BB962C8B-B14F-4D97-AF65-F5344CB8AC3E}">
        <p14:creationId xmlns:p14="http://schemas.microsoft.com/office/powerpoint/2010/main" val="326027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6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620B-A0DC-75C6-1D16-CB5B40B6656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1645B39-7442-82D5-AA11-CD28E3169D3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管理グループ</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D8C98B64-557A-8187-EC06-65D3BBDFDF0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3EC032-6E42-C8F5-BA72-8B0218B43C1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4">
            <a:extLst>
              <a:ext uri="{FF2B5EF4-FFF2-40B4-BE49-F238E27FC236}">
                <a16:creationId xmlns:a16="http://schemas.microsoft.com/office/drawing/2014/main" id="{BF8F140B-BAD1-CE7A-7AC4-B10BA83A0471}"/>
              </a:ext>
            </a:extLst>
          </p:cNvPr>
          <p:cNvSpPr>
            <a:spLocks noGrp="1"/>
          </p:cNvSpPr>
          <p:nvPr>
            <p:ph idx="1"/>
          </p:nvPr>
        </p:nvSpPr>
        <p:spPr>
          <a:xfrm>
            <a:off x="838200" y="1323559"/>
            <a:ext cx="10515600" cy="800296"/>
          </a:xfrm>
        </p:spPr>
        <p:txBody>
          <a:bodyPr>
            <a:normAutofit/>
          </a:bodyPr>
          <a:lstStyle/>
          <a:p>
            <a:pPr marL="0" indent="0"/>
            <a:r>
              <a:rPr lang="ja-JP" altLang="en-US" sz="2000"/>
              <a:t>管理グループを利用すると複数のサブスクリプションを取りまとめて管理することが可能になる。マルチサブスクリプション構成で効率的に管理するために必須の機能</a:t>
            </a:r>
            <a:endParaRPr lang="en-US" altLang="ja-JP" sz="2000" dirty="0"/>
          </a:p>
        </p:txBody>
      </p:sp>
      <p:sp>
        <p:nvSpPr>
          <p:cNvPr id="6" name="正方形/長方形 5">
            <a:extLst>
              <a:ext uri="{FF2B5EF4-FFF2-40B4-BE49-F238E27FC236}">
                <a16:creationId xmlns:a16="http://schemas.microsoft.com/office/drawing/2014/main" id="{74F5D4D2-9AD3-7822-0E5E-29C2BBC251F2}"/>
              </a:ext>
            </a:extLst>
          </p:cNvPr>
          <p:cNvSpPr/>
          <p:nvPr/>
        </p:nvSpPr>
        <p:spPr bwMode="auto">
          <a:xfrm>
            <a:off x="6342089" y="4950308"/>
            <a:ext cx="3981487" cy="691462"/>
          </a:xfrm>
          <a:prstGeom prst="rect">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pic>
        <p:nvPicPr>
          <p:cNvPr id="8" name="図 7">
            <a:extLst>
              <a:ext uri="{FF2B5EF4-FFF2-40B4-BE49-F238E27FC236}">
                <a16:creationId xmlns:a16="http://schemas.microsoft.com/office/drawing/2014/main" id="{7BA73884-2984-E167-FD1A-B8C49D493F0C}"/>
              </a:ext>
            </a:extLst>
          </p:cNvPr>
          <p:cNvPicPr>
            <a:picLocks noChangeAspect="1"/>
          </p:cNvPicPr>
          <p:nvPr/>
        </p:nvPicPr>
        <p:blipFill>
          <a:blip r:embed="rId3"/>
          <a:stretch>
            <a:fillRect/>
          </a:stretch>
        </p:blipFill>
        <p:spPr>
          <a:xfrm>
            <a:off x="328428" y="3429000"/>
            <a:ext cx="8158867" cy="3176678"/>
          </a:xfrm>
          <a:prstGeom prst="rect">
            <a:avLst/>
          </a:prstGeom>
        </p:spPr>
      </p:pic>
      <p:sp>
        <p:nvSpPr>
          <p:cNvPr id="10" name="Text Placeholder 152">
            <a:extLst>
              <a:ext uri="{FF2B5EF4-FFF2-40B4-BE49-F238E27FC236}">
                <a16:creationId xmlns:a16="http://schemas.microsoft.com/office/drawing/2014/main" id="{FAE3D14E-E3C8-F602-0201-E0A34D18FF2F}"/>
              </a:ext>
            </a:extLst>
          </p:cNvPr>
          <p:cNvSpPr txBox="1">
            <a:spLocks/>
          </p:cNvSpPr>
          <p:nvPr/>
        </p:nvSpPr>
        <p:spPr>
          <a:xfrm>
            <a:off x="328428" y="2211846"/>
            <a:ext cx="5472180" cy="1050852"/>
          </a:xfr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u="sng" dirty="0">
                <a:latin typeface="Yu Gothic UI" panose="020B0500000000000000" pitchFamily="34" charset="-128"/>
                <a:ea typeface="Yu Gothic UI" panose="020B0500000000000000" pitchFamily="34" charset="-128"/>
              </a:rPr>
              <a:t>サブスクリプションのグループ化</a:t>
            </a:r>
            <a:endParaRPr lang="en-US" u="sng" dirty="0">
              <a:latin typeface="Yu Gothic UI" panose="020B0500000000000000" pitchFamily="34" charset="-128"/>
              <a:ea typeface="Yu Gothic UI" panose="020B0500000000000000" pitchFamily="34" charset="-128"/>
            </a:endParaRPr>
          </a:p>
          <a:p>
            <a:pPr marL="0" lvl="1">
              <a:spcBef>
                <a:spcPts val="600"/>
              </a:spcBef>
            </a:pPr>
            <a:r>
              <a:rPr lang="ja-JP" altLang="en-US" sz="1400" dirty="0">
                <a:latin typeface="Yu Gothic UI" panose="020B0500000000000000" pitchFamily="34" charset="-128"/>
                <a:ea typeface="Yu Gothic UI" panose="020B0500000000000000" pitchFamily="34" charset="-128"/>
              </a:rPr>
              <a:t>複数のサブスクリプションをグループ化することで管理を容易に</a:t>
            </a:r>
            <a:br>
              <a:rPr lang="en-US" altLang="ja-JP" sz="1400" dirty="0">
                <a:latin typeface="Yu Gothic UI" panose="020B0500000000000000" pitchFamily="34" charset="-128"/>
                <a:ea typeface="Yu Gothic UI" panose="020B0500000000000000" pitchFamily="34" charset="-128"/>
              </a:rPr>
            </a:br>
            <a:endParaRPr lang="en-US" sz="1600" dirty="0">
              <a:latin typeface="Yu Gothic UI" panose="020B0500000000000000" pitchFamily="34" charset="-128"/>
              <a:ea typeface="Yu Gothic UI" panose="020B0500000000000000" pitchFamily="34" charset="-128"/>
            </a:endParaRPr>
          </a:p>
        </p:txBody>
      </p:sp>
      <p:sp>
        <p:nvSpPr>
          <p:cNvPr id="43" name="Text Placeholder 152">
            <a:extLst>
              <a:ext uri="{FF2B5EF4-FFF2-40B4-BE49-F238E27FC236}">
                <a16:creationId xmlns:a16="http://schemas.microsoft.com/office/drawing/2014/main" id="{F5C5FACC-7395-7BDC-DE40-F21851B74137}"/>
              </a:ext>
            </a:extLst>
          </p:cNvPr>
          <p:cNvSpPr txBox="1">
            <a:spLocks/>
          </p:cNvSpPr>
          <p:nvPr/>
        </p:nvSpPr>
        <p:spPr>
          <a:xfrm>
            <a:off x="6366542" y="2179737"/>
            <a:ext cx="5895665" cy="1388347"/>
          </a:xfr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u="sng" dirty="0">
                <a:latin typeface="Yu Gothic UI" panose="020B0500000000000000" pitchFamily="34" charset="-128"/>
                <a:ea typeface="Yu Gothic UI" panose="020B0500000000000000" pitchFamily="34" charset="-128"/>
              </a:rPr>
              <a:t>ポリシーやアクセスコントロールを</a:t>
            </a:r>
            <a:br>
              <a:rPr lang="en-US" altLang="ja-JP" u="sng" dirty="0">
                <a:latin typeface="Yu Gothic UI" panose="020B0500000000000000" pitchFamily="34" charset="-128"/>
                <a:ea typeface="Yu Gothic UI" panose="020B0500000000000000" pitchFamily="34" charset="-128"/>
              </a:rPr>
            </a:br>
            <a:r>
              <a:rPr lang="ja-JP" altLang="en-US" u="sng" dirty="0">
                <a:latin typeface="Yu Gothic UI" panose="020B0500000000000000" pitchFamily="34" charset="-128"/>
                <a:ea typeface="Yu Gothic UI" panose="020B0500000000000000" pitchFamily="34" charset="-128"/>
              </a:rPr>
              <a:t>全サービスに適用</a:t>
            </a:r>
            <a:endParaRPr lang="en-US" u="sng" dirty="0">
              <a:latin typeface="Yu Gothic UI" panose="020B0500000000000000" pitchFamily="34" charset="-128"/>
              <a:ea typeface="Yu Gothic UI" panose="020B0500000000000000" pitchFamily="34" charset="-128"/>
            </a:endParaRPr>
          </a:p>
          <a:p>
            <a:pPr marL="0" lvl="1">
              <a:spcBef>
                <a:spcPts val="600"/>
              </a:spcBef>
            </a:pPr>
            <a:r>
              <a:rPr lang="ja-JP" altLang="en-US" sz="1400" dirty="0">
                <a:latin typeface="Yu Gothic UI" panose="020B0500000000000000" pitchFamily="34" charset="-128"/>
                <a:ea typeface="Yu Gothic UI" panose="020B0500000000000000" pitchFamily="34" charset="-128"/>
              </a:rPr>
              <a:t>階層内のサブスクリプション全てに共通のポリシーや </a:t>
            </a:r>
            <a:r>
              <a:rPr lang="en-US" altLang="ja-JP" sz="1400" dirty="0">
                <a:latin typeface="Yu Gothic UI" panose="020B0500000000000000" pitchFamily="34" charset="-128"/>
                <a:ea typeface="Yu Gothic UI" panose="020B0500000000000000" pitchFamily="34" charset="-128"/>
              </a:rPr>
              <a:t>RBAC </a:t>
            </a:r>
            <a:r>
              <a:rPr lang="ja-JP" altLang="en-US" sz="1400" dirty="0">
                <a:latin typeface="Yu Gothic UI" panose="020B0500000000000000" pitchFamily="34" charset="-128"/>
                <a:ea typeface="Yu Gothic UI" panose="020B0500000000000000" pitchFamily="34" charset="-128"/>
              </a:rPr>
              <a:t>を適用</a:t>
            </a:r>
            <a:endParaRPr lang="en-US" sz="1600" dirty="0">
              <a:latin typeface="Yu Gothic UI" panose="020B0500000000000000" pitchFamily="34" charset="-128"/>
              <a:ea typeface="Yu Gothic UI" panose="020B0500000000000000" pitchFamily="34" charset="-128"/>
            </a:endParaRPr>
          </a:p>
        </p:txBody>
      </p:sp>
      <p:sp>
        <p:nvSpPr>
          <p:cNvPr id="44" name="正方形/長方形 43">
            <a:extLst>
              <a:ext uri="{FF2B5EF4-FFF2-40B4-BE49-F238E27FC236}">
                <a16:creationId xmlns:a16="http://schemas.microsoft.com/office/drawing/2014/main" id="{926598C4-F136-95F3-1CE3-DC89D2EF44AF}"/>
              </a:ext>
            </a:extLst>
          </p:cNvPr>
          <p:cNvSpPr/>
          <p:nvPr/>
        </p:nvSpPr>
        <p:spPr bwMode="auto">
          <a:xfrm>
            <a:off x="6465732" y="5017175"/>
            <a:ext cx="1225401" cy="5146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ja-JP" altLang="en-US"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rPr>
              <a:t>ポリシー</a:t>
            </a:r>
            <a:endParaRPr kumimoji="1" lang="en-US" altLang="ja-JP"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a:p>
            <a:pPr algn="ctr" defTabSz="932472" fontAlgn="base">
              <a:lnSpc>
                <a:spcPct val="90000"/>
              </a:lnSpc>
              <a:spcBef>
                <a:spcPct val="0"/>
              </a:spcBef>
              <a:spcAft>
                <a:spcPct val="0"/>
              </a:spcAft>
            </a:pPr>
            <a:r>
              <a:rPr lang="ja-JP" altLang="en-US"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rPr>
              <a:t>定義</a:t>
            </a:r>
            <a:endParaRPr kumimoji="1" lang="ja-JP" altLang="en-US"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sp>
        <p:nvSpPr>
          <p:cNvPr id="45" name="正方形/長方形 44">
            <a:extLst>
              <a:ext uri="{FF2B5EF4-FFF2-40B4-BE49-F238E27FC236}">
                <a16:creationId xmlns:a16="http://schemas.microsoft.com/office/drawing/2014/main" id="{86BB988E-BB65-E037-5A20-1483F17E53A2}"/>
              </a:ext>
            </a:extLst>
          </p:cNvPr>
          <p:cNvSpPr/>
          <p:nvPr/>
        </p:nvSpPr>
        <p:spPr bwMode="auto">
          <a:xfrm>
            <a:off x="7741069" y="5017175"/>
            <a:ext cx="1225401" cy="5146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en-US" altLang="ja-JP"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rPr>
              <a:t>RBAC</a:t>
            </a:r>
            <a:endParaRPr kumimoji="1" lang="ja-JP" altLang="en-US" sz="1600" dirty="0" err="1">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sp>
        <p:nvSpPr>
          <p:cNvPr id="46" name="正方形/長方形 45">
            <a:extLst>
              <a:ext uri="{FF2B5EF4-FFF2-40B4-BE49-F238E27FC236}">
                <a16:creationId xmlns:a16="http://schemas.microsoft.com/office/drawing/2014/main" id="{61536902-CA47-E81A-CAD0-D15C730BEEC5}"/>
              </a:ext>
            </a:extLst>
          </p:cNvPr>
          <p:cNvSpPr/>
          <p:nvPr/>
        </p:nvSpPr>
        <p:spPr bwMode="auto">
          <a:xfrm>
            <a:off x="9016406" y="5017174"/>
            <a:ext cx="1225401" cy="5146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en-US" altLang="ja-JP" sz="16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rPr>
              <a:t>ARM</a:t>
            </a:r>
          </a:p>
          <a:p>
            <a:pPr algn="ctr" defTabSz="932472" fontAlgn="base">
              <a:lnSpc>
                <a:spcPct val="90000"/>
              </a:lnSpc>
              <a:spcBef>
                <a:spcPct val="0"/>
              </a:spcBef>
              <a:spcAft>
                <a:spcPct val="0"/>
              </a:spcAft>
            </a:pPr>
            <a:r>
              <a:rPr lang="ja-JP" altLang="en-US" sz="11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rPr>
              <a:t>テンプレート</a:t>
            </a:r>
            <a:endParaRPr kumimoji="1" lang="ja-JP" altLang="en-US" sz="1100" dirty="0">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pic>
        <p:nvPicPr>
          <p:cNvPr id="47" name="図 46">
            <a:extLst>
              <a:ext uri="{FF2B5EF4-FFF2-40B4-BE49-F238E27FC236}">
                <a16:creationId xmlns:a16="http://schemas.microsoft.com/office/drawing/2014/main" id="{80D9BD66-AC7B-8EAE-95E0-457735C6EE84}"/>
              </a:ext>
            </a:extLst>
          </p:cNvPr>
          <p:cNvPicPr>
            <a:picLocks noChangeAspect="1"/>
          </p:cNvPicPr>
          <p:nvPr/>
        </p:nvPicPr>
        <p:blipFill>
          <a:blip r:embed="rId4"/>
          <a:stretch>
            <a:fillRect/>
          </a:stretch>
        </p:blipFill>
        <p:spPr>
          <a:xfrm>
            <a:off x="4855555" y="4673162"/>
            <a:ext cx="945053" cy="163289"/>
          </a:xfrm>
          <a:prstGeom prst="rect">
            <a:avLst/>
          </a:prstGeom>
        </p:spPr>
      </p:pic>
      <p:pic>
        <p:nvPicPr>
          <p:cNvPr id="48" name="図 47">
            <a:extLst>
              <a:ext uri="{FF2B5EF4-FFF2-40B4-BE49-F238E27FC236}">
                <a16:creationId xmlns:a16="http://schemas.microsoft.com/office/drawing/2014/main" id="{4D0BA9F6-F94F-2A34-7EFD-1390AE2F06EA}"/>
              </a:ext>
            </a:extLst>
          </p:cNvPr>
          <p:cNvPicPr>
            <a:picLocks noChangeAspect="1"/>
          </p:cNvPicPr>
          <p:nvPr/>
        </p:nvPicPr>
        <p:blipFill>
          <a:blip r:embed="rId4"/>
          <a:stretch>
            <a:fillRect/>
          </a:stretch>
        </p:blipFill>
        <p:spPr>
          <a:xfrm>
            <a:off x="3344568" y="4695399"/>
            <a:ext cx="945053" cy="163289"/>
          </a:xfrm>
          <a:prstGeom prst="rect">
            <a:avLst/>
          </a:prstGeom>
        </p:spPr>
      </p:pic>
      <p:cxnSp>
        <p:nvCxnSpPr>
          <p:cNvPr id="49" name="直線コネクタ 48">
            <a:extLst>
              <a:ext uri="{FF2B5EF4-FFF2-40B4-BE49-F238E27FC236}">
                <a16:creationId xmlns:a16="http://schemas.microsoft.com/office/drawing/2014/main" id="{4590F9F5-F9D4-C241-E90F-6146A0B22246}"/>
              </a:ext>
            </a:extLst>
          </p:cNvPr>
          <p:cNvCxnSpPr>
            <a:cxnSpLocks/>
          </p:cNvCxnSpPr>
          <p:nvPr/>
        </p:nvCxnSpPr>
        <p:spPr>
          <a:xfrm>
            <a:off x="5800608" y="4673162"/>
            <a:ext cx="541481" cy="27714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4E5859BD-1483-AB82-0FB5-01A61E93D8F9}"/>
              </a:ext>
            </a:extLst>
          </p:cNvPr>
          <p:cNvCxnSpPr>
            <a:cxnSpLocks/>
          </p:cNvCxnSpPr>
          <p:nvPr/>
        </p:nvCxnSpPr>
        <p:spPr>
          <a:xfrm>
            <a:off x="5800608" y="4858688"/>
            <a:ext cx="565934" cy="78073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601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A2837-983B-1F9E-AFD9-18D11EB207E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04224B-02E5-52DC-F3C6-E237D855680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en-US" altLang="ja-JP" sz="2000" dirty="0"/>
              <a:t>Azure Landing Zone </a:t>
            </a:r>
            <a:r>
              <a:rPr kumimoji="1" lang="ja-JP" altLang="en-US" sz="2000"/>
              <a:t>における管理グループ、サブスクリプションの構造</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F3827313-229B-5814-FA4A-CE6F12AD35B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F338C8F-62F5-4883-8342-E1664836A9D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4">
            <a:extLst>
              <a:ext uri="{FF2B5EF4-FFF2-40B4-BE49-F238E27FC236}">
                <a16:creationId xmlns:a16="http://schemas.microsoft.com/office/drawing/2014/main" id="{028B8204-FD64-331C-7660-A8D867865542}"/>
              </a:ext>
            </a:extLst>
          </p:cNvPr>
          <p:cNvSpPr>
            <a:spLocks noGrp="1"/>
          </p:cNvSpPr>
          <p:nvPr>
            <p:ph idx="1"/>
          </p:nvPr>
        </p:nvSpPr>
        <p:spPr>
          <a:xfrm>
            <a:off x="838200" y="1323559"/>
            <a:ext cx="10515600" cy="1641586"/>
          </a:xfrm>
        </p:spPr>
        <p:txBody>
          <a:bodyPr>
            <a:normAutofit/>
          </a:bodyPr>
          <a:lstStyle/>
          <a:p>
            <a:pPr marL="0" indent="0"/>
            <a:r>
              <a:rPr kumimoji="1" lang="en-US" altLang="ja-JP" sz="2000" dirty="0"/>
              <a:t>Azure Landing Zone </a:t>
            </a:r>
            <a:r>
              <a:rPr kumimoji="1" lang="ja-JP" altLang="en-US" sz="2000"/>
              <a:t>は</a:t>
            </a:r>
            <a:r>
              <a:rPr kumimoji="1" lang="en-US" altLang="ja-JP" sz="2000" dirty="0"/>
              <a:t> </a:t>
            </a:r>
            <a:r>
              <a:rPr kumimoji="1" lang="ja-JP" altLang="en-US" sz="2000"/>
              <a:t>権限管理やネットワーク、セキュリティなどシステムの非機能要件に関するリファレンスアーキテクチャである。</a:t>
            </a:r>
            <a:r>
              <a:rPr kumimoji="1" lang="en-US" altLang="ja-JP" sz="2000" dirty="0" err="1"/>
              <a:t>Azrue</a:t>
            </a:r>
            <a:r>
              <a:rPr kumimoji="1" lang="en-US" altLang="ja-JP" sz="2000" dirty="0"/>
              <a:t> Landing Zone</a:t>
            </a:r>
            <a:r>
              <a:rPr kumimoji="1" lang="ja-JP" altLang="en-US" sz="2000"/>
              <a:t>においてはシェアードサービスを提供するプラットフォームランディングゾーンと、各個別システムを格納するアプリケーションランディングゾーンを第</a:t>
            </a:r>
            <a:r>
              <a:rPr kumimoji="1" lang="en-US" altLang="ja-JP" sz="2000" dirty="0"/>
              <a:t>1</a:t>
            </a:r>
            <a:r>
              <a:rPr kumimoji="1" lang="ja-JP" altLang="en-US" sz="2000"/>
              <a:t>層で分割する。そのうえで、組織構造、ビジネス構造に合わせて第</a:t>
            </a:r>
            <a:r>
              <a:rPr kumimoji="1" lang="en-US" altLang="ja-JP" sz="2000" dirty="0"/>
              <a:t>2</a:t>
            </a:r>
            <a:r>
              <a:rPr kumimoji="1" lang="ja-JP" altLang="en-US" sz="2000"/>
              <a:t>層で分割する</a:t>
            </a:r>
            <a:endParaRPr kumimoji="1" lang="en-US" altLang="ja-JP" sz="2000" dirty="0"/>
          </a:p>
        </p:txBody>
      </p:sp>
      <p:pic>
        <p:nvPicPr>
          <p:cNvPr id="5" name="図 4" descr="Azure ランディング ゾーン管理グループ階層を示す図。">
            <a:extLst>
              <a:ext uri="{FF2B5EF4-FFF2-40B4-BE49-F238E27FC236}">
                <a16:creationId xmlns:a16="http://schemas.microsoft.com/office/drawing/2014/main" id="{33235DFF-01CA-ABBD-88D5-A2E917763B0C}"/>
              </a:ext>
            </a:extLst>
          </p:cNvPr>
          <p:cNvPicPr>
            <a:picLocks noChangeAspect="1"/>
          </p:cNvPicPr>
          <p:nvPr/>
        </p:nvPicPr>
        <p:blipFill>
          <a:blip r:embed="rId3"/>
          <a:stretch>
            <a:fillRect/>
          </a:stretch>
        </p:blipFill>
        <p:spPr>
          <a:xfrm>
            <a:off x="195646" y="2828700"/>
            <a:ext cx="11800707" cy="2995563"/>
          </a:xfrm>
          <a:prstGeom prst="rect">
            <a:avLst/>
          </a:prstGeom>
        </p:spPr>
      </p:pic>
      <p:sp>
        <p:nvSpPr>
          <p:cNvPr id="11" name="テキスト ボックス 10">
            <a:extLst>
              <a:ext uri="{FF2B5EF4-FFF2-40B4-BE49-F238E27FC236}">
                <a16:creationId xmlns:a16="http://schemas.microsoft.com/office/drawing/2014/main" id="{FECF63AD-6A1D-3206-B96F-75F5E43D46B0}"/>
              </a:ext>
            </a:extLst>
          </p:cNvPr>
          <p:cNvSpPr txBox="1"/>
          <p:nvPr/>
        </p:nvSpPr>
        <p:spPr>
          <a:xfrm>
            <a:off x="3537109" y="6113786"/>
            <a:ext cx="8459244" cy="461665"/>
          </a:xfrm>
          <a:prstGeom prst="rect">
            <a:avLst/>
          </a:prstGeom>
          <a:noFill/>
        </p:spPr>
        <p:txBody>
          <a:bodyPr wrap="square">
            <a:spAutoFit/>
          </a:bodyPr>
          <a:lstStyle/>
          <a:p>
            <a:r>
              <a:rPr lang="ja-JP" altLang="en-US" sz="1200">
                <a:hlinkClick r:id="rId4"/>
              </a:rPr>
              <a:t>https://learn.microsoft.com/ja-jp/azure/cloud-adoption-framework/ready/landing-zone/design-area/resource-org-management-groups#management-groups-in-the-azure-landing-zone-architecture</a:t>
            </a:r>
            <a:endParaRPr lang="ja-JP" altLang="en-US" sz="1200"/>
          </a:p>
        </p:txBody>
      </p:sp>
    </p:spTree>
    <p:extLst>
      <p:ext uri="{BB962C8B-B14F-4D97-AF65-F5344CB8AC3E}">
        <p14:creationId xmlns:p14="http://schemas.microsoft.com/office/powerpoint/2010/main" val="997343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1C5D1-CB55-9F9A-CB1A-7CCA5EB18E2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3ECB82F-1B1C-3DB6-C416-FFFFDE4C6A9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en-US" altLang="ja-JP" sz="2000" dirty="0"/>
              <a:t>Azure RBAC</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2CA89CB-0741-5282-4551-DFFDB380D7B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CA990B4-1562-77E7-A10C-DAE0765AAF6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08" name="コンテンツ プレースホルダー 4">
            <a:extLst>
              <a:ext uri="{FF2B5EF4-FFF2-40B4-BE49-F238E27FC236}">
                <a16:creationId xmlns:a16="http://schemas.microsoft.com/office/drawing/2014/main" id="{47B20887-A00E-57D2-6B36-8EC166CFBEF8}"/>
              </a:ext>
            </a:extLst>
          </p:cNvPr>
          <p:cNvSpPr>
            <a:spLocks noGrp="1"/>
          </p:cNvSpPr>
          <p:nvPr>
            <p:ph idx="1"/>
          </p:nvPr>
        </p:nvSpPr>
        <p:spPr>
          <a:xfrm>
            <a:off x="838200" y="1323559"/>
            <a:ext cx="10515600" cy="800296"/>
          </a:xfrm>
        </p:spPr>
        <p:txBody>
          <a:bodyPr>
            <a:normAutofit/>
          </a:bodyPr>
          <a:lstStyle/>
          <a:p>
            <a:pPr marL="0" indent="0"/>
            <a:r>
              <a:rPr lang="en-US" altLang="ja-JP" sz="2000" dirty="0"/>
              <a:t>Azure </a:t>
            </a:r>
            <a:r>
              <a:rPr lang="ja-JP" altLang="en-US" sz="2000"/>
              <a:t>の権限はロールという複数の権限をまとめた単位で、管理グループ、サブスクリプション、リソースグループ、リソースの各範囲を指定して、</a:t>
            </a:r>
            <a:r>
              <a:rPr lang="en-US" altLang="ja-JP" sz="2000" dirty="0"/>
              <a:t>ID </a:t>
            </a:r>
            <a:r>
              <a:rPr lang="ja-JP" altLang="en-US" sz="2000"/>
              <a:t>と紐づけて定義する。</a:t>
            </a:r>
            <a:endParaRPr lang="en-US" altLang="ja-JP" sz="2000" dirty="0"/>
          </a:p>
        </p:txBody>
      </p:sp>
      <p:sp>
        <p:nvSpPr>
          <p:cNvPr id="109" name="正方形/長方形 108">
            <a:extLst>
              <a:ext uri="{FF2B5EF4-FFF2-40B4-BE49-F238E27FC236}">
                <a16:creationId xmlns:a16="http://schemas.microsoft.com/office/drawing/2014/main" id="{754930C5-94AA-648D-4E55-C455EAB7E08B}"/>
              </a:ext>
            </a:extLst>
          </p:cNvPr>
          <p:cNvSpPr/>
          <p:nvPr/>
        </p:nvSpPr>
        <p:spPr bwMode="auto">
          <a:xfrm>
            <a:off x="475290" y="2075688"/>
            <a:ext cx="5065776" cy="3072384"/>
          </a:xfrm>
          <a:prstGeom prst="rect">
            <a:avLst/>
          </a:prstGeom>
          <a:solidFill>
            <a:schemeClr val="bg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サブスクリプション</a:t>
            </a: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110" name="正方形/長方形 109">
            <a:extLst>
              <a:ext uri="{FF2B5EF4-FFF2-40B4-BE49-F238E27FC236}">
                <a16:creationId xmlns:a16="http://schemas.microsoft.com/office/drawing/2014/main" id="{7892FF65-83FE-D504-C0CA-77B6DA95A19E}"/>
              </a:ext>
            </a:extLst>
          </p:cNvPr>
          <p:cNvSpPr/>
          <p:nvPr/>
        </p:nvSpPr>
        <p:spPr bwMode="auto">
          <a:xfrm>
            <a:off x="612450" y="4282167"/>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リソース</a:t>
            </a:r>
          </a:p>
        </p:txBody>
      </p:sp>
      <p:pic>
        <p:nvPicPr>
          <p:cNvPr id="111" name="図 8364">
            <a:extLst>
              <a:ext uri="{FF2B5EF4-FFF2-40B4-BE49-F238E27FC236}">
                <a16:creationId xmlns:a16="http://schemas.microsoft.com/office/drawing/2014/main" id="{00D4EFCB-1E05-49CD-54A8-76E2BDC892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8200" y="4345010"/>
            <a:ext cx="278699"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図 8366">
            <a:extLst>
              <a:ext uri="{FF2B5EF4-FFF2-40B4-BE49-F238E27FC236}">
                <a16:creationId xmlns:a16="http://schemas.microsoft.com/office/drawing/2014/main" id="{D28530AB-BDC3-6438-A2BA-7906AA017A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77924" y="4365208"/>
            <a:ext cx="278700"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 name="図 242">
            <a:extLst>
              <a:ext uri="{FF2B5EF4-FFF2-40B4-BE49-F238E27FC236}">
                <a16:creationId xmlns:a16="http://schemas.microsoft.com/office/drawing/2014/main" id="{B94DE397-3D54-F14A-AF29-12764650C1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58200" y="4643908"/>
            <a:ext cx="278699" cy="28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図 8402" descr="屋外, 標識, 空, 停止 が含まれている画像&#10;&#10;自動的に生成された説明">
            <a:extLst>
              <a:ext uri="{FF2B5EF4-FFF2-40B4-BE49-F238E27FC236}">
                <a16:creationId xmlns:a16="http://schemas.microsoft.com/office/drawing/2014/main" id="{D6009F3F-50C9-734D-C0ED-188BF8C3562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3262" y="4665009"/>
            <a:ext cx="233362"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左大かっこ 114">
            <a:extLst>
              <a:ext uri="{FF2B5EF4-FFF2-40B4-BE49-F238E27FC236}">
                <a16:creationId xmlns:a16="http://schemas.microsoft.com/office/drawing/2014/main" id="{CC38E67C-4DAC-564F-5A18-3494FE6C441F}"/>
              </a:ext>
            </a:extLst>
          </p:cNvPr>
          <p:cNvSpPr/>
          <p:nvPr/>
        </p:nvSpPr>
        <p:spPr>
          <a:xfrm rot="5400000">
            <a:off x="3311103" y="3884924"/>
            <a:ext cx="107919" cy="84239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pic>
        <p:nvPicPr>
          <p:cNvPr id="116" name="図 8364">
            <a:extLst>
              <a:ext uri="{FF2B5EF4-FFF2-40B4-BE49-F238E27FC236}">
                <a16:creationId xmlns:a16="http://schemas.microsoft.com/office/drawing/2014/main" id="{B2504451-3CAA-50DC-6B8C-CBF69647B3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4288697" y="4343051"/>
            <a:ext cx="278699" cy="27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図 8366">
            <a:extLst>
              <a:ext uri="{FF2B5EF4-FFF2-40B4-BE49-F238E27FC236}">
                <a16:creationId xmlns:a16="http://schemas.microsoft.com/office/drawing/2014/main" id="{FE59EB0B-34BC-A903-7B12-C98657EF23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4708421" y="4360082"/>
            <a:ext cx="278700"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 name="図 242">
            <a:extLst>
              <a:ext uri="{FF2B5EF4-FFF2-40B4-BE49-F238E27FC236}">
                <a16:creationId xmlns:a16="http://schemas.microsoft.com/office/drawing/2014/main" id="{AC063605-227C-AFB9-CA35-3525EE0F15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4291210" y="4638782"/>
            <a:ext cx="273672" cy="28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図 8402">
            <a:extLst>
              <a:ext uri="{FF2B5EF4-FFF2-40B4-BE49-F238E27FC236}">
                <a16:creationId xmlns:a16="http://schemas.microsoft.com/office/drawing/2014/main" id="{F2C2975A-6C49-64C4-103F-8F7B643614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4756295" y="4659883"/>
            <a:ext cx="228289"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左大かっこ 119">
            <a:extLst>
              <a:ext uri="{FF2B5EF4-FFF2-40B4-BE49-F238E27FC236}">
                <a16:creationId xmlns:a16="http://schemas.microsoft.com/office/drawing/2014/main" id="{7F913C24-81AB-2CE3-879F-652758C6A2AF}"/>
              </a:ext>
            </a:extLst>
          </p:cNvPr>
          <p:cNvSpPr/>
          <p:nvPr/>
        </p:nvSpPr>
        <p:spPr>
          <a:xfrm rot="5400000">
            <a:off x="4541600" y="3879798"/>
            <a:ext cx="107919" cy="84239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121" name="正方形/長方形 120">
            <a:extLst>
              <a:ext uri="{FF2B5EF4-FFF2-40B4-BE49-F238E27FC236}">
                <a16:creationId xmlns:a16="http://schemas.microsoft.com/office/drawing/2014/main" id="{BCBF0C54-6D45-4B1A-5356-7EF11FD16ADD}"/>
              </a:ext>
            </a:extLst>
          </p:cNvPr>
          <p:cNvSpPr/>
          <p:nvPr/>
        </p:nvSpPr>
        <p:spPr bwMode="auto">
          <a:xfrm>
            <a:off x="612450" y="3458640"/>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リソース</a:t>
            </a:r>
            <a:endParaRPr kumimoji="1" lang="en-US" altLang="ja-JP" sz="2400" dirty="0">
              <a:solidFill>
                <a:schemeClr val="tx1"/>
              </a:solidFill>
              <a:latin typeface="Yu Gothic UI" panose="020B0500000000000000" pitchFamily="34" charset="-128"/>
              <a:ea typeface="Yu Gothic UI" panose="020B0500000000000000" pitchFamily="34" charset="-128"/>
              <a:cs typeface="Segoe UI" pitchFamily="34" charset="0"/>
            </a:endParaRPr>
          </a:p>
          <a:p>
            <a:pPr defTabSz="932472" fontAlgn="base">
              <a:lnSpc>
                <a:spcPct val="90000"/>
              </a:lnSpc>
              <a:spcBef>
                <a:spcPct val="0"/>
              </a:spcBef>
              <a:spcAft>
                <a:spcPct val="0"/>
              </a:spcAft>
            </a:pPr>
            <a:r>
              <a:rPr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グループ</a:t>
            </a: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pic>
        <p:nvPicPr>
          <p:cNvPr id="122" name="Picture 110" descr="A picture containing furniture, table&#10;&#10;Description automatically generated">
            <a:extLst>
              <a:ext uri="{FF2B5EF4-FFF2-40B4-BE49-F238E27FC236}">
                <a16:creationId xmlns:a16="http://schemas.microsoft.com/office/drawing/2014/main" id="{AA28FEA9-776A-F843-3AC4-534C840F3366}"/>
              </a:ext>
            </a:extLst>
          </p:cNvPr>
          <p:cNvPicPr>
            <a:picLocks noChangeAspect="1"/>
          </p:cNvPicPr>
          <p:nvPr/>
        </p:nvPicPr>
        <p:blipFill>
          <a:blip r:embed="rId11"/>
          <a:stretch>
            <a:fillRect/>
          </a:stretch>
        </p:blipFill>
        <p:spPr>
          <a:xfrm>
            <a:off x="3107650" y="3554622"/>
            <a:ext cx="514823" cy="514823"/>
          </a:xfrm>
          <a:prstGeom prst="rect">
            <a:avLst/>
          </a:prstGeom>
        </p:spPr>
      </p:pic>
      <p:pic>
        <p:nvPicPr>
          <p:cNvPr id="123" name="Picture 110" descr="A picture containing furniture, table&#10;&#10;Description automatically generated">
            <a:extLst>
              <a:ext uri="{FF2B5EF4-FFF2-40B4-BE49-F238E27FC236}">
                <a16:creationId xmlns:a16="http://schemas.microsoft.com/office/drawing/2014/main" id="{05AED880-24EE-D59E-C670-CA15D82E65F4}"/>
              </a:ext>
            </a:extLst>
          </p:cNvPr>
          <p:cNvPicPr>
            <a:picLocks noChangeAspect="1"/>
          </p:cNvPicPr>
          <p:nvPr/>
        </p:nvPicPr>
        <p:blipFill>
          <a:blip r:embed="rId11"/>
          <a:stretch>
            <a:fillRect/>
          </a:stretch>
        </p:blipFill>
        <p:spPr>
          <a:xfrm>
            <a:off x="4338147" y="3554622"/>
            <a:ext cx="514823" cy="514823"/>
          </a:xfrm>
          <a:prstGeom prst="rect">
            <a:avLst/>
          </a:prstGeom>
        </p:spPr>
      </p:pic>
      <p:sp>
        <p:nvSpPr>
          <p:cNvPr id="124" name="左大かっこ 123">
            <a:extLst>
              <a:ext uri="{FF2B5EF4-FFF2-40B4-BE49-F238E27FC236}">
                <a16:creationId xmlns:a16="http://schemas.microsoft.com/office/drawing/2014/main" id="{0AAB9DE2-F70C-11F7-D67E-C2F8D8385ED8}"/>
              </a:ext>
            </a:extLst>
          </p:cNvPr>
          <p:cNvSpPr/>
          <p:nvPr/>
        </p:nvSpPr>
        <p:spPr>
          <a:xfrm rot="5400000">
            <a:off x="3912810" y="2606252"/>
            <a:ext cx="129412" cy="175090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cxnSp>
        <p:nvCxnSpPr>
          <p:cNvPr id="125" name="直線コネクタ 124">
            <a:extLst>
              <a:ext uri="{FF2B5EF4-FFF2-40B4-BE49-F238E27FC236}">
                <a16:creationId xmlns:a16="http://schemas.microsoft.com/office/drawing/2014/main" id="{1C793282-4E38-94C2-D83B-D3CFA633B8A9}"/>
              </a:ext>
            </a:extLst>
          </p:cNvPr>
          <p:cNvCxnSpPr>
            <a:stCxn id="122" idx="2"/>
            <a:endCxn id="115" idx="1"/>
          </p:cNvCxnSpPr>
          <p:nvPr/>
        </p:nvCxnSpPr>
        <p:spPr>
          <a:xfrm>
            <a:off x="3365062" y="4069445"/>
            <a:ext cx="0" cy="182718"/>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8B392F9E-0AB7-46F0-C98F-45AAED617280}"/>
              </a:ext>
            </a:extLst>
          </p:cNvPr>
          <p:cNvCxnSpPr>
            <a:cxnSpLocks/>
            <a:stCxn id="123" idx="2"/>
            <a:endCxn id="120" idx="1"/>
          </p:cNvCxnSpPr>
          <p:nvPr/>
        </p:nvCxnSpPr>
        <p:spPr>
          <a:xfrm>
            <a:off x="4595559" y="4069445"/>
            <a:ext cx="0" cy="177592"/>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7" name="正方形/長方形 126">
            <a:extLst>
              <a:ext uri="{FF2B5EF4-FFF2-40B4-BE49-F238E27FC236}">
                <a16:creationId xmlns:a16="http://schemas.microsoft.com/office/drawing/2014/main" id="{2957FA48-F042-78CD-9CC8-6F6F62C7A5F5}"/>
              </a:ext>
            </a:extLst>
          </p:cNvPr>
          <p:cNvSpPr/>
          <p:nvPr/>
        </p:nvSpPr>
        <p:spPr bwMode="auto">
          <a:xfrm>
            <a:off x="612450" y="2633491"/>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サブスクリプション</a:t>
            </a:r>
          </a:p>
        </p:txBody>
      </p:sp>
      <p:pic>
        <p:nvPicPr>
          <p:cNvPr id="128" name="図 53">
            <a:extLst>
              <a:ext uri="{FF2B5EF4-FFF2-40B4-BE49-F238E27FC236}">
                <a16:creationId xmlns:a16="http://schemas.microsoft.com/office/drawing/2014/main" id="{B19ABF98-741A-09D1-D950-84501AF049A0}"/>
              </a:ext>
            </a:extLst>
          </p:cNvPr>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01337" y="2695714"/>
            <a:ext cx="352358" cy="563773"/>
          </a:xfrm>
          <a:prstGeom prst="rect">
            <a:avLst/>
          </a:prstGeom>
        </p:spPr>
      </p:pic>
      <p:cxnSp>
        <p:nvCxnSpPr>
          <p:cNvPr id="129" name="直線コネクタ 128">
            <a:extLst>
              <a:ext uri="{FF2B5EF4-FFF2-40B4-BE49-F238E27FC236}">
                <a16:creationId xmlns:a16="http://schemas.microsoft.com/office/drawing/2014/main" id="{0B0B5602-3C97-53C9-6E1F-824757A3FA85}"/>
              </a:ext>
            </a:extLst>
          </p:cNvPr>
          <p:cNvCxnSpPr>
            <a:cxnSpLocks/>
            <a:stCxn id="128" idx="2"/>
            <a:endCxn id="124" idx="1"/>
          </p:cNvCxnSpPr>
          <p:nvPr/>
        </p:nvCxnSpPr>
        <p:spPr>
          <a:xfrm>
            <a:off x="3977516" y="3259487"/>
            <a:ext cx="0" cy="157513"/>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FB630895-6F8B-2B6C-1A0C-89AEB2C2C7A3}"/>
              </a:ext>
            </a:extLst>
          </p:cNvPr>
          <p:cNvCxnSpPr>
            <a:cxnSpLocks/>
          </p:cNvCxnSpPr>
          <p:nvPr/>
        </p:nvCxnSpPr>
        <p:spPr>
          <a:xfrm>
            <a:off x="3663338" y="3812032"/>
            <a:ext cx="625359" cy="0"/>
          </a:xfrm>
          <a:prstGeom prst="line">
            <a:avLst/>
          </a:prstGeom>
          <a:ln w="1905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131" name="角丸四角形 8">
            <a:extLst>
              <a:ext uri="{FF2B5EF4-FFF2-40B4-BE49-F238E27FC236}">
                <a16:creationId xmlns:a16="http://schemas.microsoft.com/office/drawing/2014/main" id="{5DF4036D-55CC-D998-6DF2-BD3048820302}"/>
              </a:ext>
            </a:extLst>
          </p:cNvPr>
          <p:cNvSpPr/>
          <p:nvPr/>
        </p:nvSpPr>
        <p:spPr>
          <a:xfrm>
            <a:off x="8915202" y="2075688"/>
            <a:ext cx="2459736" cy="1470724"/>
          </a:xfrm>
          <a:prstGeom prst="roundRect">
            <a:avLst>
              <a:gd name="adj" fmla="val 4073"/>
            </a:avLst>
          </a:prstGeom>
          <a:solidFill>
            <a:srgbClr val="FFFFFF">
              <a:lumMod val="95000"/>
            </a:srgbClr>
          </a:solidFill>
          <a:ln>
            <a:solidFill>
              <a:srgbClr val="002060"/>
            </a:solidFill>
          </a:ln>
          <a:effectLst/>
          <a:scene3d>
            <a:camera prst="orthographicFront">
              <a:rot lat="0" lon="0" rev="0"/>
            </a:camera>
            <a:lightRig rig="twoPt" dir="tl"/>
          </a:scene3d>
          <a:sp3d prstMaterial="flat">
            <a:bevelT w="19050" h="31750" prst="coolSlant"/>
          </a:sp3d>
        </p:spPr>
        <p:txBody>
          <a:bodyPr lIns="91422" tIns="45710" rIns="91422" bIns="45710" anchor="t"/>
          <a:lstStyle/>
          <a:p>
            <a:pPr algn="ctr" defTabSz="932742" fontAlgn="auto">
              <a:spcBef>
                <a:spcPts val="0"/>
              </a:spcBef>
              <a:spcAft>
                <a:spcPts val="0"/>
              </a:spcAft>
              <a:defRPr/>
            </a:pPr>
            <a:r>
              <a:rPr kumimoji="0" lang="en-US" altLang="ja-JP" sz="1400" b="1" u="sng" kern="0">
                <a:solidFill>
                  <a:srgbClr val="002060"/>
                </a:solidFill>
                <a:latin typeface="Yu Gothic UI" panose="020B0500000000000000" pitchFamily="34" charset="-128"/>
                <a:ea typeface="Yu Gothic UI" panose="020B0500000000000000" pitchFamily="34" charset="-128"/>
              </a:rPr>
              <a:t>Entra ID</a:t>
            </a:r>
            <a:endParaRPr kumimoji="0" lang="en-US" altLang="ja-JP" sz="1400" b="1" kern="0" dirty="0">
              <a:solidFill>
                <a:srgbClr val="002060"/>
              </a:solidFill>
              <a:latin typeface="Yu Gothic UI" panose="020B0500000000000000" pitchFamily="34" charset="-128"/>
              <a:ea typeface="Yu Gothic UI" panose="020B0500000000000000" pitchFamily="34" charset="-128"/>
            </a:endParaRPr>
          </a:p>
        </p:txBody>
      </p:sp>
      <p:pic>
        <p:nvPicPr>
          <p:cNvPr id="132" name="図 131" descr="物体 が含まれている画像&#10;&#10;高い精度で生成された説明">
            <a:extLst>
              <a:ext uri="{FF2B5EF4-FFF2-40B4-BE49-F238E27FC236}">
                <a16:creationId xmlns:a16="http://schemas.microsoft.com/office/drawing/2014/main" id="{9C6A8EB1-B075-54DA-89D0-EF3D35B48E8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72173" y="2139671"/>
            <a:ext cx="452684" cy="452684"/>
          </a:xfrm>
          <a:prstGeom prst="rect">
            <a:avLst/>
          </a:prstGeom>
        </p:spPr>
      </p:pic>
      <p:sp>
        <p:nvSpPr>
          <p:cNvPr id="133" name="テキスト ボックス 132">
            <a:extLst>
              <a:ext uri="{FF2B5EF4-FFF2-40B4-BE49-F238E27FC236}">
                <a16:creationId xmlns:a16="http://schemas.microsoft.com/office/drawing/2014/main" id="{11D4B2C7-6259-C140-41D0-F6E61393CAC7}"/>
              </a:ext>
            </a:extLst>
          </p:cNvPr>
          <p:cNvSpPr txBox="1"/>
          <p:nvPr/>
        </p:nvSpPr>
        <p:spPr>
          <a:xfrm>
            <a:off x="9232660" y="2354798"/>
            <a:ext cx="2262043" cy="906402"/>
          </a:xfrm>
          <a:prstGeom prst="rect">
            <a:avLst/>
          </a:prstGeom>
          <a:noFill/>
        </p:spPr>
        <p:txBody>
          <a:bodyPr wrap="square" lIns="182880" tIns="146304" rIns="182880" bIns="146304" rtlCol="0">
            <a:spAutoFit/>
          </a:bodyPr>
          <a:lstStyle/>
          <a:p>
            <a:pPr>
              <a:lnSpc>
                <a:spcPct val="90000"/>
              </a:lnSpc>
              <a:spcAft>
                <a:spcPts val="600"/>
              </a:spcAft>
            </a:pPr>
            <a:r>
              <a:rPr lang="en-US" altLang="ja-JP" sz="11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[AAA.onmicrosoft.com]</a:t>
            </a:r>
          </a:p>
          <a:p>
            <a:pPr>
              <a:lnSpc>
                <a:spcPct val="90000"/>
              </a:lnSpc>
              <a:spcAft>
                <a:spcPts val="600"/>
              </a:spcAft>
            </a:pPr>
            <a:r>
              <a:rPr lang="en-US" altLang="ja-JP" sz="11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userA.AAA.onmicrosoft.com</a:t>
            </a:r>
          </a:p>
          <a:p>
            <a:pPr>
              <a:lnSpc>
                <a:spcPct val="90000"/>
              </a:lnSpc>
              <a:spcAft>
                <a:spcPts val="600"/>
              </a:spcAft>
            </a:pPr>
            <a:r>
              <a:rPr lang="en-US" altLang="ja-JP" sz="11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userB.AAA.onmicrosoft.com</a:t>
            </a:r>
          </a:p>
        </p:txBody>
      </p:sp>
      <p:sp>
        <p:nvSpPr>
          <p:cNvPr id="134" name="矢印: 右 65">
            <a:extLst>
              <a:ext uri="{FF2B5EF4-FFF2-40B4-BE49-F238E27FC236}">
                <a16:creationId xmlns:a16="http://schemas.microsoft.com/office/drawing/2014/main" id="{7DFC24CD-8D66-E69D-AB8F-A2F69A989C80}"/>
              </a:ext>
            </a:extLst>
          </p:cNvPr>
          <p:cNvSpPr/>
          <p:nvPr/>
        </p:nvSpPr>
        <p:spPr bwMode="auto">
          <a:xfrm>
            <a:off x="5541066" y="2267712"/>
            <a:ext cx="3374136" cy="16690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sp>
        <p:nvSpPr>
          <p:cNvPr id="135" name="テキスト ボックス 134">
            <a:extLst>
              <a:ext uri="{FF2B5EF4-FFF2-40B4-BE49-F238E27FC236}">
                <a16:creationId xmlns:a16="http://schemas.microsoft.com/office/drawing/2014/main" id="{21DEDB68-E16E-2E66-3729-EF06B48FF830}"/>
              </a:ext>
            </a:extLst>
          </p:cNvPr>
          <p:cNvSpPr txBox="1"/>
          <p:nvPr/>
        </p:nvSpPr>
        <p:spPr>
          <a:xfrm>
            <a:off x="6401447" y="1856370"/>
            <a:ext cx="2437973" cy="580159"/>
          </a:xfrm>
          <a:prstGeom prst="rect">
            <a:avLst/>
          </a:prstGeom>
          <a:noFill/>
        </p:spPr>
        <p:txBody>
          <a:bodyPr wrap="square" lIns="182880" tIns="146304" rIns="182880" bIns="146304" rtlCol="0">
            <a:spAutoFit/>
          </a:bodyPr>
          <a:lstStyle/>
          <a:p>
            <a:pPr algn="ctr">
              <a:lnSpc>
                <a:spcPct val="90000"/>
              </a:lnSpc>
              <a:spcAft>
                <a:spcPts val="600"/>
              </a:spcAft>
            </a:pPr>
            <a:r>
              <a:rPr lang="ja-JP" altLang="en-US" sz="20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関連付け（信頼）</a:t>
            </a:r>
            <a:endParaRPr lang="en-US" altLang="ja-JP" sz="2000"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136" name="テキスト ボックス 135">
            <a:extLst>
              <a:ext uri="{FF2B5EF4-FFF2-40B4-BE49-F238E27FC236}">
                <a16:creationId xmlns:a16="http://schemas.microsoft.com/office/drawing/2014/main" id="{46003A1B-F57E-2BDF-5040-C29D9B2F7322}"/>
              </a:ext>
            </a:extLst>
          </p:cNvPr>
          <p:cNvSpPr txBox="1"/>
          <p:nvPr/>
        </p:nvSpPr>
        <p:spPr>
          <a:xfrm>
            <a:off x="6445424" y="2316510"/>
            <a:ext cx="2019349" cy="551689"/>
          </a:xfrm>
          <a:prstGeom prst="rect">
            <a:avLst/>
          </a:prstGeom>
          <a:noFill/>
        </p:spPr>
        <p:txBody>
          <a:bodyPr wrap="square" lIns="182880" tIns="146304" rIns="182880" bIns="146304" rtlCol="0">
            <a:spAutoFit/>
          </a:bodyPr>
          <a:lstStyle/>
          <a:p>
            <a:pPr algn="ctr">
              <a:lnSpc>
                <a:spcPct val="90000"/>
              </a:lnSpc>
              <a:spcAft>
                <a:spcPts val="600"/>
              </a:spcAft>
            </a:pPr>
            <a:r>
              <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1</a:t>
            </a:r>
            <a:r>
              <a:rPr lang="ja-JP" altLang="en-US"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つ</a:t>
            </a:r>
            <a:r>
              <a:rPr lang="ja-JP" altLang="en-US">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の </a:t>
            </a:r>
            <a:r>
              <a:rPr lang="en-US" altLang="ja-JP">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Entra ID</a:t>
            </a:r>
            <a:endParaRPr lang="en-US" altLang="ja-JP"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137" name="右中かっこ 50">
            <a:extLst>
              <a:ext uri="{FF2B5EF4-FFF2-40B4-BE49-F238E27FC236}">
                <a16:creationId xmlns:a16="http://schemas.microsoft.com/office/drawing/2014/main" id="{B017882C-8272-8499-5110-F30A0462293E}"/>
              </a:ext>
            </a:extLst>
          </p:cNvPr>
          <p:cNvSpPr/>
          <p:nvPr/>
        </p:nvSpPr>
        <p:spPr>
          <a:xfrm>
            <a:off x="5794449" y="2595517"/>
            <a:ext cx="507398" cy="2453367"/>
          </a:xfrm>
          <a:prstGeom prst="rightBrace">
            <a:avLst>
              <a:gd name="adj1" fmla="val 8333"/>
              <a:gd name="adj2" fmla="val 72080"/>
            </a:avLst>
          </a:prstGeom>
          <a:noFill/>
          <a:ln w="28575" cap="flat" cmpd="sng" algn="ctr">
            <a:solidFill>
              <a:srgbClr val="C00000"/>
            </a:solidFill>
            <a:prstDash val="solid"/>
            <a:headEnd type="none"/>
            <a:tailEnd type="none"/>
          </a:ln>
          <a:effectLst/>
        </p:spPr>
        <p:txBody>
          <a:bodyPr rtlCol="0" anchor="ctr"/>
          <a:lstStyle/>
          <a:p>
            <a:pPr algn="ctr">
              <a:defRPr/>
            </a:pPr>
            <a:endParaRPr kumimoji="1" lang="ja-JP" altLang="en-US" b="1" kern="0">
              <a:latin typeface="Yu Gothic UI" panose="020B0500000000000000" pitchFamily="34" charset="-128"/>
              <a:ea typeface="Yu Gothic UI" panose="020B0500000000000000" pitchFamily="34" charset="-128"/>
            </a:endParaRPr>
          </a:p>
        </p:txBody>
      </p:sp>
      <p:sp>
        <p:nvSpPr>
          <p:cNvPr id="138" name="テキスト ボックス 51">
            <a:extLst>
              <a:ext uri="{FF2B5EF4-FFF2-40B4-BE49-F238E27FC236}">
                <a16:creationId xmlns:a16="http://schemas.microsoft.com/office/drawing/2014/main" id="{8961DDF5-63E1-779F-25BB-90716EB0981A}"/>
              </a:ext>
            </a:extLst>
          </p:cNvPr>
          <p:cNvSpPr txBox="1"/>
          <p:nvPr/>
        </p:nvSpPr>
        <p:spPr>
          <a:xfrm>
            <a:off x="6217981" y="3687627"/>
            <a:ext cx="4141974" cy="1369606"/>
          </a:xfrm>
          <a:prstGeom prst="rect">
            <a:avLst/>
          </a:prstGeom>
          <a:noFill/>
        </p:spPr>
        <p:txBody>
          <a:bodyPr wrap="square" lIns="182880" tIns="146304" rIns="182880" bIns="146304" rtlCol="0">
            <a:spAutoFit/>
          </a:bodyPr>
          <a:lstStyle/>
          <a:p>
            <a:pPr defTabSz="932742">
              <a:lnSpc>
                <a:spcPct val="90000"/>
              </a:lnSpc>
              <a:spcAft>
                <a:spcPts val="600"/>
              </a:spcAft>
            </a:pPr>
            <a:r>
              <a:rPr kumimoji="1" lang="en-US" altLang="ja-JP" sz="2400" b="1" dirty="0">
                <a:latin typeface="Yu Gothic UI" panose="020B0500000000000000" pitchFamily="34" charset="-128"/>
                <a:ea typeface="Yu Gothic UI" panose="020B0500000000000000" pitchFamily="34" charset="-128"/>
              </a:rPr>
              <a:t>Azure</a:t>
            </a:r>
            <a:r>
              <a:rPr kumimoji="1" lang="ja-JP" altLang="en-US" sz="2400" b="1" dirty="0">
                <a:latin typeface="Yu Gothic UI" panose="020B0500000000000000" pitchFamily="34" charset="-128"/>
                <a:ea typeface="Yu Gothic UI" panose="020B0500000000000000" pitchFamily="34" charset="-128"/>
              </a:rPr>
              <a:t> </a:t>
            </a:r>
            <a:r>
              <a:rPr kumimoji="1" lang="en-US" altLang="ja-JP" sz="2400" b="1" dirty="0">
                <a:latin typeface="Yu Gothic UI" panose="020B0500000000000000" pitchFamily="34" charset="-128"/>
                <a:ea typeface="Yu Gothic UI" panose="020B0500000000000000" pitchFamily="34" charset="-128"/>
              </a:rPr>
              <a:t>RBAC</a:t>
            </a:r>
            <a:r>
              <a:rPr kumimoji="1" lang="ja-JP" altLang="en-US" sz="2400" b="1" dirty="0">
                <a:latin typeface="Yu Gothic UI" panose="020B0500000000000000" pitchFamily="34" charset="-128"/>
                <a:ea typeface="Yu Gothic UI" panose="020B0500000000000000" pitchFamily="34" charset="-128"/>
              </a:rPr>
              <a:t> による</a:t>
            </a:r>
            <a:r>
              <a:rPr kumimoji="1" lang="ja-JP" altLang="en-US" sz="2400" b="1" dirty="0">
                <a:solidFill>
                  <a:srgbClr val="FF0000"/>
                </a:solidFill>
                <a:latin typeface="Yu Gothic UI" panose="020B0500000000000000" pitchFamily="34" charset="-128"/>
                <a:ea typeface="Yu Gothic UI" panose="020B0500000000000000" pitchFamily="34" charset="-128"/>
              </a:rPr>
              <a:t>ユーザー、グループへ</a:t>
            </a:r>
            <a:r>
              <a:rPr kumimoji="1" lang="ja-JP" altLang="en-US" sz="2400" b="1" dirty="0">
                <a:latin typeface="Yu Gothic UI" panose="020B0500000000000000" pitchFamily="34" charset="-128"/>
                <a:ea typeface="Yu Gothic UI" panose="020B0500000000000000" pitchFamily="34" charset="-128"/>
              </a:rPr>
              <a:t>の権限設定</a:t>
            </a:r>
            <a:endParaRPr kumimoji="1" lang="en-US" altLang="ja-JP" sz="2400" b="1" dirty="0">
              <a:latin typeface="Yu Gothic UI" panose="020B0500000000000000" pitchFamily="34" charset="-128"/>
              <a:ea typeface="Yu Gothic UI" panose="020B0500000000000000" pitchFamily="34" charset="-128"/>
            </a:endParaRPr>
          </a:p>
          <a:p>
            <a:pPr defTabSz="932742">
              <a:lnSpc>
                <a:spcPct val="90000"/>
              </a:lnSpc>
              <a:spcAft>
                <a:spcPts val="600"/>
              </a:spcAft>
            </a:pPr>
            <a:r>
              <a:rPr kumimoji="1" lang="ja-JP" altLang="en-US" sz="2400" b="1" dirty="0">
                <a:latin typeface="Yu Gothic UI" panose="020B0500000000000000" pitchFamily="34" charset="-128"/>
                <a:ea typeface="Yu Gothic UI" panose="020B0500000000000000" pitchFamily="34" charset="-128"/>
              </a:rPr>
              <a:t>（</a:t>
            </a:r>
            <a:r>
              <a:rPr kumimoji="1" lang="ja-JP" altLang="en-US" sz="2400" b="1" dirty="0">
                <a:solidFill>
                  <a:srgbClr val="FF0000"/>
                </a:solidFill>
                <a:latin typeface="Yu Gothic UI" panose="020B0500000000000000" pitchFamily="34" charset="-128"/>
                <a:ea typeface="Yu Gothic UI" panose="020B0500000000000000" pitchFamily="34" charset="-128"/>
              </a:rPr>
              <a:t>所有者、閲覧者、</a:t>
            </a:r>
            <a:r>
              <a:rPr kumimoji="1" lang="en-US" altLang="ja-JP" sz="2400" b="1" dirty="0" err="1">
                <a:solidFill>
                  <a:srgbClr val="FF0000"/>
                </a:solidFill>
                <a:latin typeface="Yu Gothic UI" panose="020B0500000000000000" pitchFamily="34" charset="-128"/>
                <a:ea typeface="Yu Gothic UI" panose="020B0500000000000000" pitchFamily="34" charset="-128"/>
              </a:rPr>
              <a:t>etc</a:t>
            </a:r>
            <a:r>
              <a:rPr kumimoji="1" lang="en-US" altLang="ja-JP" sz="2400" b="1" dirty="0">
                <a:solidFill>
                  <a:srgbClr val="FF0000"/>
                </a:solidFill>
                <a:latin typeface="Yu Gothic UI" panose="020B0500000000000000" pitchFamily="34" charset="-128"/>
                <a:ea typeface="Yu Gothic UI" panose="020B0500000000000000" pitchFamily="34" charset="-128"/>
              </a:rPr>
              <a:t>…</a:t>
            </a:r>
            <a:r>
              <a:rPr kumimoji="1" lang="ja-JP" altLang="en-US" sz="2400" b="1" dirty="0">
                <a:solidFill>
                  <a:srgbClr val="FF0000"/>
                </a:solidFill>
                <a:latin typeface="Yu Gothic UI" panose="020B0500000000000000" pitchFamily="34" charset="-128"/>
                <a:ea typeface="Yu Gothic UI" panose="020B0500000000000000" pitchFamily="34" charset="-128"/>
              </a:rPr>
              <a:t>）</a:t>
            </a:r>
          </a:p>
        </p:txBody>
      </p:sp>
      <p:pic>
        <p:nvPicPr>
          <p:cNvPr id="139" name="図 57">
            <a:extLst>
              <a:ext uri="{FF2B5EF4-FFF2-40B4-BE49-F238E27FC236}">
                <a16:creationId xmlns:a16="http://schemas.microsoft.com/office/drawing/2014/main" id="{BE83080D-E84C-D499-C7B0-EBB66C66CABE}"/>
              </a:ext>
            </a:extLst>
          </p:cNvPr>
          <p:cNvPicPr>
            <a:picLocks noChangeAspect="1"/>
          </p:cNvPicPr>
          <p:nvPr/>
        </p:nvPicPr>
        <p:blipFill>
          <a:blip r:embed="rId14"/>
          <a:stretch>
            <a:fillRect/>
          </a:stretch>
        </p:blipFill>
        <p:spPr>
          <a:xfrm>
            <a:off x="6835507" y="4932868"/>
            <a:ext cx="780290" cy="780290"/>
          </a:xfrm>
          <a:prstGeom prst="rect">
            <a:avLst/>
          </a:prstGeom>
        </p:spPr>
      </p:pic>
      <p:pic>
        <p:nvPicPr>
          <p:cNvPr id="140" name="図 58">
            <a:extLst>
              <a:ext uri="{FF2B5EF4-FFF2-40B4-BE49-F238E27FC236}">
                <a16:creationId xmlns:a16="http://schemas.microsoft.com/office/drawing/2014/main" id="{47187C2B-E179-334D-1D6D-8543DB9DA4A4}"/>
              </a:ext>
            </a:extLst>
          </p:cNvPr>
          <p:cNvPicPr>
            <a:picLocks noChangeAspect="1"/>
          </p:cNvPicPr>
          <p:nvPr/>
        </p:nvPicPr>
        <p:blipFill>
          <a:blip r:embed="rId14"/>
          <a:stretch>
            <a:fillRect/>
          </a:stretch>
        </p:blipFill>
        <p:spPr>
          <a:xfrm>
            <a:off x="7698064" y="4932868"/>
            <a:ext cx="780290" cy="780290"/>
          </a:xfrm>
          <a:prstGeom prst="rect">
            <a:avLst/>
          </a:prstGeom>
        </p:spPr>
      </p:pic>
      <p:pic>
        <p:nvPicPr>
          <p:cNvPr id="141" name="図 59">
            <a:extLst>
              <a:ext uri="{FF2B5EF4-FFF2-40B4-BE49-F238E27FC236}">
                <a16:creationId xmlns:a16="http://schemas.microsoft.com/office/drawing/2014/main" id="{6F967A86-2255-2C84-095E-3D72A7B907FC}"/>
              </a:ext>
            </a:extLst>
          </p:cNvPr>
          <p:cNvPicPr>
            <a:picLocks noChangeAspect="1"/>
          </p:cNvPicPr>
          <p:nvPr/>
        </p:nvPicPr>
        <p:blipFill>
          <a:blip r:embed="rId14"/>
          <a:stretch>
            <a:fillRect/>
          </a:stretch>
        </p:blipFill>
        <p:spPr>
          <a:xfrm>
            <a:off x="8564131" y="4932868"/>
            <a:ext cx="780290" cy="780290"/>
          </a:xfrm>
          <a:prstGeom prst="rect">
            <a:avLst/>
          </a:prstGeom>
        </p:spPr>
      </p:pic>
      <p:pic>
        <p:nvPicPr>
          <p:cNvPr id="142" name="図 60">
            <a:extLst>
              <a:ext uri="{FF2B5EF4-FFF2-40B4-BE49-F238E27FC236}">
                <a16:creationId xmlns:a16="http://schemas.microsoft.com/office/drawing/2014/main" id="{7F1E4B65-AB67-474F-68E0-262E5805DE97}"/>
              </a:ext>
            </a:extLst>
          </p:cNvPr>
          <p:cNvPicPr>
            <a:picLocks noChangeAspect="1"/>
          </p:cNvPicPr>
          <p:nvPr/>
        </p:nvPicPr>
        <p:blipFill>
          <a:blip r:embed="rId14"/>
          <a:stretch>
            <a:fillRect/>
          </a:stretch>
        </p:blipFill>
        <p:spPr>
          <a:xfrm>
            <a:off x="6833752" y="5713158"/>
            <a:ext cx="780290" cy="780290"/>
          </a:xfrm>
          <a:prstGeom prst="rect">
            <a:avLst/>
          </a:prstGeom>
        </p:spPr>
      </p:pic>
      <p:pic>
        <p:nvPicPr>
          <p:cNvPr id="143" name="図 61">
            <a:extLst>
              <a:ext uri="{FF2B5EF4-FFF2-40B4-BE49-F238E27FC236}">
                <a16:creationId xmlns:a16="http://schemas.microsoft.com/office/drawing/2014/main" id="{C19E43FF-37BD-45DA-52B9-819011DE315F}"/>
              </a:ext>
            </a:extLst>
          </p:cNvPr>
          <p:cNvPicPr>
            <a:picLocks noChangeAspect="1"/>
          </p:cNvPicPr>
          <p:nvPr/>
        </p:nvPicPr>
        <p:blipFill>
          <a:blip r:embed="rId14"/>
          <a:stretch>
            <a:fillRect/>
          </a:stretch>
        </p:blipFill>
        <p:spPr>
          <a:xfrm>
            <a:off x="7696309" y="5713158"/>
            <a:ext cx="780290" cy="780290"/>
          </a:xfrm>
          <a:prstGeom prst="rect">
            <a:avLst/>
          </a:prstGeom>
        </p:spPr>
      </p:pic>
      <p:pic>
        <p:nvPicPr>
          <p:cNvPr id="144" name="図 64">
            <a:extLst>
              <a:ext uri="{FF2B5EF4-FFF2-40B4-BE49-F238E27FC236}">
                <a16:creationId xmlns:a16="http://schemas.microsoft.com/office/drawing/2014/main" id="{5372ACC0-0A7D-97D8-BE58-7063D4C978D2}"/>
              </a:ext>
            </a:extLst>
          </p:cNvPr>
          <p:cNvPicPr>
            <a:picLocks noChangeAspect="1"/>
          </p:cNvPicPr>
          <p:nvPr/>
        </p:nvPicPr>
        <p:blipFill>
          <a:blip r:embed="rId14"/>
          <a:stretch>
            <a:fillRect/>
          </a:stretch>
        </p:blipFill>
        <p:spPr>
          <a:xfrm>
            <a:off x="8562376" y="5713158"/>
            <a:ext cx="780290" cy="780290"/>
          </a:xfrm>
          <a:prstGeom prst="rect">
            <a:avLst/>
          </a:prstGeom>
        </p:spPr>
      </p:pic>
      <p:cxnSp>
        <p:nvCxnSpPr>
          <p:cNvPr id="145" name="直線矢印コネクタ 144">
            <a:extLst>
              <a:ext uri="{FF2B5EF4-FFF2-40B4-BE49-F238E27FC236}">
                <a16:creationId xmlns:a16="http://schemas.microsoft.com/office/drawing/2014/main" id="{B1F37F56-FD0F-5E68-7965-969FDC0B6257}"/>
              </a:ext>
            </a:extLst>
          </p:cNvPr>
          <p:cNvCxnSpPr/>
          <p:nvPr/>
        </p:nvCxnSpPr>
        <p:spPr>
          <a:xfrm>
            <a:off x="5598037" y="2633491"/>
            <a:ext cx="25296" cy="2377421"/>
          </a:xfrm>
          <a:prstGeom prst="straightConnector1">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6" name="テキスト ボックス 145">
            <a:extLst>
              <a:ext uri="{FF2B5EF4-FFF2-40B4-BE49-F238E27FC236}">
                <a16:creationId xmlns:a16="http://schemas.microsoft.com/office/drawing/2014/main" id="{7C25679B-6043-F513-1E24-F9EF1C1B35C9}"/>
              </a:ext>
            </a:extLst>
          </p:cNvPr>
          <p:cNvSpPr txBox="1"/>
          <p:nvPr/>
        </p:nvSpPr>
        <p:spPr>
          <a:xfrm rot="5400000">
            <a:off x="4735212" y="3392959"/>
            <a:ext cx="2019349" cy="551689"/>
          </a:xfrm>
          <a:prstGeom prst="rect">
            <a:avLst/>
          </a:prstGeom>
          <a:noFill/>
        </p:spPr>
        <p:txBody>
          <a:bodyPr wrap="square" lIns="182880" tIns="146304" rIns="182880" bIns="146304" rtlCol="0">
            <a:spAutoFit/>
          </a:bodyPr>
          <a:lstStyle/>
          <a:p>
            <a:pPr algn="ctr">
              <a:lnSpc>
                <a:spcPct val="90000"/>
              </a:lnSpc>
              <a:spcAft>
                <a:spcPts val="600"/>
              </a:spcAft>
            </a:pPr>
            <a:r>
              <a:rPr lang="ja-JP" altLang="en-US"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継承</a:t>
            </a:r>
            <a:endParaRPr lang="en-US" altLang="ja-JP" b="1" dirty="0">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endParaRPr>
          </a:p>
        </p:txBody>
      </p:sp>
      <p:sp>
        <p:nvSpPr>
          <p:cNvPr id="147" name="テキスト ボックス 146">
            <a:extLst>
              <a:ext uri="{FF2B5EF4-FFF2-40B4-BE49-F238E27FC236}">
                <a16:creationId xmlns:a16="http://schemas.microsoft.com/office/drawing/2014/main" id="{DE877691-B726-1DAE-753D-2DA76DC92708}"/>
              </a:ext>
            </a:extLst>
          </p:cNvPr>
          <p:cNvSpPr txBox="1"/>
          <p:nvPr/>
        </p:nvSpPr>
        <p:spPr>
          <a:xfrm>
            <a:off x="6335182" y="5574658"/>
            <a:ext cx="1225166" cy="276999"/>
          </a:xfrm>
          <a:prstGeom prst="rect">
            <a:avLst/>
          </a:prstGeom>
          <a:noFill/>
        </p:spPr>
        <p:txBody>
          <a:bodyPr wrap="square">
            <a:spAutoFit/>
          </a:bodyPr>
          <a:lstStyle/>
          <a:p>
            <a:pPr algn="ctr"/>
            <a:r>
              <a:rPr lang="en-US" altLang="ja-JP" sz="1200" b="1" dirty="0" err="1">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userA</a:t>
            </a:r>
            <a:endParaRPr lang="ja-JP" altLang="en-US" sz="1200" dirty="0">
              <a:latin typeface="Yu Gothic UI" panose="020B0500000000000000" pitchFamily="34" charset="-128"/>
              <a:ea typeface="Yu Gothic UI" panose="020B0500000000000000" pitchFamily="34" charset="-128"/>
            </a:endParaRPr>
          </a:p>
        </p:txBody>
      </p:sp>
      <p:sp>
        <p:nvSpPr>
          <p:cNvPr id="148" name="テキスト ボックス 147">
            <a:extLst>
              <a:ext uri="{FF2B5EF4-FFF2-40B4-BE49-F238E27FC236}">
                <a16:creationId xmlns:a16="http://schemas.microsoft.com/office/drawing/2014/main" id="{DA70D520-4A5E-E6D1-342C-929AAE40C3FC}"/>
              </a:ext>
            </a:extLst>
          </p:cNvPr>
          <p:cNvSpPr txBox="1"/>
          <p:nvPr/>
        </p:nvSpPr>
        <p:spPr>
          <a:xfrm>
            <a:off x="6881065" y="5574658"/>
            <a:ext cx="1225166" cy="276999"/>
          </a:xfrm>
          <a:prstGeom prst="rect">
            <a:avLst/>
          </a:prstGeom>
          <a:noFill/>
        </p:spPr>
        <p:txBody>
          <a:bodyPr wrap="square">
            <a:spAutoFit/>
          </a:bodyPr>
          <a:lstStyle/>
          <a:p>
            <a:pPr algn="ctr"/>
            <a:r>
              <a:rPr lang="en-US" altLang="ja-JP" sz="1200" b="1" dirty="0" err="1">
                <a:gradFill>
                  <a:gsLst>
                    <a:gs pos="2917">
                      <a:schemeClr val="tx1"/>
                    </a:gs>
                    <a:gs pos="30000">
                      <a:schemeClr val="tx1"/>
                    </a:gs>
                  </a:gsLst>
                  <a:lin ang="5400000" scaled="0"/>
                </a:gradFill>
                <a:latin typeface="Yu Gothic UI" panose="020B0500000000000000" pitchFamily="34" charset="-128"/>
                <a:ea typeface="Yu Gothic UI" panose="020B0500000000000000" pitchFamily="34" charset="-128"/>
              </a:rPr>
              <a:t>userB</a:t>
            </a:r>
            <a:endParaRPr lang="ja-JP" altLang="en-US" sz="1200" dirty="0">
              <a:latin typeface="Yu Gothic UI" panose="020B0500000000000000" pitchFamily="34" charset="-128"/>
              <a:ea typeface="Yu Gothic UI" panose="020B0500000000000000" pitchFamily="34" charset="-128"/>
            </a:endParaRPr>
          </a:p>
        </p:txBody>
      </p:sp>
      <p:cxnSp>
        <p:nvCxnSpPr>
          <p:cNvPr id="149" name="コネクタ: 曲線 80">
            <a:extLst>
              <a:ext uri="{FF2B5EF4-FFF2-40B4-BE49-F238E27FC236}">
                <a16:creationId xmlns:a16="http://schemas.microsoft.com/office/drawing/2014/main" id="{217A2FBB-79E4-9A73-739F-CA5E8922ECE5}"/>
              </a:ext>
            </a:extLst>
          </p:cNvPr>
          <p:cNvCxnSpPr>
            <a:cxnSpLocks/>
            <a:endCxn id="144" idx="3"/>
          </p:cNvCxnSpPr>
          <p:nvPr/>
        </p:nvCxnSpPr>
        <p:spPr>
          <a:xfrm rot="5400000">
            <a:off x="8957351" y="3939937"/>
            <a:ext cx="2548681" cy="1778050"/>
          </a:xfrm>
          <a:prstGeom prst="curved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50" name="テキスト ボックス 149">
            <a:extLst>
              <a:ext uri="{FF2B5EF4-FFF2-40B4-BE49-F238E27FC236}">
                <a16:creationId xmlns:a16="http://schemas.microsoft.com/office/drawing/2014/main" id="{016944B4-54BE-6373-1C6B-A05907AB9B85}"/>
              </a:ext>
            </a:extLst>
          </p:cNvPr>
          <p:cNvSpPr txBox="1"/>
          <p:nvPr/>
        </p:nvSpPr>
        <p:spPr>
          <a:xfrm rot="16200000">
            <a:off x="-559351" y="3533533"/>
            <a:ext cx="1696162" cy="369332"/>
          </a:xfrm>
          <a:prstGeom prst="rect">
            <a:avLst/>
          </a:prstGeom>
          <a:noFill/>
        </p:spPr>
        <p:txBody>
          <a:bodyPr wrap="square">
            <a:spAutoFit/>
          </a:bodyPr>
          <a:lstStyle/>
          <a:p>
            <a:pPr algn="ctr"/>
            <a:r>
              <a:rPr kumimoji="1" lang="ja-JP" altLang="en-US" b="1" dirty="0">
                <a:latin typeface="Yu Gothic UI" panose="020B0500000000000000" pitchFamily="34" charset="-128"/>
                <a:ea typeface="Yu Gothic UI" panose="020B0500000000000000" pitchFamily="34" charset="-128"/>
              </a:rPr>
              <a:t>スコープ</a:t>
            </a:r>
          </a:p>
        </p:txBody>
      </p:sp>
      <p:cxnSp>
        <p:nvCxnSpPr>
          <p:cNvPr id="151" name="直線矢印コネクタ 150">
            <a:extLst>
              <a:ext uri="{FF2B5EF4-FFF2-40B4-BE49-F238E27FC236}">
                <a16:creationId xmlns:a16="http://schemas.microsoft.com/office/drawing/2014/main" id="{ECDB8DA7-F481-E1EF-4D00-F9459AB2A12A}"/>
              </a:ext>
            </a:extLst>
          </p:cNvPr>
          <p:cNvCxnSpPr>
            <a:cxnSpLocks/>
          </p:cNvCxnSpPr>
          <p:nvPr/>
        </p:nvCxnSpPr>
        <p:spPr>
          <a:xfrm>
            <a:off x="419147" y="2601555"/>
            <a:ext cx="11779" cy="2455678"/>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2" name="吹き出し: 四角形 83">
            <a:extLst>
              <a:ext uri="{FF2B5EF4-FFF2-40B4-BE49-F238E27FC236}">
                <a16:creationId xmlns:a16="http://schemas.microsoft.com/office/drawing/2014/main" id="{8288ABBB-B584-171B-18FD-2F756C493FF4}"/>
              </a:ext>
            </a:extLst>
          </p:cNvPr>
          <p:cNvSpPr/>
          <p:nvPr/>
        </p:nvSpPr>
        <p:spPr>
          <a:xfrm>
            <a:off x="473395" y="5476043"/>
            <a:ext cx="5547335" cy="751227"/>
          </a:xfrm>
          <a:prstGeom prst="wedgeRectCallout">
            <a:avLst>
              <a:gd name="adj1" fmla="val -8474"/>
              <a:gd name="adj2" fmla="val -100208"/>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latin typeface="Yu Gothic UI" panose="020B0500000000000000" pitchFamily="34" charset="-128"/>
                <a:ea typeface="Yu Gothic UI" panose="020B0500000000000000" pitchFamily="34" charset="-128"/>
              </a:rPr>
              <a:t>ユーザーはサブスクリプション、リソースグループ、リソースの各レベルで権限が付与される。上位のレベルで権限が付与されると下位のレベルでも権限が継承される</a:t>
            </a:r>
          </a:p>
        </p:txBody>
      </p:sp>
      <p:sp>
        <p:nvSpPr>
          <p:cNvPr id="153" name="吹き出し: 四角形 84">
            <a:extLst>
              <a:ext uri="{FF2B5EF4-FFF2-40B4-BE49-F238E27FC236}">
                <a16:creationId xmlns:a16="http://schemas.microsoft.com/office/drawing/2014/main" id="{9D9DEE4F-4456-7B87-B464-5ADB31A7BF4D}"/>
              </a:ext>
            </a:extLst>
          </p:cNvPr>
          <p:cNvSpPr/>
          <p:nvPr/>
        </p:nvSpPr>
        <p:spPr>
          <a:xfrm>
            <a:off x="9825135" y="4180114"/>
            <a:ext cx="1846309" cy="1249591"/>
          </a:xfrm>
          <a:prstGeom prst="wedgeRectCallout">
            <a:avLst>
              <a:gd name="adj1" fmla="val -7969"/>
              <a:gd name="adj2" fmla="val -89754"/>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latin typeface="Yu Gothic UI" panose="020B0500000000000000" pitchFamily="34" charset="-128"/>
                <a:ea typeface="Yu Gothic UI" panose="020B0500000000000000" pitchFamily="34" charset="-128"/>
              </a:rPr>
              <a:t>ユーザーの追加</a:t>
            </a:r>
            <a:r>
              <a:rPr kumimoji="1" lang="ja-JP" altLang="en-US" sz="1400">
                <a:solidFill>
                  <a:schemeClr val="tx1"/>
                </a:solidFill>
                <a:latin typeface="Yu Gothic UI" panose="020B0500000000000000" pitchFamily="34" charset="-128"/>
                <a:ea typeface="Yu Gothic UI" panose="020B0500000000000000" pitchFamily="34" charset="-128"/>
              </a:rPr>
              <a:t>削除は</a:t>
            </a:r>
            <a:r>
              <a:rPr kumimoji="1" lang="en-US" altLang="ja-JP" sz="1400">
                <a:solidFill>
                  <a:schemeClr val="tx1"/>
                </a:solidFill>
                <a:latin typeface="Yu Gothic UI" panose="020B0500000000000000" pitchFamily="34" charset="-128"/>
                <a:ea typeface="Yu Gothic UI" panose="020B0500000000000000" pitchFamily="34" charset="-128"/>
              </a:rPr>
              <a:t>Entra ID</a:t>
            </a:r>
            <a:r>
              <a:rPr kumimoji="1" lang="ja-JP" altLang="en-US" sz="1400">
                <a:solidFill>
                  <a:schemeClr val="tx1"/>
                </a:solidFill>
                <a:latin typeface="Yu Gothic UI" panose="020B0500000000000000" pitchFamily="34" charset="-128"/>
                <a:ea typeface="Yu Gothic UI" panose="020B0500000000000000" pitchFamily="34" charset="-128"/>
              </a:rPr>
              <a:t>の</a:t>
            </a:r>
            <a:r>
              <a:rPr kumimoji="1" lang="ja-JP" altLang="en-US" sz="1400" dirty="0">
                <a:solidFill>
                  <a:schemeClr val="tx1"/>
                </a:solidFill>
                <a:latin typeface="Yu Gothic UI" panose="020B0500000000000000" pitchFamily="34" charset="-128"/>
                <a:ea typeface="Yu Gothic UI" panose="020B0500000000000000" pitchFamily="34" charset="-128"/>
              </a:rPr>
              <a:t>ロール</a:t>
            </a:r>
            <a:r>
              <a:rPr kumimoji="1" lang="ja-JP" altLang="en-US" sz="1400">
                <a:solidFill>
                  <a:schemeClr val="tx1"/>
                </a:solidFill>
                <a:latin typeface="Yu Gothic UI" panose="020B0500000000000000" pitchFamily="34" charset="-128"/>
                <a:ea typeface="Yu Gothic UI" panose="020B0500000000000000" pitchFamily="34" charset="-128"/>
              </a:rPr>
              <a:t>に基づいて</a:t>
            </a:r>
            <a:r>
              <a:rPr kumimoji="1" lang="en-US" altLang="ja-JP" sz="1400">
                <a:solidFill>
                  <a:schemeClr val="tx1"/>
                </a:solidFill>
                <a:latin typeface="Yu Gothic UI" panose="020B0500000000000000" pitchFamily="34" charset="-128"/>
                <a:ea typeface="Yu Gothic UI" panose="020B0500000000000000" pitchFamily="34" charset="-128"/>
              </a:rPr>
              <a:t>Entra ID</a:t>
            </a:r>
            <a:r>
              <a:rPr kumimoji="1" lang="ja-JP" altLang="en-US" sz="1400">
                <a:solidFill>
                  <a:schemeClr val="tx1"/>
                </a:solidFill>
                <a:latin typeface="Yu Gothic UI" panose="020B0500000000000000" pitchFamily="34" charset="-128"/>
                <a:ea typeface="Yu Gothic UI" panose="020B0500000000000000" pitchFamily="34" charset="-128"/>
              </a:rPr>
              <a:t>で</a:t>
            </a:r>
            <a:r>
              <a:rPr kumimoji="1" lang="ja-JP" altLang="en-US" sz="1400" dirty="0">
                <a:solidFill>
                  <a:schemeClr val="tx1"/>
                </a:solidFill>
                <a:latin typeface="Yu Gothic UI" panose="020B0500000000000000" pitchFamily="34" charset="-128"/>
                <a:ea typeface="Yu Gothic UI" panose="020B0500000000000000" pitchFamily="34" charset="-128"/>
              </a:rPr>
              <a:t>行う</a:t>
            </a:r>
          </a:p>
        </p:txBody>
      </p:sp>
    </p:spTree>
    <p:extLst>
      <p:ext uri="{BB962C8B-B14F-4D97-AF65-F5344CB8AC3E}">
        <p14:creationId xmlns:p14="http://schemas.microsoft.com/office/powerpoint/2010/main" val="4253850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0700B-4B70-280F-709E-756C22FA1EC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B3C1272-9AD5-BC28-D504-15CC9334DED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en-US" altLang="ja-JP" sz="2000" dirty="0"/>
              <a:t>Azure RBAC </a:t>
            </a:r>
            <a:r>
              <a:rPr kumimoji="1" lang="ja-JP" altLang="en-US" sz="2000"/>
              <a:t>の代表的な組み込みロール</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2CE0C221-EA57-CC16-BF0E-9A558017E53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5F150FD-CE0C-65DC-C632-8EFED7492E9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aphicFrame>
        <p:nvGraphicFramePr>
          <p:cNvPr id="8" name="表 7">
            <a:extLst>
              <a:ext uri="{FF2B5EF4-FFF2-40B4-BE49-F238E27FC236}">
                <a16:creationId xmlns:a16="http://schemas.microsoft.com/office/drawing/2014/main" id="{AE00495C-DF59-DD28-4A31-9C58D9711F66}"/>
              </a:ext>
            </a:extLst>
          </p:cNvPr>
          <p:cNvGraphicFramePr>
            <a:graphicFrameLocks noGrp="1"/>
          </p:cNvGraphicFramePr>
          <p:nvPr>
            <p:extLst>
              <p:ext uri="{D42A27DB-BD31-4B8C-83A1-F6EECF244321}">
                <p14:modId xmlns:p14="http://schemas.microsoft.com/office/powerpoint/2010/main" val="3009186273"/>
              </p:ext>
            </p:extLst>
          </p:nvPr>
        </p:nvGraphicFramePr>
        <p:xfrm>
          <a:off x="838200" y="1428475"/>
          <a:ext cx="10817352" cy="3108960"/>
        </p:xfrm>
        <a:graphic>
          <a:graphicData uri="http://schemas.openxmlformats.org/drawingml/2006/table">
            <a:tbl>
              <a:tblPr firstRow="1" bandRow="1">
                <a:tableStyleId>{5C22544A-7EE6-4342-B048-85BDC9FD1C3A}</a:tableStyleId>
              </a:tblPr>
              <a:tblGrid>
                <a:gridCol w="4292294">
                  <a:extLst>
                    <a:ext uri="{9D8B030D-6E8A-4147-A177-3AD203B41FA5}">
                      <a16:colId xmlns:a16="http://schemas.microsoft.com/office/drawing/2014/main" val="20000"/>
                    </a:ext>
                  </a:extLst>
                </a:gridCol>
                <a:gridCol w="6525058">
                  <a:extLst>
                    <a:ext uri="{9D8B030D-6E8A-4147-A177-3AD203B41FA5}">
                      <a16:colId xmlns:a16="http://schemas.microsoft.com/office/drawing/2014/main" val="20001"/>
                    </a:ext>
                  </a:extLst>
                </a:gridCol>
              </a:tblGrid>
              <a:tr h="122763">
                <a:tc>
                  <a:txBody>
                    <a:bodyPr/>
                    <a:lstStyle/>
                    <a:p>
                      <a:pPr algn="ctr"/>
                      <a:r>
                        <a:rPr kumimoji="1" lang="ja-JP" altLang="en-US" sz="2800" dirty="0"/>
                        <a:t>ロール</a:t>
                      </a: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sz="2800" dirty="0"/>
                        <a:t>説明</a:t>
                      </a:r>
                      <a:endParaRPr kumimoji="1" lang="ja-JP" altLang="en-US" sz="28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0"/>
                  </a:ext>
                </a:extLst>
              </a:tr>
              <a:tr h="370840">
                <a:tc>
                  <a:txBody>
                    <a:bodyPr/>
                    <a:lstStyle/>
                    <a:p>
                      <a:r>
                        <a:rPr kumimoji="1" lang="ja-JP" altLang="en-US" sz="2800" dirty="0"/>
                        <a:t>所有者</a:t>
                      </a: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2800" dirty="0"/>
                        <a:t>全ての管理</a:t>
                      </a:r>
                      <a:endParaRPr kumimoji="1" lang="ja-JP" altLang="en-US" sz="28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1"/>
                  </a:ext>
                </a:extLst>
              </a:tr>
              <a:tr h="407219">
                <a:tc>
                  <a:txBody>
                    <a:bodyPr/>
                    <a:lstStyle/>
                    <a:p>
                      <a:r>
                        <a:rPr kumimoji="1" lang="ja-JP" altLang="en-US" sz="2800" dirty="0"/>
                        <a:t>共同作成者</a:t>
                      </a: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2800" dirty="0"/>
                        <a:t>アクセス権設定以外の全ての管理</a:t>
                      </a:r>
                      <a:endParaRPr kumimoji="1" lang="en-US" altLang="ja-JP" sz="28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2"/>
                  </a:ext>
                </a:extLst>
              </a:tr>
              <a:tr h="370840">
                <a:tc>
                  <a:txBody>
                    <a:bodyPr/>
                    <a:lstStyle/>
                    <a:p>
                      <a:r>
                        <a:rPr kumimoji="1" lang="ja-JP" altLang="en-US" sz="2800" dirty="0"/>
                        <a:t>閲覧者</a:t>
                      </a: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2800" dirty="0"/>
                        <a:t>全ての参照</a:t>
                      </a:r>
                      <a:endParaRPr kumimoji="1" lang="ja-JP" altLang="en-US" sz="28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3"/>
                  </a:ext>
                </a:extLst>
              </a:tr>
              <a:tr h="370840">
                <a:tc>
                  <a:txBody>
                    <a:bodyPr/>
                    <a:lstStyle/>
                    <a:p>
                      <a:r>
                        <a:rPr kumimoji="1" lang="ja-JP" altLang="en-US" sz="2800" dirty="0"/>
                        <a:t>ユーザー アクセス管理者</a:t>
                      </a: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r>
                        <a:rPr kumimoji="1" lang="en-US" altLang="ja-JP" sz="2800" dirty="0"/>
                        <a:t>Azure </a:t>
                      </a:r>
                      <a:r>
                        <a:rPr kumimoji="1" lang="ja-JP" altLang="en-US" sz="2800" dirty="0"/>
                        <a:t>リソースのアクセス権の管理</a:t>
                      </a:r>
                      <a:endParaRPr kumimoji="1" lang="ja-JP" altLang="en-US" sz="28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700617453"/>
                  </a:ext>
                </a:extLst>
              </a:tr>
              <a:tr h="370840">
                <a:tc>
                  <a:txBody>
                    <a:bodyPr/>
                    <a:lstStyle/>
                    <a:p>
                      <a:r>
                        <a:rPr kumimoji="1" lang="ja-JP" altLang="en-US" sz="2800" dirty="0"/>
                        <a:t>各リソースのロール</a:t>
                      </a: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2800" dirty="0"/>
                        <a:t>各リソースの作業者</a:t>
                      </a:r>
                      <a:endParaRPr kumimoji="1" lang="ja-JP" altLang="en-US" sz="28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57512849"/>
                  </a:ext>
                </a:extLst>
              </a:tr>
            </a:tbl>
          </a:graphicData>
        </a:graphic>
      </p:graphicFrame>
    </p:spTree>
    <p:extLst>
      <p:ext uri="{BB962C8B-B14F-4D97-AF65-F5344CB8AC3E}">
        <p14:creationId xmlns:p14="http://schemas.microsoft.com/office/powerpoint/2010/main" val="1858609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A35B3-062E-347F-F05D-321091D6878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2E3DBD9-4B38-DB99-109D-E76E751A310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en-US" altLang="ja-JP" sz="2000" dirty="0"/>
              <a:t>Azure RBAC </a:t>
            </a:r>
            <a:r>
              <a:rPr kumimoji="1" lang="ja-JP" altLang="en-US" sz="2000"/>
              <a:t>の代表的な組み込み</a:t>
            </a:r>
            <a:r>
              <a:rPr lang="ja-JP" altLang="en-US" sz="2000"/>
              <a:t>各リソース用のロール例（一部のみ）</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190FABB-E1CF-2845-7206-5077CDA227D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EAF69AC-204D-A1FC-D3EC-3778853CD35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aphicFrame>
        <p:nvGraphicFramePr>
          <p:cNvPr id="3" name="表 5">
            <a:extLst>
              <a:ext uri="{FF2B5EF4-FFF2-40B4-BE49-F238E27FC236}">
                <a16:creationId xmlns:a16="http://schemas.microsoft.com/office/drawing/2014/main" id="{442D339E-43F0-359E-7ED1-1D117B75E796}"/>
              </a:ext>
            </a:extLst>
          </p:cNvPr>
          <p:cNvGraphicFramePr>
            <a:graphicFrameLocks noGrp="1"/>
          </p:cNvGraphicFramePr>
          <p:nvPr>
            <p:extLst>
              <p:ext uri="{D42A27DB-BD31-4B8C-83A1-F6EECF244321}">
                <p14:modId xmlns:p14="http://schemas.microsoft.com/office/powerpoint/2010/main" val="3821226183"/>
              </p:ext>
            </p:extLst>
          </p:nvPr>
        </p:nvGraphicFramePr>
        <p:xfrm>
          <a:off x="208908" y="1328738"/>
          <a:ext cx="11774184" cy="5400040"/>
        </p:xfrm>
        <a:graphic>
          <a:graphicData uri="http://schemas.openxmlformats.org/drawingml/2006/table">
            <a:tbl>
              <a:tblPr firstRow="1" bandRow="1">
                <a:tableStyleId>{5C22544A-7EE6-4342-B048-85BDC9FD1C3A}</a:tableStyleId>
              </a:tblPr>
              <a:tblGrid>
                <a:gridCol w="1574172">
                  <a:extLst>
                    <a:ext uri="{9D8B030D-6E8A-4147-A177-3AD203B41FA5}">
                      <a16:colId xmlns:a16="http://schemas.microsoft.com/office/drawing/2014/main" val="1920469756"/>
                    </a:ext>
                  </a:extLst>
                </a:gridCol>
                <a:gridCol w="3758115">
                  <a:extLst>
                    <a:ext uri="{9D8B030D-6E8A-4147-A177-3AD203B41FA5}">
                      <a16:colId xmlns:a16="http://schemas.microsoft.com/office/drawing/2014/main" val="224304892"/>
                    </a:ext>
                  </a:extLst>
                </a:gridCol>
                <a:gridCol w="6441897">
                  <a:extLst>
                    <a:ext uri="{9D8B030D-6E8A-4147-A177-3AD203B41FA5}">
                      <a16:colId xmlns:a16="http://schemas.microsoft.com/office/drawing/2014/main" val="3073943560"/>
                    </a:ext>
                  </a:extLst>
                </a:gridCol>
              </a:tblGrid>
              <a:tr h="370840">
                <a:tc>
                  <a:txBody>
                    <a:bodyPr/>
                    <a:lstStyle/>
                    <a:p>
                      <a:pPr algn="ctr"/>
                      <a:r>
                        <a:rPr kumimoji="1" lang="ja-JP" altLang="en-US" sz="1600" dirty="0"/>
                        <a:t>リソース種別</a:t>
                      </a:r>
                    </a:p>
                  </a:txBody>
                  <a:tcPr anchor="ctr"/>
                </a:tc>
                <a:tc>
                  <a:txBody>
                    <a:bodyPr/>
                    <a:lstStyle/>
                    <a:p>
                      <a:pPr algn="ctr"/>
                      <a:r>
                        <a:rPr kumimoji="1" lang="ja-JP" altLang="en-US" sz="1600" dirty="0"/>
                        <a:t>ロール名</a:t>
                      </a:r>
                    </a:p>
                  </a:txBody>
                  <a:tcPr anchor="ctr"/>
                </a:tc>
                <a:tc>
                  <a:txBody>
                    <a:bodyPr/>
                    <a:lstStyle/>
                    <a:p>
                      <a:pPr algn="ctr"/>
                      <a:r>
                        <a:rPr kumimoji="1" lang="ja-JP" altLang="en-US" sz="1600" dirty="0"/>
                        <a:t>概略説明</a:t>
                      </a:r>
                    </a:p>
                  </a:txBody>
                  <a:tcPr anchor="ctr"/>
                </a:tc>
                <a:extLst>
                  <a:ext uri="{0D108BD9-81ED-4DB2-BD59-A6C34878D82A}">
                    <a16:rowId xmlns:a16="http://schemas.microsoft.com/office/drawing/2014/main" val="240698423"/>
                  </a:ext>
                </a:extLst>
              </a:tr>
              <a:tr h="370840">
                <a:tc rowSpan="3">
                  <a:txBody>
                    <a:bodyPr/>
                    <a:lstStyle/>
                    <a:p>
                      <a:r>
                        <a:rPr kumimoji="1" lang="ja-JP" altLang="en-US" sz="1600" dirty="0"/>
                        <a:t>仮想マシン</a:t>
                      </a:r>
                    </a:p>
                  </a:txBody>
                  <a:tcPr anchor="ctr"/>
                </a:tc>
                <a:tc>
                  <a:txBody>
                    <a:bodyPr/>
                    <a:lstStyle/>
                    <a:p>
                      <a:r>
                        <a:rPr kumimoji="1" lang="ja-JP" altLang="en-US" sz="1600" dirty="0"/>
                        <a:t>仮想マシン共同作成者</a:t>
                      </a:r>
                    </a:p>
                  </a:txBody>
                  <a:tcPr anchor="ctr"/>
                </a:tc>
                <a:tc>
                  <a:txBody>
                    <a:bodyPr/>
                    <a:lstStyle/>
                    <a:p>
                      <a:r>
                        <a:rPr kumimoji="1" lang="ja-JP" altLang="en-US" sz="1600" dirty="0"/>
                        <a:t>仮想マシンの管理。ログインは不可。</a:t>
                      </a:r>
                    </a:p>
                  </a:txBody>
                  <a:tcPr anchor="ctr"/>
                </a:tc>
                <a:extLst>
                  <a:ext uri="{0D108BD9-81ED-4DB2-BD59-A6C34878D82A}">
                    <a16:rowId xmlns:a16="http://schemas.microsoft.com/office/drawing/2014/main" val="3496921251"/>
                  </a:ext>
                </a:extLst>
              </a:tr>
              <a:tr h="370840">
                <a:tc vMerge="1">
                  <a:txBody>
                    <a:bodyPr/>
                    <a:lstStyle/>
                    <a:p>
                      <a:endParaRPr kumimoji="1" lang="ja-JP" altLang="en-US" dirty="0"/>
                    </a:p>
                  </a:txBody>
                  <a:tcPr/>
                </a:tc>
                <a:tc>
                  <a:txBody>
                    <a:bodyPr/>
                    <a:lstStyle/>
                    <a:p>
                      <a:r>
                        <a:rPr kumimoji="1" lang="ja-JP" altLang="en-US" sz="1600" dirty="0"/>
                        <a:t>仮想マシンの管理者ログイン</a:t>
                      </a:r>
                    </a:p>
                  </a:txBody>
                  <a:tcPr anchor="ctr"/>
                </a:tc>
                <a:tc>
                  <a:txBody>
                    <a:bodyPr/>
                    <a:lstStyle/>
                    <a:p>
                      <a:r>
                        <a:rPr kumimoji="1" lang="ja-JP" altLang="en-US" sz="1600" dirty="0"/>
                        <a:t>仮想マシンのポータルでの表示と管理者ログイン</a:t>
                      </a:r>
                    </a:p>
                  </a:txBody>
                  <a:tcPr anchor="ctr"/>
                </a:tc>
                <a:extLst>
                  <a:ext uri="{0D108BD9-81ED-4DB2-BD59-A6C34878D82A}">
                    <a16:rowId xmlns:a16="http://schemas.microsoft.com/office/drawing/2014/main" val="1806535875"/>
                  </a:ext>
                </a:extLst>
              </a:tr>
              <a:tr h="370840">
                <a:tc vMerge="1">
                  <a:txBody>
                    <a:bodyPr/>
                    <a:lstStyle/>
                    <a:p>
                      <a:endParaRPr kumimoji="1" lang="ja-JP" altLang="en-US" dirty="0"/>
                    </a:p>
                  </a:txBody>
                  <a:tcPr/>
                </a:tc>
                <a:tc>
                  <a:txBody>
                    <a:bodyPr/>
                    <a:lstStyle/>
                    <a:p>
                      <a:r>
                        <a:rPr kumimoji="1" lang="ja-JP" altLang="en-US" sz="1600" dirty="0"/>
                        <a:t>仮想マシンのユーザーログイン</a:t>
                      </a:r>
                    </a:p>
                  </a:txBody>
                  <a:tcPr anchor="ctr"/>
                </a:tc>
                <a:tc>
                  <a:txBody>
                    <a:bodyPr/>
                    <a:lstStyle/>
                    <a:p>
                      <a:r>
                        <a:rPr kumimoji="1" lang="ja-JP" altLang="en-US" sz="1600" dirty="0"/>
                        <a:t>仮想マシンのポータルでの表示とユーザー ログイン</a:t>
                      </a:r>
                    </a:p>
                  </a:txBody>
                  <a:tcPr anchor="ctr"/>
                </a:tc>
                <a:extLst>
                  <a:ext uri="{0D108BD9-81ED-4DB2-BD59-A6C34878D82A}">
                    <a16:rowId xmlns:a16="http://schemas.microsoft.com/office/drawing/2014/main" val="1055474308"/>
                  </a:ext>
                </a:extLst>
              </a:tr>
              <a:tr h="370840">
                <a:tc rowSpan="2">
                  <a:txBody>
                    <a:bodyPr/>
                    <a:lstStyle/>
                    <a:p>
                      <a:r>
                        <a:rPr kumimoji="1" lang="en-US" altLang="ja-JP" sz="1600" dirty="0"/>
                        <a:t>App Service</a:t>
                      </a:r>
                      <a:endParaRPr kumimoji="1" lang="ja-JP" altLang="en-US" sz="1600" dirty="0"/>
                    </a:p>
                  </a:txBody>
                  <a:tcPr anchor="ctr"/>
                </a:tc>
                <a:tc>
                  <a:txBody>
                    <a:bodyPr/>
                    <a:lstStyle/>
                    <a:p>
                      <a:r>
                        <a:rPr kumimoji="1" lang="en-US" altLang="ja-JP" sz="1600" dirty="0"/>
                        <a:t>Web</a:t>
                      </a:r>
                      <a:r>
                        <a:rPr kumimoji="1" lang="ja-JP" altLang="en-US" sz="1600" dirty="0"/>
                        <a:t> プラン共同作成者</a:t>
                      </a:r>
                    </a:p>
                  </a:txBody>
                  <a:tcPr anchor="ctr"/>
                </a:tc>
                <a:tc>
                  <a:txBody>
                    <a:bodyPr/>
                    <a:lstStyle/>
                    <a:p>
                      <a:r>
                        <a:rPr kumimoji="1" lang="ja-JP" altLang="en-US" sz="1600" dirty="0"/>
                        <a:t>プランの作成と管理</a:t>
                      </a:r>
                    </a:p>
                  </a:txBody>
                  <a:tcPr anchor="ctr"/>
                </a:tc>
                <a:extLst>
                  <a:ext uri="{0D108BD9-81ED-4DB2-BD59-A6C34878D82A}">
                    <a16:rowId xmlns:a16="http://schemas.microsoft.com/office/drawing/2014/main" val="658958977"/>
                  </a:ext>
                </a:extLst>
              </a:tr>
              <a:tr h="370840">
                <a:tc vMerge="1">
                  <a:txBody>
                    <a:bodyPr/>
                    <a:lstStyle/>
                    <a:p>
                      <a:endParaRPr kumimoji="1" lang="ja-JP" altLang="en-US" dirty="0"/>
                    </a:p>
                  </a:txBody>
                  <a:tcPr anchor="ctr"/>
                </a:tc>
                <a:tc>
                  <a:txBody>
                    <a:bodyPr/>
                    <a:lstStyle/>
                    <a:p>
                      <a:r>
                        <a:rPr kumimoji="1" lang="en-US" altLang="ja-JP" sz="1600" dirty="0"/>
                        <a:t>Web </a:t>
                      </a:r>
                      <a:r>
                        <a:rPr kumimoji="1" lang="ja-JP" altLang="en-US" sz="1600" dirty="0"/>
                        <a:t>サイト共同作成者</a:t>
                      </a:r>
                    </a:p>
                  </a:txBody>
                  <a:tcPr anchor="ctr"/>
                </a:tc>
                <a:tc>
                  <a:txBody>
                    <a:bodyPr/>
                    <a:lstStyle/>
                    <a:p>
                      <a:r>
                        <a:rPr kumimoji="1" lang="en-US" altLang="ja-JP" sz="1600" dirty="0"/>
                        <a:t>App Service </a:t>
                      </a:r>
                      <a:r>
                        <a:rPr kumimoji="1" lang="ja-JP" altLang="en-US" sz="1600" dirty="0"/>
                        <a:t>の作成と管理</a:t>
                      </a:r>
                    </a:p>
                  </a:txBody>
                  <a:tcPr anchor="ctr"/>
                </a:tc>
                <a:extLst>
                  <a:ext uri="{0D108BD9-81ED-4DB2-BD59-A6C34878D82A}">
                    <a16:rowId xmlns:a16="http://schemas.microsoft.com/office/drawing/2014/main" val="776231799"/>
                  </a:ext>
                </a:extLst>
              </a:tr>
              <a:tr h="370840">
                <a:tc rowSpan="3">
                  <a:txBody>
                    <a:bodyPr/>
                    <a:lstStyle/>
                    <a:p>
                      <a:r>
                        <a:rPr kumimoji="1" lang="en-US" altLang="ja-JP" sz="1600" dirty="0"/>
                        <a:t>SQL Database</a:t>
                      </a:r>
                      <a:endParaRPr kumimoji="1" lang="ja-JP" altLang="en-US" sz="1600" dirty="0"/>
                    </a:p>
                  </a:txBody>
                  <a:tcPr anchor="ctr"/>
                </a:tc>
                <a:tc>
                  <a:txBody>
                    <a:bodyPr/>
                    <a:lstStyle/>
                    <a:p>
                      <a:r>
                        <a:rPr kumimoji="1" lang="en-US" altLang="ja-JP" sz="1600" dirty="0"/>
                        <a:t>SQL DB </a:t>
                      </a:r>
                      <a:r>
                        <a:rPr kumimoji="1" lang="ja-JP" altLang="en-US" sz="1600" dirty="0"/>
                        <a:t>共同作成者</a:t>
                      </a:r>
                    </a:p>
                  </a:txBody>
                  <a:tcPr anchor="ctr"/>
                </a:tc>
                <a:tc>
                  <a:txBody>
                    <a:bodyPr/>
                    <a:lstStyle/>
                    <a:p>
                      <a:r>
                        <a:rPr kumimoji="1" lang="en-US" altLang="ja-JP" sz="1600" dirty="0"/>
                        <a:t>SQL DB </a:t>
                      </a:r>
                      <a:r>
                        <a:rPr kumimoji="1" lang="ja-JP" altLang="en-US" sz="1600" dirty="0"/>
                        <a:t>の管理。セキュリティ関連ポリシーは不可。</a:t>
                      </a:r>
                    </a:p>
                  </a:txBody>
                  <a:tcPr anchor="ctr"/>
                </a:tc>
                <a:extLst>
                  <a:ext uri="{0D108BD9-81ED-4DB2-BD59-A6C34878D82A}">
                    <a16:rowId xmlns:a16="http://schemas.microsoft.com/office/drawing/2014/main" val="242538843"/>
                  </a:ext>
                </a:extLst>
              </a:tr>
              <a:tr h="370840">
                <a:tc vMerge="1">
                  <a:txBody>
                    <a:bodyPr/>
                    <a:lstStyle/>
                    <a:p>
                      <a:endParaRPr kumimoji="1" lang="ja-JP" altLang="en-US" dirty="0"/>
                    </a:p>
                  </a:txBody>
                  <a:tcPr anchor="ctr"/>
                </a:tc>
                <a:tc>
                  <a:txBody>
                    <a:bodyPr/>
                    <a:lstStyle/>
                    <a:p>
                      <a:r>
                        <a:rPr kumimoji="1" lang="en-US" altLang="ja-JP" sz="1600" dirty="0"/>
                        <a:t>SQL Server </a:t>
                      </a:r>
                      <a:r>
                        <a:rPr kumimoji="1" lang="ja-JP" altLang="en-US" sz="1600" dirty="0"/>
                        <a:t>共同作成者</a:t>
                      </a:r>
                    </a:p>
                  </a:txBody>
                  <a:tcPr anchor="ctr"/>
                </a:tc>
                <a:tc>
                  <a:txBody>
                    <a:bodyPr/>
                    <a:lstStyle/>
                    <a:p>
                      <a:r>
                        <a:rPr kumimoji="1" lang="en-US" altLang="ja-JP" sz="1600" dirty="0"/>
                        <a:t>SQL </a:t>
                      </a:r>
                      <a:r>
                        <a:rPr kumimoji="1" lang="ja-JP" altLang="en-US" sz="1600" dirty="0"/>
                        <a:t>サーバーと </a:t>
                      </a:r>
                      <a:r>
                        <a:rPr kumimoji="1" lang="en-US" altLang="ja-JP" sz="1600" dirty="0"/>
                        <a:t>DB </a:t>
                      </a:r>
                      <a:r>
                        <a:rPr kumimoji="1" lang="ja-JP" altLang="en-US" sz="1600" dirty="0"/>
                        <a:t>を管理。セキュリティ関連ポリシーは不可。</a:t>
                      </a:r>
                    </a:p>
                  </a:txBody>
                  <a:tcPr anchor="ctr"/>
                </a:tc>
                <a:extLst>
                  <a:ext uri="{0D108BD9-81ED-4DB2-BD59-A6C34878D82A}">
                    <a16:rowId xmlns:a16="http://schemas.microsoft.com/office/drawing/2014/main" val="3777035820"/>
                  </a:ext>
                </a:extLst>
              </a:tr>
              <a:tr h="370840">
                <a:tc vMerge="1">
                  <a:txBody>
                    <a:bodyPr/>
                    <a:lstStyle/>
                    <a:p>
                      <a:endParaRPr kumimoji="1" lang="ja-JP" altLang="en-US" dirty="0"/>
                    </a:p>
                  </a:txBody>
                  <a:tcPr anchor="ctr"/>
                </a:tc>
                <a:tc>
                  <a:txBody>
                    <a:bodyPr/>
                    <a:lstStyle/>
                    <a:p>
                      <a:r>
                        <a:rPr kumimoji="1" lang="en-US" altLang="ja-JP" sz="1600" dirty="0"/>
                        <a:t>SQL </a:t>
                      </a:r>
                      <a:r>
                        <a:rPr kumimoji="1" lang="ja-JP" altLang="en-US" sz="1600" dirty="0"/>
                        <a:t>セキュリティ管理者</a:t>
                      </a:r>
                    </a:p>
                  </a:txBody>
                  <a:tcPr anchor="ctr"/>
                </a:tc>
                <a:tc>
                  <a:txBody>
                    <a:bodyPr/>
                    <a:lstStyle/>
                    <a:p>
                      <a:r>
                        <a:rPr kumimoji="1" lang="en-US" altLang="ja-JP" sz="1600" dirty="0"/>
                        <a:t>SQL </a:t>
                      </a:r>
                      <a:r>
                        <a:rPr kumimoji="1" lang="ja-JP" altLang="en-US" sz="1600" dirty="0"/>
                        <a:t>サーバーと </a:t>
                      </a:r>
                      <a:r>
                        <a:rPr kumimoji="1" lang="en-US" altLang="ja-JP" sz="1600" dirty="0"/>
                        <a:t>DB </a:t>
                      </a:r>
                      <a:r>
                        <a:rPr kumimoji="1" lang="ja-JP" altLang="en-US" sz="1600" dirty="0"/>
                        <a:t>のセキュリティ関連ポリシー管理</a:t>
                      </a:r>
                    </a:p>
                  </a:txBody>
                  <a:tcPr anchor="ctr"/>
                </a:tc>
                <a:extLst>
                  <a:ext uri="{0D108BD9-81ED-4DB2-BD59-A6C34878D82A}">
                    <a16:rowId xmlns:a16="http://schemas.microsoft.com/office/drawing/2014/main" val="638073352"/>
                  </a:ext>
                </a:extLst>
              </a:tr>
              <a:tr h="370840">
                <a:tc rowSpan="5">
                  <a:txBody>
                    <a:bodyPr/>
                    <a:lstStyle/>
                    <a:p>
                      <a:r>
                        <a:rPr kumimoji="1" lang="en-US" altLang="ja-JP" sz="1600" dirty="0"/>
                        <a:t>Storage</a:t>
                      </a:r>
                      <a:endParaRPr kumimoji="1" lang="ja-JP" altLang="en-US" sz="1600" dirty="0"/>
                    </a:p>
                  </a:txBody>
                  <a:tcPr anchor="ctr"/>
                </a:tc>
                <a:tc>
                  <a:txBody>
                    <a:bodyPr/>
                    <a:lstStyle/>
                    <a:p>
                      <a:r>
                        <a:rPr kumimoji="1" lang="ja-JP" altLang="en-US" sz="1600" dirty="0"/>
                        <a:t>閲覧者とデータアクセス</a:t>
                      </a:r>
                    </a:p>
                  </a:txBody>
                  <a:tcPr anchor="ctr"/>
                </a:tc>
                <a:tc>
                  <a:txBody>
                    <a:bodyPr/>
                    <a:lstStyle/>
                    <a:p>
                      <a:r>
                        <a:rPr kumimoji="1" lang="ja-JP" altLang="en-US" sz="1600" dirty="0"/>
                        <a:t>アカウントキーを含むリソース表示（キーでの読み書き）</a:t>
                      </a:r>
                    </a:p>
                  </a:txBody>
                  <a:tcPr anchor="ctr"/>
                </a:tc>
                <a:extLst>
                  <a:ext uri="{0D108BD9-81ED-4DB2-BD59-A6C34878D82A}">
                    <a16:rowId xmlns:a16="http://schemas.microsoft.com/office/drawing/2014/main" val="3375419904"/>
                  </a:ext>
                </a:extLst>
              </a:tr>
              <a:tr h="370840">
                <a:tc vMerge="1">
                  <a:txBody>
                    <a:bodyPr/>
                    <a:lstStyle/>
                    <a:p>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ストレージ アカウント キー オペレーターのサービスロール</a:t>
                      </a:r>
                    </a:p>
                  </a:txBody>
                  <a:tcPr anchor="ctr"/>
                </a:tc>
                <a:tc>
                  <a:txBody>
                    <a:bodyPr/>
                    <a:lstStyle/>
                    <a:p>
                      <a:r>
                        <a:rPr kumimoji="1" lang="ja-JP" altLang="en-US" sz="1600" dirty="0"/>
                        <a:t>アカウントキーの表示と再作成</a:t>
                      </a:r>
                    </a:p>
                  </a:txBody>
                  <a:tcPr anchor="ctr"/>
                </a:tc>
                <a:extLst>
                  <a:ext uri="{0D108BD9-81ED-4DB2-BD59-A6C34878D82A}">
                    <a16:rowId xmlns:a16="http://schemas.microsoft.com/office/drawing/2014/main" val="1509221569"/>
                  </a:ext>
                </a:extLst>
              </a:tr>
              <a:tr h="370840">
                <a:tc vMerge="1">
                  <a:txBody>
                    <a:bodyPr/>
                    <a:lstStyle/>
                    <a:p>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ストレージ アカウント共同作成者</a:t>
                      </a:r>
                    </a:p>
                  </a:txBody>
                  <a:tcPr anchor="ctr"/>
                </a:tc>
                <a:tc>
                  <a:txBody>
                    <a:bodyPr/>
                    <a:lstStyle/>
                    <a:p>
                      <a:r>
                        <a:rPr kumimoji="1" lang="ja-JP" altLang="en-US" sz="1600" dirty="0"/>
                        <a:t>ストレージ アカウントの管理（キーアクセス含む）</a:t>
                      </a:r>
                    </a:p>
                  </a:txBody>
                  <a:tcPr anchor="ctr"/>
                </a:tc>
                <a:extLst>
                  <a:ext uri="{0D108BD9-81ED-4DB2-BD59-A6C34878D82A}">
                    <a16:rowId xmlns:a16="http://schemas.microsoft.com/office/drawing/2014/main" val="2075558606"/>
                  </a:ext>
                </a:extLst>
              </a:tr>
              <a:tr h="370840">
                <a:tc vMerge="1">
                  <a:txBody>
                    <a:bodyPr/>
                    <a:lstStyle/>
                    <a:p>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ストレージ </a:t>
                      </a:r>
                      <a:r>
                        <a:rPr kumimoji="1" lang="en-US" altLang="ja-JP" sz="1600" dirty="0"/>
                        <a:t>BLOB </a:t>
                      </a:r>
                      <a:r>
                        <a:rPr kumimoji="1" lang="ja-JP" altLang="en-US" sz="1600" dirty="0"/>
                        <a:t>データ所有者</a:t>
                      </a:r>
                    </a:p>
                  </a:txBody>
                  <a:tcPr anchor="ctr"/>
                </a:tc>
                <a:tc>
                  <a:txBody>
                    <a:bodyPr/>
                    <a:lstStyle/>
                    <a:p>
                      <a:r>
                        <a:rPr kumimoji="1" lang="ja-JP" altLang="en-US" sz="1600" dirty="0"/>
                        <a:t>コンテナと </a:t>
                      </a:r>
                      <a:r>
                        <a:rPr kumimoji="1" lang="en-US" altLang="ja-JP" sz="1600" dirty="0"/>
                        <a:t>Blob </a:t>
                      </a:r>
                      <a:r>
                        <a:rPr kumimoji="1" lang="ja-JP" altLang="en-US" sz="1600" dirty="0"/>
                        <a:t>のフルアクセス</a:t>
                      </a:r>
                      <a:endParaRPr kumimoji="1" lang="en-US" altLang="ja-JP" sz="1600" dirty="0"/>
                    </a:p>
                  </a:txBody>
                  <a:tcPr anchor="ctr"/>
                </a:tc>
                <a:extLst>
                  <a:ext uri="{0D108BD9-81ED-4DB2-BD59-A6C34878D82A}">
                    <a16:rowId xmlns:a16="http://schemas.microsoft.com/office/drawing/2014/main" val="597145522"/>
                  </a:ext>
                </a:extLst>
              </a:tr>
              <a:tr h="370840">
                <a:tc vMerge="1">
                  <a:txBody>
                    <a:bodyPr/>
                    <a:lstStyle/>
                    <a:p>
                      <a:endParaRPr kumimoji="1"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600" dirty="0"/>
                        <a:t>ストレージ </a:t>
                      </a:r>
                      <a:r>
                        <a:rPr kumimoji="1" lang="en-US" altLang="ja-JP" sz="1600" dirty="0"/>
                        <a:t>BLOB </a:t>
                      </a:r>
                      <a:r>
                        <a:rPr kumimoji="1" lang="ja-JP" altLang="en-US" sz="1600" dirty="0"/>
                        <a:t>データ共同作成者</a:t>
                      </a:r>
                    </a:p>
                  </a:txBody>
                  <a:tcPr anchor="ctr"/>
                </a:tc>
                <a:tc>
                  <a:txBody>
                    <a:bodyPr/>
                    <a:lstStyle/>
                    <a:p>
                      <a:r>
                        <a:rPr kumimoji="1" lang="ja-JP" altLang="en-US" sz="1600" dirty="0"/>
                        <a:t>コンテナと </a:t>
                      </a:r>
                      <a:r>
                        <a:rPr kumimoji="1" lang="en-US" altLang="ja-JP" sz="1600" dirty="0"/>
                        <a:t>Blob </a:t>
                      </a:r>
                      <a:r>
                        <a:rPr kumimoji="1" lang="ja-JP" altLang="en-US" sz="1600" dirty="0"/>
                        <a:t>の読み</a:t>
                      </a:r>
                      <a:r>
                        <a:rPr kumimoji="1" lang="en-US" altLang="ja-JP" sz="1600" dirty="0"/>
                        <a:t>/</a:t>
                      </a:r>
                      <a:r>
                        <a:rPr kumimoji="1" lang="ja-JP" altLang="en-US" sz="1600" dirty="0"/>
                        <a:t>書き</a:t>
                      </a:r>
                      <a:r>
                        <a:rPr kumimoji="1" lang="en-US" altLang="ja-JP" sz="1600" dirty="0"/>
                        <a:t>/</a:t>
                      </a:r>
                      <a:r>
                        <a:rPr kumimoji="1" lang="ja-JP" altLang="en-US" sz="1600" dirty="0"/>
                        <a:t>削除</a:t>
                      </a:r>
                    </a:p>
                  </a:txBody>
                  <a:tcPr anchor="ctr"/>
                </a:tc>
                <a:extLst>
                  <a:ext uri="{0D108BD9-81ED-4DB2-BD59-A6C34878D82A}">
                    <a16:rowId xmlns:a16="http://schemas.microsoft.com/office/drawing/2014/main" val="2481905518"/>
                  </a:ext>
                </a:extLst>
              </a:tr>
            </a:tbl>
          </a:graphicData>
        </a:graphic>
      </p:graphicFrame>
    </p:spTree>
    <p:extLst>
      <p:ext uri="{BB962C8B-B14F-4D97-AF65-F5344CB8AC3E}">
        <p14:creationId xmlns:p14="http://schemas.microsoft.com/office/powerpoint/2010/main" val="563858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DB16F-FB95-DFC7-8ED4-FC06BBA7E3C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2F04E2C-B22B-CD3B-7CC4-66602227440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ja-JP" altLang="en-US" sz="2000"/>
              <a:t>稼働中システムの </a:t>
            </a:r>
            <a:r>
              <a:rPr kumimoji="1" lang="en-US" altLang="ja-JP" sz="2000" dirty="0"/>
              <a:t>Azure RBAC </a:t>
            </a:r>
            <a:r>
              <a:rPr kumimoji="1" lang="ja-JP" altLang="en-US" sz="2000"/>
              <a:t>例</a:t>
            </a:r>
            <a:r>
              <a:rPr kumimoji="1" lang="en-US" altLang="ja-JP" sz="2000" dirty="0"/>
              <a:t> (</a:t>
            </a:r>
            <a:r>
              <a:rPr kumimoji="1" lang="ja-JP" altLang="en-US" sz="2000"/>
              <a:t>簡易版</a:t>
            </a:r>
            <a:r>
              <a:rPr kumimoji="1" lang="en-US" altLang="ja-JP" sz="2000" dirty="0"/>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D665EC0-76E3-35E9-39CF-C03A41D7E8A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87D1623-9D12-EC6C-B835-011B8DC91B5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2EE0425-970E-D416-B045-927F52216867}"/>
              </a:ext>
            </a:extLst>
          </p:cNvPr>
          <p:cNvSpPr/>
          <p:nvPr/>
        </p:nvSpPr>
        <p:spPr bwMode="auto">
          <a:xfrm>
            <a:off x="1891437" y="1337350"/>
            <a:ext cx="4009315" cy="5410559"/>
          </a:xfrm>
          <a:prstGeom prst="rect">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正方形/長方形 5">
            <a:extLst>
              <a:ext uri="{FF2B5EF4-FFF2-40B4-BE49-F238E27FC236}">
                <a16:creationId xmlns:a16="http://schemas.microsoft.com/office/drawing/2014/main" id="{44BE65B0-56E3-85F8-AADA-1FAB0122AC6B}"/>
              </a:ext>
            </a:extLst>
          </p:cNvPr>
          <p:cNvSpPr/>
          <p:nvPr/>
        </p:nvSpPr>
        <p:spPr bwMode="auto">
          <a:xfrm>
            <a:off x="2012766" y="1399406"/>
            <a:ext cx="3814426" cy="3689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ja-JP" altLang="en-US" dirty="0">
                <a:solidFill>
                  <a:schemeClr val="tx1"/>
                </a:solidFill>
                <a:ea typeface="Segoe UI" pitchFamily="34" charset="0"/>
                <a:cs typeface="Segoe UI" pitchFamily="34" charset="0"/>
              </a:rPr>
              <a:t>運用サブスクリプション</a:t>
            </a:r>
          </a:p>
        </p:txBody>
      </p:sp>
      <p:pic>
        <p:nvPicPr>
          <p:cNvPr id="7" name="図 53">
            <a:extLst>
              <a:ext uri="{FF2B5EF4-FFF2-40B4-BE49-F238E27FC236}">
                <a16:creationId xmlns:a16="http://schemas.microsoft.com/office/drawing/2014/main" id="{7D7F8835-37A0-096B-B2F3-A060F3C2A75C}"/>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26440" y="1399406"/>
            <a:ext cx="230576" cy="368921"/>
          </a:xfrm>
          <a:prstGeom prst="rect">
            <a:avLst/>
          </a:prstGeom>
        </p:spPr>
      </p:pic>
      <p:sp>
        <p:nvSpPr>
          <p:cNvPr id="8" name="正方形/長方形 7">
            <a:extLst>
              <a:ext uri="{FF2B5EF4-FFF2-40B4-BE49-F238E27FC236}">
                <a16:creationId xmlns:a16="http://schemas.microsoft.com/office/drawing/2014/main" id="{5796FA69-EE1E-011C-BB9F-54FFD398EFA0}"/>
              </a:ext>
            </a:extLst>
          </p:cNvPr>
          <p:cNvSpPr/>
          <p:nvPr/>
        </p:nvSpPr>
        <p:spPr bwMode="auto">
          <a:xfrm>
            <a:off x="2057402" y="2527858"/>
            <a:ext cx="3744610" cy="1912283"/>
          </a:xfrm>
          <a:prstGeom prst="rect">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正方形/長方形 9">
            <a:extLst>
              <a:ext uri="{FF2B5EF4-FFF2-40B4-BE49-F238E27FC236}">
                <a16:creationId xmlns:a16="http://schemas.microsoft.com/office/drawing/2014/main" id="{755D2CC4-DF18-556D-C24C-819F8DF026F4}"/>
              </a:ext>
            </a:extLst>
          </p:cNvPr>
          <p:cNvSpPr/>
          <p:nvPr/>
        </p:nvSpPr>
        <p:spPr bwMode="auto">
          <a:xfrm>
            <a:off x="2057402" y="4573759"/>
            <a:ext cx="3744610" cy="1912283"/>
          </a:xfrm>
          <a:prstGeom prst="rect">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正方形/長方形 10">
            <a:extLst>
              <a:ext uri="{FF2B5EF4-FFF2-40B4-BE49-F238E27FC236}">
                <a16:creationId xmlns:a16="http://schemas.microsoft.com/office/drawing/2014/main" id="{C7585B11-13BE-DCB1-7F05-0B8860D4E188}"/>
              </a:ext>
            </a:extLst>
          </p:cNvPr>
          <p:cNvSpPr/>
          <p:nvPr/>
        </p:nvSpPr>
        <p:spPr bwMode="auto">
          <a:xfrm>
            <a:off x="2129496" y="2624367"/>
            <a:ext cx="3618687" cy="3689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ja-JP" altLang="en-US" dirty="0">
                <a:solidFill>
                  <a:schemeClr val="tx1"/>
                </a:solidFill>
                <a:ea typeface="Segoe UI" pitchFamily="34" charset="0"/>
                <a:cs typeface="Segoe UI" pitchFamily="34" charset="0"/>
              </a:rPr>
              <a:t>リソースグループ </a:t>
            </a:r>
            <a:r>
              <a:rPr kumimoji="1" lang="en-US" altLang="ja-JP" dirty="0">
                <a:solidFill>
                  <a:schemeClr val="tx1"/>
                </a:solidFill>
                <a:ea typeface="Segoe UI" pitchFamily="34" charset="0"/>
                <a:cs typeface="Segoe UI" pitchFamily="34" charset="0"/>
              </a:rPr>
              <a:t>A</a:t>
            </a:r>
            <a:endParaRPr kumimoji="1" lang="ja-JP" altLang="en-US" dirty="0">
              <a:solidFill>
                <a:schemeClr val="tx1"/>
              </a:solidFill>
              <a:ea typeface="Segoe UI" pitchFamily="34" charset="0"/>
              <a:cs typeface="Segoe UI" pitchFamily="34" charset="0"/>
            </a:endParaRPr>
          </a:p>
        </p:txBody>
      </p:sp>
      <p:sp>
        <p:nvSpPr>
          <p:cNvPr id="12" name="正方形/長方形 11">
            <a:extLst>
              <a:ext uri="{FF2B5EF4-FFF2-40B4-BE49-F238E27FC236}">
                <a16:creationId xmlns:a16="http://schemas.microsoft.com/office/drawing/2014/main" id="{11125DD2-3B83-E794-647D-09F9FCA76541}"/>
              </a:ext>
            </a:extLst>
          </p:cNvPr>
          <p:cNvSpPr/>
          <p:nvPr/>
        </p:nvSpPr>
        <p:spPr bwMode="auto">
          <a:xfrm>
            <a:off x="2110635" y="4655645"/>
            <a:ext cx="3618687" cy="3689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ja-JP" altLang="en-US" dirty="0">
                <a:solidFill>
                  <a:schemeClr val="tx1"/>
                </a:solidFill>
                <a:ea typeface="Segoe UI" pitchFamily="34" charset="0"/>
                <a:cs typeface="Segoe UI" pitchFamily="34" charset="0"/>
              </a:rPr>
              <a:t>リソースグループ </a:t>
            </a:r>
            <a:r>
              <a:rPr lang="en-US" altLang="ja-JP" dirty="0">
                <a:solidFill>
                  <a:schemeClr val="tx1"/>
                </a:solidFill>
                <a:ea typeface="Segoe UI" pitchFamily="34" charset="0"/>
                <a:cs typeface="Segoe UI" pitchFamily="34" charset="0"/>
              </a:rPr>
              <a:t>B</a:t>
            </a:r>
            <a:endParaRPr kumimoji="1" lang="ja-JP" altLang="en-US" dirty="0">
              <a:solidFill>
                <a:schemeClr val="tx1"/>
              </a:solidFill>
              <a:ea typeface="Segoe UI" pitchFamily="34" charset="0"/>
              <a:cs typeface="Segoe UI" pitchFamily="34" charset="0"/>
            </a:endParaRPr>
          </a:p>
        </p:txBody>
      </p:sp>
      <p:pic>
        <p:nvPicPr>
          <p:cNvPr id="13" name="Picture 110" descr="A picture containing furniture, table&#10;&#10;Description automatically generated">
            <a:extLst>
              <a:ext uri="{FF2B5EF4-FFF2-40B4-BE49-F238E27FC236}">
                <a16:creationId xmlns:a16="http://schemas.microsoft.com/office/drawing/2014/main" id="{96530FFB-4AF6-B7E0-B4C3-AC950B9A039E}"/>
              </a:ext>
            </a:extLst>
          </p:cNvPr>
          <p:cNvPicPr>
            <a:picLocks noChangeAspect="1"/>
          </p:cNvPicPr>
          <p:nvPr/>
        </p:nvPicPr>
        <p:blipFill>
          <a:blip r:embed="rId4"/>
          <a:stretch>
            <a:fillRect/>
          </a:stretch>
        </p:blipFill>
        <p:spPr>
          <a:xfrm>
            <a:off x="2241728" y="2624366"/>
            <a:ext cx="368923" cy="368923"/>
          </a:xfrm>
          <a:prstGeom prst="rect">
            <a:avLst/>
          </a:prstGeom>
        </p:spPr>
      </p:pic>
      <p:pic>
        <p:nvPicPr>
          <p:cNvPr id="14" name="Picture 110" descr="A picture containing furniture, table&#10;&#10;Description automatically generated">
            <a:extLst>
              <a:ext uri="{FF2B5EF4-FFF2-40B4-BE49-F238E27FC236}">
                <a16:creationId xmlns:a16="http://schemas.microsoft.com/office/drawing/2014/main" id="{8E894400-0044-28C6-591D-AE6C6A470F04}"/>
              </a:ext>
            </a:extLst>
          </p:cNvPr>
          <p:cNvPicPr>
            <a:picLocks noChangeAspect="1"/>
          </p:cNvPicPr>
          <p:nvPr/>
        </p:nvPicPr>
        <p:blipFill>
          <a:blip r:embed="rId4"/>
          <a:stretch>
            <a:fillRect/>
          </a:stretch>
        </p:blipFill>
        <p:spPr>
          <a:xfrm>
            <a:off x="2241728" y="4655645"/>
            <a:ext cx="368923" cy="368923"/>
          </a:xfrm>
          <a:prstGeom prst="rect">
            <a:avLst/>
          </a:prstGeom>
        </p:spPr>
      </p:pic>
      <p:sp>
        <p:nvSpPr>
          <p:cNvPr id="15" name="正方形/長方形 14">
            <a:extLst>
              <a:ext uri="{FF2B5EF4-FFF2-40B4-BE49-F238E27FC236}">
                <a16:creationId xmlns:a16="http://schemas.microsoft.com/office/drawing/2014/main" id="{A1BB98C1-EA51-8098-3B3E-4EBF9F39020A}"/>
              </a:ext>
            </a:extLst>
          </p:cNvPr>
          <p:cNvSpPr/>
          <p:nvPr/>
        </p:nvSpPr>
        <p:spPr bwMode="auto">
          <a:xfrm>
            <a:off x="51092" y="1337350"/>
            <a:ext cx="1528356" cy="4930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pic>
        <p:nvPicPr>
          <p:cNvPr id="16" name="グラフィックス 15" descr="ユーザー">
            <a:extLst>
              <a:ext uri="{FF2B5EF4-FFF2-40B4-BE49-F238E27FC236}">
                <a16:creationId xmlns:a16="http://schemas.microsoft.com/office/drawing/2014/main" id="{BFFF9334-263F-FA5C-B595-373A7C7049B6}"/>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612" y="1357624"/>
            <a:ext cx="452484" cy="452484"/>
          </a:xfrm>
          <a:prstGeom prst="rect">
            <a:avLst/>
          </a:prstGeom>
        </p:spPr>
      </p:pic>
      <p:cxnSp>
        <p:nvCxnSpPr>
          <p:cNvPr id="17" name="直線矢印コネクタ 16">
            <a:extLst>
              <a:ext uri="{FF2B5EF4-FFF2-40B4-BE49-F238E27FC236}">
                <a16:creationId xmlns:a16="http://schemas.microsoft.com/office/drawing/2014/main" id="{BD9EC569-913E-C0DF-9D18-463172E01EDC}"/>
              </a:ext>
            </a:extLst>
          </p:cNvPr>
          <p:cNvCxnSpPr>
            <a:cxnSpLocks/>
            <a:stCxn id="6" idx="1"/>
          </p:cNvCxnSpPr>
          <p:nvPr/>
        </p:nvCxnSpPr>
        <p:spPr>
          <a:xfrm flipH="1" flipV="1">
            <a:off x="1579448" y="1583866"/>
            <a:ext cx="433318" cy="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3250F664-8ED2-C578-F014-AB57B97FA699}"/>
              </a:ext>
            </a:extLst>
          </p:cNvPr>
          <p:cNvSpPr/>
          <p:nvPr/>
        </p:nvSpPr>
        <p:spPr bwMode="auto">
          <a:xfrm>
            <a:off x="51092" y="2468813"/>
            <a:ext cx="1528356" cy="4930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sp>
        <p:nvSpPr>
          <p:cNvPr id="19" name="テキスト ボックス 18">
            <a:extLst>
              <a:ext uri="{FF2B5EF4-FFF2-40B4-BE49-F238E27FC236}">
                <a16:creationId xmlns:a16="http://schemas.microsoft.com/office/drawing/2014/main" id="{814732E8-9219-0BD6-7B9A-AC47A44C649E}"/>
              </a:ext>
            </a:extLst>
          </p:cNvPr>
          <p:cNvSpPr txBox="1"/>
          <p:nvPr/>
        </p:nvSpPr>
        <p:spPr>
          <a:xfrm>
            <a:off x="3504" y="1854067"/>
            <a:ext cx="1616858" cy="430887"/>
          </a:xfrm>
          <a:prstGeom prst="rect">
            <a:avLst/>
          </a:prstGeom>
          <a:noFill/>
        </p:spPr>
        <p:txBody>
          <a:bodyPr wrap="square">
            <a:spAutoFit/>
          </a:bodyPr>
          <a:lstStyle/>
          <a:p>
            <a:r>
              <a:rPr lang="ja-JP" altLang="en-US" sz="1100" dirty="0"/>
              <a:t>システムの全体責任者および運用責任者の方</a:t>
            </a:r>
            <a:endParaRPr lang="en-US" altLang="ja-JP" sz="1100" dirty="0"/>
          </a:p>
        </p:txBody>
      </p:sp>
      <p:sp>
        <p:nvSpPr>
          <p:cNvPr id="20" name="正方形/長方形 19">
            <a:extLst>
              <a:ext uri="{FF2B5EF4-FFF2-40B4-BE49-F238E27FC236}">
                <a16:creationId xmlns:a16="http://schemas.microsoft.com/office/drawing/2014/main" id="{B1C85CE4-765A-EEEA-D5CF-14AC7606D713}"/>
              </a:ext>
            </a:extLst>
          </p:cNvPr>
          <p:cNvSpPr/>
          <p:nvPr/>
        </p:nvSpPr>
        <p:spPr bwMode="auto">
          <a:xfrm>
            <a:off x="51092" y="1830382"/>
            <a:ext cx="1528356"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pic>
        <p:nvPicPr>
          <p:cNvPr id="21" name="グラフィックス 20" descr="ユーザー">
            <a:extLst>
              <a:ext uri="{FF2B5EF4-FFF2-40B4-BE49-F238E27FC236}">
                <a16:creationId xmlns:a16="http://schemas.microsoft.com/office/drawing/2014/main" id="{4DFBDF5D-9ED5-F791-C4CC-C02A5CDB5B4D}"/>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612" y="2485305"/>
            <a:ext cx="452484" cy="452484"/>
          </a:xfrm>
          <a:prstGeom prst="rect">
            <a:avLst/>
          </a:prstGeom>
        </p:spPr>
      </p:pic>
      <p:sp>
        <p:nvSpPr>
          <p:cNvPr id="22" name="正方形/長方形 21">
            <a:extLst>
              <a:ext uri="{FF2B5EF4-FFF2-40B4-BE49-F238E27FC236}">
                <a16:creationId xmlns:a16="http://schemas.microsoft.com/office/drawing/2014/main" id="{FCBD0D91-0C63-4A41-D889-16906D48D0B4}"/>
              </a:ext>
            </a:extLst>
          </p:cNvPr>
          <p:cNvSpPr/>
          <p:nvPr/>
        </p:nvSpPr>
        <p:spPr bwMode="auto">
          <a:xfrm>
            <a:off x="51092" y="2961843"/>
            <a:ext cx="1515290"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cxnSp>
        <p:nvCxnSpPr>
          <p:cNvPr id="23" name="直線矢印コネクタ 22">
            <a:extLst>
              <a:ext uri="{FF2B5EF4-FFF2-40B4-BE49-F238E27FC236}">
                <a16:creationId xmlns:a16="http://schemas.microsoft.com/office/drawing/2014/main" id="{39BF4B8E-2BB5-3FDF-FD2E-A91530779F03}"/>
              </a:ext>
            </a:extLst>
          </p:cNvPr>
          <p:cNvCxnSpPr>
            <a:cxnSpLocks/>
            <a:stCxn id="11" idx="1"/>
            <a:endCxn id="18" idx="3"/>
          </p:cNvCxnSpPr>
          <p:nvPr/>
        </p:nvCxnSpPr>
        <p:spPr>
          <a:xfrm flipH="1" flipV="1">
            <a:off x="1579448" y="2715328"/>
            <a:ext cx="550048" cy="9350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013ED56D-9986-631D-BD82-31003218E8A7}"/>
              </a:ext>
            </a:extLst>
          </p:cNvPr>
          <p:cNvSpPr txBox="1"/>
          <p:nvPr/>
        </p:nvSpPr>
        <p:spPr>
          <a:xfrm>
            <a:off x="8692" y="2999800"/>
            <a:ext cx="1616858" cy="430887"/>
          </a:xfrm>
          <a:prstGeom prst="rect">
            <a:avLst/>
          </a:prstGeom>
          <a:noFill/>
        </p:spPr>
        <p:txBody>
          <a:bodyPr wrap="square">
            <a:spAutoFit/>
          </a:bodyPr>
          <a:lstStyle/>
          <a:p>
            <a:r>
              <a:rPr lang="ja-JP" altLang="en-US" sz="1100" dirty="0"/>
              <a:t>システム </a:t>
            </a:r>
            <a:r>
              <a:rPr lang="en-US" altLang="ja-JP" sz="1100" dirty="0"/>
              <a:t>A </a:t>
            </a:r>
            <a:r>
              <a:rPr lang="ja-JP" altLang="en-US" sz="1100" dirty="0"/>
              <a:t>の責任者</a:t>
            </a:r>
            <a:r>
              <a:rPr lang="en-US" altLang="ja-JP" sz="1100" dirty="0"/>
              <a:t>/</a:t>
            </a:r>
            <a:r>
              <a:rPr lang="ja-JP" altLang="en-US" sz="1100" dirty="0"/>
              <a:t>運用責任者の方</a:t>
            </a:r>
            <a:endParaRPr lang="en-US" altLang="ja-JP" sz="1100" dirty="0"/>
          </a:p>
        </p:txBody>
      </p:sp>
      <p:sp>
        <p:nvSpPr>
          <p:cNvPr id="25" name="正方形/長方形 24">
            <a:extLst>
              <a:ext uri="{FF2B5EF4-FFF2-40B4-BE49-F238E27FC236}">
                <a16:creationId xmlns:a16="http://schemas.microsoft.com/office/drawing/2014/main" id="{C2F08E5A-DC1C-74C6-5A9F-8E602479A51E}"/>
              </a:ext>
            </a:extLst>
          </p:cNvPr>
          <p:cNvSpPr/>
          <p:nvPr/>
        </p:nvSpPr>
        <p:spPr bwMode="auto">
          <a:xfrm>
            <a:off x="45904" y="3555320"/>
            <a:ext cx="1528356" cy="493030"/>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共同</a:t>
            </a:r>
            <a:endParaRPr lang="en-US" altLang="ja-JP" dirty="0">
              <a:solidFill>
                <a:schemeClr val="bg1"/>
              </a:solidFill>
              <a:ea typeface="Segoe UI" pitchFamily="34" charset="0"/>
              <a:cs typeface="Segoe UI" pitchFamily="34" charset="0"/>
            </a:endParaRPr>
          </a:p>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pic>
        <p:nvPicPr>
          <p:cNvPr id="26" name="グラフィックス 25" descr="ユーザー">
            <a:extLst>
              <a:ext uri="{FF2B5EF4-FFF2-40B4-BE49-F238E27FC236}">
                <a16:creationId xmlns:a16="http://schemas.microsoft.com/office/drawing/2014/main" id="{54C96D57-A838-2665-484C-170B0E3FAC15}"/>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082" y="3572551"/>
            <a:ext cx="321369" cy="321369"/>
          </a:xfrm>
          <a:prstGeom prst="rect">
            <a:avLst/>
          </a:prstGeom>
        </p:spPr>
      </p:pic>
      <p:sp>
        <p:nvSpPr>
          <p:cNvPr id="27" name="正方形/長方形 26">
            <a:extLst>
              <a:ext uri="{FF2B5EF4-FFF2-40B4-BE49-F238E27FC236}">
                <a16:creationId xmlns:a16="http://schemas.microsoft.com/office/drawing/2014/main" id="{488A4A0D-ED5A-2B9F-2831-D514A4913E37}"/>
              </a:ext>
            </a:extLst>
          </p:cNvPr>
          <p:cNvSpPr/>
          <p:nvPr/>
        </p:nvSpPr>
        <p:spPr bwMode="auto">
          <a:xfrm>
            <a:off x="45904" y="4048350"/>
            <a:ext cx="1515290"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sp>
        <p:nvSpPr>
          <p:cNvPr id="28" name="テキスト ボックス 27">
            <a:extLst>
              <a:ext uri="{FF2B5EF4-FFF2-40B4-BE49-F238E27FC236}">
                <a16:creationId xmlns:a16="http://schemas.microsoft.com/office/drawing/2014/main" id="{B780010F-21A4-BAA6-D354-8B33985C417D}"/>
              </a:ext>
            </a:extLst>
          </p:cNvPr>
          <p:cNvSpPr txBox="1"/>
          <p:nvPr/>
        </p:nvSpPr>
        <p:spPr>
          <a:xfrm>
            <a:off x="3504" y="4086307"/>
            <a:ext cx="1616858" cy="430887"/>
          </a:xfrm>
          <a:prstGeom prst="rect">
            <a:avLst/>
          </a:prstGeom>
          <a:noFill/>
        </p:spPr>
        <p:txBody>
          <a:bodyPr wrap="square">
            <a:spAutoFit/>
          </a:bodyPr>
          <a:lstStyle/>
          <a:p>
            <a:r>
              <a:rPr lang="ja-JP" altLang="en-US" sz="1100" dirty="0"/>
              <a:t>システム </a:t>
            </a:r>
            <a:r>
              <a:rPr lang="en-US" altLang="ja-JP" sz="1100" dirty="0"/>
              <a:t>A </a:t>
            </a:r>
            <a:r>
              <a:rPr lang="ja-JP" altLang="en-US" sz="1100" dirty="0"/>
              <a:t>の運用作業者</a:t>
            </a:r>
            <a:endParaRPr lang="en-US" altLang="ja-JP" sz="1100" dirty="0"/>
          </a:p>
        </p:txBody>
      </p:sp>
      <p:cxnSp>
        <p:nvCxnSpPr>
          <p:cNvPr id="29" name="直線矢印コネクタ 28">
            <a:extLst>
              <a:ext uri="{FF2B5EF4-FFF2-40B4-BE49-F238E27FC236}">
                <a16:creationId xmlns:a16="http://schemas.microsoft.com/office/drawing/2014/main" id="{DE0A6534-D7DE-B892-191F-017238AB8AB4}"/>
              </a:ext>
            </a:extLst>
          </p:cNvPr>
          <p:cNvCxnSpPr>
            <a:cxnSpLocks/>
            <a:stCxn id="11" idx="1"/>
          </p:cNvCxnSpPr>
          <p:nvPr/>
        </p:nvCxnSpPr>
        <p:spPr>
          <a:xfrm flipH="1">
            <a:off x="1560588" y="2808828"/>
            <a:ext cx="568908" cy="93519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0" name="グラフィックス 29" descr="ユーザー">
            <a:extLst>
              <a:ext uri="{FF2B5EF4-FFF2-40B4-BE49-F238E27FC236}">
                <a16:creationId xmlns:a16="http://schemas.microsoft.com/office/drawing/2014/main" id="{F18121DD-0006-D2E1-DD2F-A21FD0F22197}"/>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4619" y="3571708"/>
            <a:ext cx="321369" cy="321369"/>
          </a:xfrm>
          <a:prstGeom prst="rect">
            <a:avLst/>
          </a:prstGeom>
        </p:spPr>
      </p:pic>
      <p:pic>
        <p:nvPicPr>
          <p:cNvPr id="31" name="グラフィックス 30" descr="ユーザー">
            <a:extLst>
              <a:ext uri="{FF2B5EF4-FFF2-40B4-BE49-F238E27FC236}">
                <a16:creationId xmlns:a16="http://schemas.microsoft.com/office/drawing/2014/main" id="{101857C6-CC36-6952-4E51-BFCDF0DEB864}"/>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3302" y="3714701"/>
            <a:ext cx="321369" cy="321369"/>
          </a:xfrm>
          <a:prstGeom prst="rect">
            <a:avLst/>
          </a:prstGeom>
        </p:spPr>
      </p:pic>
      <p:sp>
        <p:nvSpPr>
          <p:cNvPr id="32" name="正方形/長方形 31">
            <a:extLst>
              <a:ext uri="{FF2B5EF4-FFF2-40B4-BE49-F238E27FC236}">
                <a16:creationId xmlns:a16="http://schemas.microsoft.com/office/drawing/2014/main" id="{1CB1988F-6D2F-36CD-AA9A-CF3C86ADD292}"/>
              </a:ext>
            </a:extLst>
          </p:cNvPr>
          <p:cNvSpPr/>
          <p:nvPr/>
        </p:nvSpPr>
        <p:spPr bwMode="auto">
          <a:xfrm>
            <a:off x="45904" y="4703970"/>
            <a:ext cx="1528356" cy="4930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pic>
        <p:nvPicPr>
          <p:cNvPr id="33" name="グラフィックス 32" descr="ユーザー">
            <a:extLst>
              <a:ext uri="{FF2B5EF4-FFF2-40B4-BE49-F238E27FC236}">
                <a16:creationId xmlns:a16="http://schemas.microsoft.com/office/drawing/2014/main" id="{275715B2-0A82-E07F-7FAC-BF0FEDACC69C}"/>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424" y="4720462"/>
            <a:ext cx="452484" cy="452484"/>
          </a:xfrm>
          <a:prstGeom prst="rect">
            <a:avLst/>
          </a:prstGeom>
        </p:spPr>
      </p:pic>
      <p:sp>
        <p:nvSpPr>
          <p:cNvPr id="34" name="正方形/長方形 33">
            <a:extLst>
              <a:ext uri="{FF2B5EF4-FFF2-40B4-BE49-F238E27FC236}">
                <a16:creationId xmlns:a16="http://schemas.microsoft.com/office/drawing/2014/main" id="{F545BEB9-E1EF-334C-8157-19BEB900FB34}"/>
              </a:ext>
            </a:extLst>
          </p:cNvPr>
          <p:cNvSpPr/>
          <p:nvPr/>
        </p:nvSpPr>
        <p:spPr bwMode="auto">
          <a:xfrm>
            <a:off x="45904" y="5197000"/>
            <a:ext cx="1515290"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sp>
        <p:nvSpPr>
          <p:cNvPr id="35" name="テキスト ボックス 34">
            <a:extLst>
              <a:ext uri="{FF2B5EF4-FFF2-40B4-BE49-F238E27FC236}">
                <a16:creationId xmlns:a16="http://schemas.microsoft.com/office/drawing/2014/main" id="{D5DD9C1C-3C34-59F5-D48D-41B26329030A}"/>
              </a:ext>
            </a:extLst>
          </p:cNvPr>
          <p:cNvSpPr txBox="1"/>
          <p:nvPr/>
        </p:nvSpPr>
        <p:spPr>
          <a:xfrm>
            <a:off x="3504" y="5234957"/>
            <a:ext cx="1616858" cy="430887"/>
          </a:xfrm>
          <a:prstGeom prst="rect">
            <a:avLst/>
          </a:prstGeom>
          <a:noFill/>
        </p:spPr>
        <p:txBody>
          <a:bodyPr wrap="square">
            <a:spAutoFit/>
          </a:bodyPr>
          <a:lstStyle/>
          <a:p>
            <a:r>
              <a:rPr lang="ja-JP" altLang="en-US" sz="1100" dirty="0"/>
              <a:t>システム </a:t>
            </a:r>
            <a:r>
              <a:rPr lang="en-US" altLang="ja-JP" sz="1100" dirty="0"/>
              <a:t>B </a:t>
            </a:r>
            <a:r>
              <a:rPr lang="ja-JP" altLang="en-US" sz="1100" dirty="0"/>
              <a:t>の責任者</a:t>
            </a:r>
            <a:r>
              <a:rPr lang="en-US" altLang="ja-JP" sz="1100" dirty="0"/>
              <a:t>/</a:t>
            </a:r>
            <a:r>
              <a:rPr lang="ja-JP" altLang="en-US" sz="1100" dirty="0"/>
              <a:t>運用責任者の方</a:t>
            </a:r>
            <a:endParaRPr lang="en-US" altLang="ja-JP" sz="1100" dirty="0"/>
          </a:p>
        </p:txBody>
      </p:sp>
      <p:pic>
        <p:nvPicPr>
          <p:cNvPr id="36" name="図 8366">
            <a:extLst>
              <a:ext uri="{FF2B5EF4-FFF2-40B4-BE49-F238E27FC236}">
                <a16:creationId xmlns:a16="http://schemas.microsoft.com/office/drawing/2014/main" id="{3DCBB3A0-894D-7287-00A4-4646F46A43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94405" y="5267382"/>
            <a:ext cx="542936" cy="542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図 242">
            <a:extLst>
              <a:ext uri="{FF2B5EF4-FFF2-40B4-BE49-F238E27FC236}">
                <a16:creationId xmlns:a16="http://schemas.microsoft.com/office/drawing/2014/main" id="{65722554-ABC2-C36B-64C4-AF176903549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97399" y="5277773"/>
            <a:ext cx="542934" cy="54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図 8402" descr="屋外, 標識, 空, 停止 が含まれている画像&#10;&#10;自動的に生成された説明">
            <a:extLst>
              <a:ext uri="{FF2B5EF4-FFF2-40B4-BE49-F238E27FC236}">
                <a16:creationId xmlns:a16="http://schemas.microsoft.com/office/drawing/2014/main" id="{C5C42454-B75A-460D-3D8B-B32953B7455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41481" y="5930726"/>
            <a:ext cx="454613" cy="4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正方形/長方形 38">
            <a:extLst>
              <a:ext uri="{FF2B5EF4-FFF2-40B4-BE49-F238E27FC236}">
                <a16:creationId xmlns:a16="http://schemas.microsoft.com/office/drawing/2014/main" id="{8F7FB3C2-DA1E-2935-1F1F-5D34A3AD4F14}"/>
              </a:ext>
            </a:extLst>
          </p:cNvPr>
          <p:cNvSpPr/>
          <p:nvPr/>
        </p:nvSpPr>
        <p:spPr bwMode="auto">
          <a:xfrm>
            <a:off x="42400" y="5809157"/>
            <a:ext cx="1528356" cy="493030"/>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共同</a:t>
            </a:r>
            <a:endParaRPr lang="en-US" altLang="ja-JP" dirty="0">
              <a:solidFill>
                <a:schemeClr val="bg1"/>
              </a:solidFill>
              <a:ea typeface="Segoe UI" pitchFamily="34" charset="0"/>
              <a:cs typeface="Segoe UI" pitchFamily="34" charset="0"/>
            </a:endParaRPr>
          </a:p>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pic>
        <p:nvPicPr>
          <p:cNvPr id="40" name="グラフィックス 39" descr="ユーザー">
            <a:extLst>
              <a:ext uri="{FF2B5EF4-FFF2-40B4-BE49-F238E27FC236}">
                <a16:creationId xmlns:a16="http://schemas.microsoft.com/office/drawing/2014/main" id="{10FA77CC-F3FE-8A4C-5F6C-A49B727AEE66}"/>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578" y="5826388"/>
            <a:ext cx="321369" cy="321369"/>
          </a:xfrm>
          <a:prstGeom prst="rect">
            <a:avLst/>
          </a:prstGeom>
        </p:spPr>
      </p:pic>
      <p:sp>
        <p:nvSpPr>
          <p:cNvPr id="41" name="正方形/長方形 40">
            <a:extLst>
              <a:ext uri="{FF2B5EF4-FFF2-40B4-BE49-F238E27FC236}">
                <a16:creationId xmlns:a16="http://schemas.microsoft.com/office/drawing/2014/main" id="{8A16DF9C-78FB-7AD8-B063-2067B6B5A3D9}"/>
              </a:ext>
            </a:extLst>
          </p:cNvPr>
          <p:cNvSpPr/>
          <p:nvPr/>
        </p:nvSpPr>
        <p:spPr bwMode="auto">
          <a:xfrm>
            <a:off x="42400" y="6302187"/>
            <a:ext cx="1515290"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sp>
        <p:nvSpPr>
          <p:cNvPr id="42" name="テキスト ボックス 41">
            <a:extLst>
              <a:ext uri="{FF2B5EF4-FFF2-40B4-BE49-F238E27FC236}">
                <a16:creationId xmlns:a16="http://schemas.microsoft.com/office/drawing/2014/main" id="{0E2EC17F-51CB-55AB-FBEA-BECC98A1F628}"/>
              </a:ext>
            </a:extLst>
          </p:cNvPr>
          <p:cNvSpPr txBox="1"/>
          <p:nvPr/>
        </p:nvSpPr>
        <p:spPr>
          <a:xfrm>
            <a:off x="0" y="6340144"/>
            <a:ext cx="1616858" cy="430887"/>
          </a:xfrm>
          <a:prstGeom prst="rect">
            <a:avLst/>
          </a:prstGeom>
          <a:noFill/>
        </p:spPr>
        <p:txBody>
          <a:bodyPr wrap="square">
            <a:spAutoFit/>
          </a:bodyPr>
          <a:lstStyle/>
          <a:p>
            <a:r>
              <a:rPr lang="ja-JP" altLang="en-US" sz="1100" dirty="0"/>
              <a:t>仮想マシンの運用作業者</a:t>
            </a:r>
            <a:endParaRPr lang="en-US" altLang="ja-JP" sz="1100" dirty="0"/>
          </a:p>
        </p:txBody>
      </p:sp>
      <p:pic>
        <p:nvPicPr>
          <p:cNvPr id="43" name="グラフィックス 42" descr="ユーザー">
            <a:extLst>
              <a:ext uri="{FF2B5EF4-FFF2-40B4-BE49-F238E27FC236}">
                <a16:creationId xmlns:a16="http://schemas.microsoft.com/office/drawing/2014/main" id="{2EE504EA-DB3F-6EBB-8C0B-3D788533D59F}"/>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1115" y="5825545"/>
            <a:ext cx="321369" cy="321369"/>
          </a:xfrm>
          <a:prstGeom prst="rect">
            <a:avLst/>
          </a:prstGeom>
        </p:spPr>
      </p:pic>
      <p:pic>
        <p:nvPicPr>
          <p:cNvPr id="44" name="グラフィックス 43" descr="ユーザー">
            <a:extLst>
              <a:ext uri="{FF2B5EF4-FFF2-40B4-BE49-F238E27FC236}">
                <a16:creationId xmlns:a16="http://schemas.microsoft.com/office/drawing/2014/main" id="{351719B6-A78B-26F7-8203-AFB1C85C8A81}"/>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798" y="5968538"/>
            <a:ext cx="321369" cy="321369"/>
          </a:xfrm>
          <a:prstGeom prst="rect">
            <a:avLst/>
          </a:prstGeom>
        </p:spPr>
      </p:pic>
      <p:cxnSp>
        <p:nvCxnSpPr>
          <p:cNvPr id="45" name="直線矢印コネクタ 44">
            <a:extLst>
              <a:ext uri="{FF2B5EF4-FFF2-40B4-BE49-F238E27FC236}">
                <a16:creationId xmlns:a16="http://schemas.microsoft.com/office/drawing/2014/main" id="{E8C6A1B6-E697-FF1E-B445-41F572685C50}"/>
              </a:ext>
            </a:extLst>
          </p:cNvPr>
          <p:cNvCxnSpPr>
            <a:cxnSpLocks/>
            <a:stCxn id="12" idx="1"/>
            <a:endCxn id="32" idx="3"/>
          </p:cNvCxnSpPr>
          <p:nvPr/>
        </p:nvCxnSpPr>
        <p:spPr>
          <a:xfrm flipH="1">
            <a:off x="1574260" y="4840106"/>
            <a:ext cx="536375" cy="11037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D29D6F45-77CB-F29F-F8CF-90F8D34D6BF1}"/>
              </a:ext>
            </a:extLst>
          </p:cNvPr>
          <p:cNvCxnSpPr>
            <a:stCxn id="37" idx="1"/>
            <a:endCxn id="39" idx="3"/>
          </p:cNvCxnSpPr>
          <p:nvPr/>
        </p:nvCxnSpPr>
        <p:spPr>
          <a:xfrm flipH="1">
            <a:off x="1570756" y="5551179"/>
            <a:ext cx="826643" cy="50449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47" name="図 8366">
            <a:extLst>
              <a:ext uri="{FF2B5EF4-FFF2-40B4-BE49-F238E27FC236}">
                <a16:creationId xmlns:a16="http://schemas.microsoft.com/office/drawing/2014/main" id="{87729A7E-108B-A547-9D0B-72ED4203026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4813785" y="3254870"/>
            <a:ext cx="543017" cy="5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図 242">
            <a:extLst>
              <a:ext uri="{FF2B5EF4-FFF2-40B4-BE49-F238E27FC236}">
                <a16:creationId xmlns:a16="http://schemas.microsoft.com/office/drawing/2014/main" id="{C562F14F-AF58-BF5E-C1F7-7393064DB9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2561493" y="3285160"/>
            <a:ext cx="533221" cy="546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図 8402">
            <a:extLst>
              <a:ext uri="{FF2B5EF4-FFF2-40B4-BE49-F238E27FC236}">
                <a16:creationId xmlns:a16="http://schemas.microsoft.com/office/drawing/2014/main" id="{FF27C6AF-9390-C862-3AD4-5E9AFDDF7C7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p:blipFill>
        <p:spPr bwMode="auto">
          <a:xfrm>
            <a:off x="3684413" y="3884723"/>
            <a:ext cx="444796" cy="45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正方形/長方形 49">
            <a:extLst>
              <a:ext uri="{FF2B5EF4-FFF2-40B4-BE49-F238E27FC236}">
                <a16:creationId xmlns:a16="http://schemas.microsoft.com/office/drawing/2014/main" id="{F26D6201-6318-BFB3-4E1D-C9240291C751}"/>
              </a:ext>
            </a:extLst>
          </p:cNvPr>
          <p:cNvSpPr/>
          <p:nvPr/>
        </p:nvSpPr>
        <p:spPr bwMode="auto">
          <a:xfrm>
            <a:off x="8016621" y="1360472"/>
            <a:ext cx="4009315" cy="5410559"/>
          </a:xfrm>
          <a:prstGeom prst="rect">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1" name="正方形/長方形 50">
            <a:extLst>
              <a:ext uri="{FF2B5EF4-FFF2-40B4-BE49-F238E27FC236}">
                <a16:creationId xmlns:a16="http://schemas.microsoft.com/office/drawing/2014/main" id="{37919B2F-3BDC-AAE1-1304-07ACBF541E8D}"/>
              </a:ext>
            </a:extLst>
          </p:cNvPr>
          <p:cNvSpPr/>
          <p:nvPr/>
        </p:nvSpPr>
        <p:spPr bwMode="auto">
          <a:xfrm>
            <a:off x="8137950" y="1422528"/>
            <a:ext cx="3814426" cy="3689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ja-JP" altLang="en-US" dirty="0">
                <a:solidFill>
                  <a:schemeClr val="tx1"/>
                </a:solidFill>
                <a:ea typeface="Segoe UI" pitchFamily="34" charset="0"/>
                <a:cs typeface="Segoe UI" pitchFamily="34" charset="0"/>
              </a:rPr>
              <a:t>開発</a:t>
            </a:r>
            <a:r>
              <a:rPr kumimoji="1" lang="ja-JP" altLang="en-US" dirty="0">
                <a:solidFill>
                  <a:schemeClr val="tx1"/>
                </a:solidFill>
                <a:ea typeface="Segoe UI" pitchFamily="34" charset="0"/>
                <a:cs typeface="Segoe UI" pitchFamily="34" charset="0"/>
              </a:rPr>
              <a:t>サブスクリプション</a:t>
            </a:r>
          </a:p>
        </p:txBody>
      </p:sp>
      <p:pic>
        <p:nvPicPr>
          <p:cNvPr id="52" name="図 53">
            <a:extLst>
              <a:ext uri="{FF2B5EF4-FFF2-40B4-BE49-F238E27FC236}">
                <a16:creationId xmlns:a16="http://schemas.microsoft.com/office/drawing/2014/main" id="{8BFB5EA4-64E5-6190-A5EB-17354B7823D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251624" y="1422528"/>
            <a:ext cx="230576" cy="368921"/>
          </a:xfrm>
          <a:prstGeom prst="rect">
            <a:avLst/>
          </a:prstGeom>
        </p:spPr>
      </p:pic>
      <p:sp>
        <p:nvSpPr>
          <p:cNvPr id="53" name="正方形/長方形 52">
            <a:extLst>
              <a:ext uri="{FF2B5EF4-FFF2-40B4-BE49-F238E27FC236}">
                <a16:creationId xmlns:a16="http://schemas.microsoft.com/office/drawing/2014/main" id="{2AF6ACFB-DED4-6DA7-594C-221A48077ED9}"/>
              </a:ext>
            </a:extLst>
          </p:cNvPr>
          <p:cNvSpPr/>
          <p:nvPr/>
        </p:nvSpPr>
        <p:spPr bwMode="auto">
          <a:xfrm>
            <a:off x="8182586" y="2550980"/>
            <a:ext cx="3744610" cy="1912283"/>
          </a:xfrm>
          <a:prstGeom prst="rect">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4" name="正方形/長方形 53">
            <a:extLst>
              <a:ext uri="{FF2B5EF4-FFF2-40B4-BE49-F238E27FC236}">
                <a16:creationId xmlns:a16="http://schemas.microsoft.com/office/drawing/2014/main" id="{890CCF40-1F9F-0EC2-DA2B-A170D226D88B}"/>
              </a:ext>
            </a:extLst>
          </p:cNvPr>
          <p:cNvSpPr/>
          <p:nvPr/>
        </p:nvSpPr>
        <p:spPr bwMode="auto">
          <a:xfrm>
            <a:off x="8182586" y="4596881"/>
            <a:ext cx="3744610" cy="1912283"/>
          </a:xfrm>
          <a:prstGeom prst="rect">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ja-JP" alt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5" name="正方形/長方形 54">
            <a:extLst>
              <a:ext uri="{FF2B5EF4-FFF2-40B4-BE49-F238E27FC236}">
                <a16:creationId xmlns:a16="http://schemas.microsoft.com/office/drawing/2014/main" id="{75E067A0-9652-4F0A-653F-F4BF02B5DA44}"/>
              </a:ext>
            </a:extLst>
          </p:cNvPr>
          <p:cNvSpPr/>
          <p:nvPr/>
        </p:nvSpPr>
        <p:spPr bwMode="auto">
          <a:xfrm>
            <a:off x="8254680" y="2647489"/>
            <a:ext cx="3618687" cy="3689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ja-JP" altLang="en-US" dirty="0">
                <a:solidFill>
                  <a:schemeClr val="tx1"/>
                </a:solidFill>
                <a:ea typeface="Segoe UI" pitchFamily="34" charset="0"/>
                <a:cs typeface="Segoe UI" pitchFamily="34" charset="0"/>
              </a:rPr>
              <a:t>リソースグループ </a:t>
            </a:r>
            <a:r>
              <a:rPr kumimoji="1" lang="en-US" altLang="ja-JP" dirty="0">
                <a:solidFill>
                  <a:schemeClr val="tx1"/>
                </a:solidFill>
                <a:ea typeface="Segoe UI" pitchFamily="34" charset="0"/>
                <a:cs typeface="Segoe UI" pitchFamily="34" charset="0"/>
              </a:rPr>
              <a:t>A</a:t>
            </a:r>
            <a:endParaRPr kumimoji="1" lang="ja-JP" altLang="en-US" dirty="0">
              <a:solidFill>
                <a:schemeClr val="tx1"/>
              </a:solidFill>
              <a:ea typeface="Segoe UI" pitchFamily="34" charset="0"/>
              <a:cs typeface="Segoe UI" pitchFamily="34" charset="0"/>
            </a:endParaRPr>
          </a:p>
        </p:txBody>
      </p:sp>
      <p:sp>
        <p:nvSpPr>
          <p:cNvPr id="56" name="正方形/長方形 55">
            <a:extLst>
              <a:ext uri="{FF2B5EF4-FFF2-40B4-BE49-F238E27FC236}">
                <a16:creationId xmlns:a16="http://schemas.microsoft.com/office/drawing/2014/main" id="{2886C393-C934-2114-2E25-C1905BB424C0}"/>
              </a:ext>
            </a:extLst>
          </p:cNvPr>
          <p:cNvSpPr/>
          <p:nvPr/>
        </p:nvSpPr>
        <p:spPr bwMode="auto">
          <a:xfrm>
            <a:off x="8235819" y="4678767"/>
            <a:ext cx="3618687" cy="36892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kumimoji="1" lang="ja-JP" altLang="en-US" dirty="0">
                <a:solidFill>
                  <a:schemeClr val="tx1"/>
                </a:solidFill>
                <a:ea typeface="Segoe UI" pitchFamily="34" charset="0"/>
                <a:cs typeface="Segoe UI" pitchFamily="34" charset="0"/>
              </a:rPr>
              <a:t>リソースグループ </a:t>
            </a:r>
            <a:r>
              <a:rPr lang="en-US" altLang="ja-JP" dirty="0">
                <a:solidFill>
                  <a:schemeClr val="tx1"/>
                </a:solidFill>
                <a:ea typeface="Segoe UI" pitchFamily="34" charset="0"/>
                <a:cs typeface="Segoe UI" pitchFamily="34" charset="0"/>
              </a:rPr>
              <a:t>B</a:t>
            </a:r>
            <a:endParaRPr kumimoji="1" lang="ja-JP" altLang="en-US" dirty="0">
              <a:solidFill>
                <a:schemeClr val="tx1"/>
              </a:solidFill>
              <a:ea typeface="Segoe UI" pitchFamily="34" charset="0"/>
              <a:cs typeface="Segoe UI" pitchFamily="34" charset="0"/>
            </a:endParaRPr>
          </a:p>
        </p:txBody>
      </p:sp>
      <p:pic>
        <p:nvPicPr>
          <p:cNvPr id="57" name="Picture 110" descr="A picture containing furniture, table&#10;&#10;Description automatically generated">
            <a:extLst>
              <a:ext uri="{FF2B5EF4-FFF2-40B4-BE49-F238E27FC236}">
                <a16:creationId xmlns:a16="http://schemas.microsoft.com/office/drawing/2014/main" id="{45668220-EBAE-D27D-D455-8C615CE8154A}"/>
              </a:ext>
            </a:extLst>
          </p:cNvPr>
          <p:cNvPicPr>
            <a:picLocks noChangeAspect="1"/>
          </p:cNvPicPr>
          <p:nvPr/>
        </p:nvPicPr>
        <p:blipFill>
          <a:blip r:embed="rId4"/>
          <a:stretch>
            <a:fillRect/>
          </a:stretch>
        </p:blipFill>
        <p:spPr>
          <a:xfrm>
            <a:off x="8366912" y="2647488"/>
            <a:ext cx="368923" cy="368923"/>
          </a:xfrm>
          <a:prstGeom prst="rect">
            <a:avLst/>
          </a:prstGeom>
        </p:spPr>
      </p:pic>
      <p:pic>
        <p:nvPicPr>
          <p:cNvPr id="58" name="Picture 110" descr="A picture containing furniture, table&#10;&#10;Description automatically generated">
            <a:extLst>
              <a:ext uri="{FF2B5EF4-FFF2-40B4-BE49-F238E27FC236}">
                <a16:creationId xmlns:a16="http://schemas.microsoft.com/office/drawing/2014/main" id="{8E0E5D6C-FB50-36BE-622F-8006CA9435EB}"/>
              </a:ext>
            </a:extLst>
          </p:cNvPr>
          <p:cNvPicPr>
            <a:picLocks noChangeAspect="1"/>
          </p:cNvPicPr>
          <p:nvPr/>
        </p:nvPicPr>
        <p:blipFill>
          <a:blip r:embed="rId4"/>
          <a:stretch>
            <a:fillRect/>
          </a:stretch>
        </p:blipFill>
        <p:spPr>
          <a:xfrm>
            <a:off x="8366912" y="4678767"/>
            <a:ext cx="368923" cy="368923"/>
          </a:xfrm>
          <a:prstGeom prst="rect">
            <a:avLst/>
          </a:prstGeom>
        </p:spPr>
      </p:pic>
      <p:sp>
        <p:nvSpPr>
          <p:cNvPr id="59" name="正方形/長方形 58">
            <a:extLst>
              <a:ext uri="{FF2B5EF4-FFF2-40B4-BE49-F238E27FC236}">
                <a16:creationId xmlns:a16="http://schemas.microsoft.com/office/drawing/2014/main" id="{78B1E1BE-D66E-5C2A-D180-CC822BE08620}"/>
              </a:ext>
            </a:extLst>
          </p:cNvPr>
          <p:cNvSpPr/>
          <p:nvPr/>
        </p:nvSpPr>
        <p:spPr bwMode="auto">
          <a:xfrm>
            <a:off x="6176276" y="1360472"/>
            <a:ext cx="1528356" cy="4930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pic>
        <p:nvPicPr>
          <p:cNvPr id="60" name="グラフィックス 59" descr="ユーザー">
            <a:extLst>
              <a:ext uri="{FF2B5EF4-FFF2-40B4-BE49-F238E27FC236}">
                <a16:creationId xmlns:a16="http://schemas.microsoft.com/office/drawing/2014/main" id="{F171DD9E-55AD-47DF-164E-0944403FCB49}"/>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35796" y="1380746"/>
            <a:ext cx="452484" cy="452484"/>
          </a:xfrm>
          <a:prstGeom prst="rect">
            <a:avLst/>
          </a:prstGeom>
        </p:spPr>
      </p:pic>
      <p:cxnSp>
        <p:nvCxnSpPr>
          <p:cNvPr id="61" name="直線矢印コネクタ 60">
            <a:extLst>
              <a:ext uri="{FF2B5EF4-FFF2-40B4-BE49-F238E27FC236}">
                <a16:creationId xmlns:a16="http://schemas.microsoft.com/office/drawing/2014/main" id="{1F666359-DB0B-74FB-D76C-09D71703B1B9}"/>
              </a:ext>
            </a:extLst>
          </p:cNvPr>
          <p:cNvCxnSpPr>
            <a:cxnSpLocks/>
            <a:stCxn id="51" idx="1"/>
          </p:cNvCxnSpPr>
          <p:nvPr/>
        </p:nvCxnSpPr>
        <p:spPr>
          <a:xfrm flipH="1">
            <a:off x="7704632" y="1606989"/>
            <a:ext cx="433318"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A4E254ED-AE05-851E-60DD-B6A65B6A25C0}"/>
              </a:ext>
            </a:extLst>
          </p:cNvPr>
          <p:cNvSpPr/>
          <p:nvPr/>
        </p:nvSpPr>
        <p:spPr bwMode="auto">
          <a:xfrm>
            <a:off x="6176276" y="2491935"/>
            <a:ext cx="1528356" cy="4930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sp>
        <p:nvSpPr>
          <p:cNvPr id="63" name="テキスト ボックス 62">
            <a:extLst>
              <a:ext uri="{FF2B5EF4-FFF2-40B4-BE49-F238E27FC236}">
                <a16:creationId xmlns:a16="http://schemas.microsoft.com/office/drawing/2014/main" id="{6EFA297C-70A4-CA82-FF29-B7B1F415D2C0}"/>
              </a:ext>
            </a:extLst>
          </p:cNvPr>
          <p:cNvSpPr txBox="1"/>
          <p:nvPr/>
        </p:nvSpPr>
        <p:spPr>
          <a:xfrm>
            <a:off x="6128688" y="1877189"/>
            <a:ext cx="1616858" cy="261610"/>
          </a:xfrm>
          <a:prstGeom prst="rect">
            <a:avLst/>
          </a:prstGeom>
          <a:noFill/>
        </p:spPr>
        <p:txBody>
          <a:bodyPr wrap="square">
            <a:spAutoFit/>
          </a:bodyPr>
          <a:lstStyle/>
          <a:p>
            <a:r>
              <a:rPr lang="ja-JP" altLang="en-US" sz="1100" dirty="0"/>
              <a:t>システムの全体責任者</a:t>
            </a:r>
            <a:endParaRPr lang="en-US" altLang="ja-JP" sz="1100" dirty="0"/>
          </a:p>
        </p:txBody>
      </p:sp>
      <p:sp>
        <p:nvSpPr>
          <p:cNvPr id="64" name="正方形/長方形 63">
            <a:extLst>
              <a:ext uri="{FF2B5EF4-FFF2-40B4-BE49-F238E27FC236}">
                <a16:creationId xmlns:a16="http://schemas.microsoft.com/office/drawing/2014/main" id="{C00A830B-C64D-6D24-A376-6723AA2BB94F}"/>
              </a:ext>
            </a:extLst>
          </p:cNvPr>
          <p:cNvSpPr/>
          <p:nvPr/>
        </p:nvSpPr>
        <p:spPr bwMode="auto">
          <a:xfrm>
            <a:off x="6176276" y="1853504"/>
            <a:ext cx="1528356"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sp>
        <p:nvSpPr>
          <p:cNvPr id="65" name="正方形/長方形 64">
            <a:extLst>
              <a:ext uri="{FF2B5EF4-FFF2-40B4-BE49-F238E27FC236}">
                <a16:creationId xmlns:a16="http://schemas.microsoft.com/office/drawing/2014/main" id="{841D4EEE-A278-1664-67D1-CA3469F95581}"/>
              </a:ext>
            </a:extLst>
          </p:cNvPr>
          <p:cNvSpPr/>
          <p:nvPr/>
        </p:nvSpPr>
        <p:spPr bwMode="auto">
          <a:xfrm>
            <a:off x="6176276" y="2984965"/>
            <a:ext cx="1515290"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cxnSp>
        <p:nvCxnSpPr>
          <p:cNvPr id="66" name="直線矢印コネクタ 65">
            <a:extLst>
              <a:ext uri="{FF2B5EF4-FFF2-40B4-BE49-F238E27FC236}">
                <a16:creationId xmlns:a16="http://schemas.microsoft.com/office/drawing/2014/main" id="{E33D490C-7FFF-DF6F-AF9E-349A6438917D}"/>
              </a:ext>
            </a:extLst>
          </p:cNvPr>
          <p:cNvCxnSpPr>
            <a:cxnSpLocks/>
            <a:stCxn id="55" idx="1"/>
            <a:endCxn id="62" idx="3"/>
          </p:cNvCxnSpPr>
          <p:nvPr/>
        </p:nvCxnSpPr>
        <p:spPr>
          <a:xfrm flipH="1" flipV="1">
            <a:off x="7704632" y="2738450"/>
            <a:ext cx="550048" cy="9350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F3282E24-B43D-2DA5-63A0-4B0AFA715DD8}"/>
              </a:ext>
            </a:extLst>
          </p:cNvPr>
          <p:cNvSpPr txBox="1"/>
          <p:nvPr/>
        </p:nvSpPr>
        <p:spPr>
          <a:xfrm>
            <a:off x="6133876" y="3022922"/>
            <a:ext cx="1616858" cy="261610"/>
          </a:xfrm>
          <a:prstGeom prst="rect">
            <a:avLst/>
          </a:prstGeom>
          <a:noFill/>
        </p:spPr>
        <p:txBody>
          <a:bodyPr wrap="square">
            <a:spAutoFit/>
          </a:bodyPr>
          <a:lstStyle/>
          <a:p>
            <a:r>
              <a:rPr lang="ja-JP" altLang="en-US" sz="1100" dirty="0"/>
              <a:t>システム </a:t>
            </a:r>
            <a:r>
              <a:rPr lang="en-US" altLang="ja-JP" sz="1100" dirty="0"/>
              <a:t>A </a:t>
            </a:r>
            <a:r>
              <a:rPr lang="ja-JP" altLang="en-US" sz="1100" dirty="0"/>
              <a:t>の開発者</a:t>
            </a:r>
            <a:endParaRPr lang="en-US" altLang="ja-JP" sz="1100" dirty="0"/>
          </a:p>
        </p:txBody>
      </p:sp>
      <p:sp>
        <p:nvSpPr>
          <p:cNvPr id="68" name="正方形/長方形 67">
            <a:extLst>
              <a:ext uri="{FF2B5EF4-FFF2-40B4-BE49-F238E27FC236}">
                <a16:creationId xmlns:a16="http://schemas.microsoft.com/office/drawing/2014/main" id="{B72ECD7B-392D-1292-DDDC-2EE8285CD3BD}"/>
              </a:ext>
            </a:extLst>
          </p:cNvPr>
          <p:cNvSpPr/>
          <p:nvPr/>
        </p:nvSpPr>
        <p:spPr bwMode="auto">
          <a:xfrm>
            <a:off x="6171088" y="4727092"/>
            <a:ext cx="1528356" cy="49303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r>
              <a:rPr kumimoji="1" lang="ja-JP" altLang="en-US" dirty="0">
                <a:solidFill>
                  <a:schemeClr val="bg1"/>
                </a:solidFill>
                <a:ea typeface="Segoe UI" pitchFamily="34" charset="0"/>
                <a:cs typeface="Segoe UI" pitchFamily="34" charset="0"/>
              </a:rPr>
              <a:t>所有者</a:t>
            </a:r>
          </a:p>
        </p:txBody>
      </p:sp>
      <p:sp>
        <p:nvSpPr>
          <p:cNvPr id="69" name="正方形/長方形 68">
            <a:extLst>
              <a:ext uri="{FF2B5EF4-FFF2-40B4-BE49-F238E27FC236}">
                <a16:creationId xmlns:a16="http://schemas.microsoft.com/office/drawing/2014/main" id="{19EF1E5A-A824-8B1B-34F9-F447AE8B31FA}"/>
              </a:ext>
            </a:extLst>
          </p:cNvPr>
          <p:cNvSpPr/>
          <p:nvPr/>
        </p:nvSpPr>
        <p:spPr bwMode="auto">
          <a:xfrm>
            <a:off x="6171088" y="5220122"/>
            <a:ext cx="1515290" cy="45248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lnSpc>
                <a:spcPct val="90000"/>
              </a:lnSpc>
              <a:spcBef>
                <a:spcPct val="0"/>
              </a:spcBef>
              <a:spcAft>
                <a:spcPct val="0"/>
              </a:spcAft>
            </a:pPr>
            <a:endParaRPr kumimoji="1" lang="ja-JP" altLang="en-US" dirty="0">
              <a:solidFill>
                <a:schemeClr val="bg1"/>
              </a:solidFill>
              <a:ea typeface="Segoe UI" pitchFamily="34" charset="0"/>
              <a:cs typeface="Segoe UI" pitchFamily="34" charset="0"/>
            </a:endParaRPr>
          </a:p>
        </p:txBody>
      </p:sp>
      <p:sp>
        <p:nvSpPr>
          <p:cNvPr id="70" name="テキスト ボックス 69">
            <a:extLst>
              <a:ext uri="{FF2B5EF4-FFF2-40B4-BE49-F238E27FC236}">
                <a16:creationId xmlns:a16="http://schemas.microsoft.com/office/drawing/2014/main" id="{7E3DB1FB-9930-819E-D3D1-D33836B2107A}"/>
              </a:ext>
            </a:extLst>
          </p:cNvPr>
          <p:cNvSpPr txBox="1"/>
          <p:nvPr/>
        </p:nvSpPr>
        <p:spPr>
          <a:xfrm>
            <a:off x="6128688" y="5258079"/>
            <a:ext cx="1616858" cy="261610"/>
          </a:xfrm>
          <a:prstGeom prst="rect">
            <a:avLst/>
          </a:prstGeom>
          <a:noFill/>
        </p:spPr>
        <p:txBody>
          <a:bodyPr wrap="square">
            <a:spAutoFit/>
          </a:bodyPr>
          <a:lstStyle/>
          <a:p>
            <a:r>
              <a:rPr lang="ja-JP" altLang="en-US" sz="1100" dirty="0"/>
              <a:t>システム </a:t>
            </a:r>
            <a:r>
              <a:rPr lang="en-US" altLang="ja-JP" sz="1100" dirty="0"/>
              <a:t>B </a:t>
            </a:r>
            <a:r>
              <a:rPr lang="ja-JP" altLang="en-US" sz="1100" dirty="0"/>
              <a:t>の開発者</a:t>
            </a:r>
            <a:endParaRPr lang="en-US" altLang="ja-JP" sz="1100" dirty="0"/>
          </a:p>
        </p:txBody>
      </p:sp>
      <p:pic>
        <p:nvPicPr>
          <p:cNvPr id="71" name="図 8366">
            <a:extLst>
              <a:ext uri="{FF2B5EF4-FFF2-40B4-BE49-F238E27FC236}">
                <a16:creationId xmlns:a16="http://schemas.microsoft.com/office/drawing/2014/main" id="{2CB57B23-9A17-78B1-C827-0357E946FF7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19589" y="5290504"/>
            <a:ext cx="542936" cy="542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図 242">
            <a:extLst>
              <a:ext uri="{FF2B5EF4-FFF2-40B4-BE49-F238E27FC236}">
                <a16:creationId xmlns:a16="http://schemas.microsoft.com/office/drawing/2014/main" id="{288633F7-74A4-74EF-5080-70FDE53F6D4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22583" y="5300895"/>
            <a:ext cx="542934" cy="54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図 8402" descr="屋外, 標識, 空, 停止 が含まれている画像&#10;&#10;自動的に生成された説明">
            <a:extLst>
              <a:ext uri="{FF2B5EF4-FFF2-40B4-BE49-F238E27FC236}">
                <a16:creationId xmlns:a16="http://schemas.microsoft.com/office/drawing/2014/main" id="{0CE22C2B-BBB9-EDCE-EC64-501AC773211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566665" y="5953848"/>
            <a:ext cx="454613" cy="4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4" name="直線矢印コネクタ 73">
            <a:extLst>
              <a:ext uri="{FF2B5EF4-FFF2-40B4-BE49-F238E27FC236}">
                <a16:creationId xmlns:a16="http://schemas.microsoft.com/office/drawing/2014/main" id="{6ED1AF21-950D-3F4D-7C16-AB55ADE07472}"/>
              </a:ext>
            </a:extLst>
          </p:cNvPr>
          <p:cNvCxnSpPr>
            <a:cxnSpLocks/>
            <a:stCxn id="56" idx="1"/>
            <a:endCxn id="68" idx="3"/>
          </p:cNvCxnSpPr>
          <p:nvPr/>
        </p:nvCxnSpPr>
        <p:spPr>
          <a:xfrm flipH="1">
            <a:off x="7699444" y="4863228"/>
            <a:ext cx="536375" cy="11037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75" name="図 8366">
            <a:extLst>
              <a:ext uri="{FF2B5EF4-FFF2-40B4-BE49-F238E27FC236}">
                <a16:creationId xmlns:a16="http://schemas.microsoft.com/office/drawing/2014/main" id="{331F7D54-EEE0-3128-23E9-F17CD7320F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10938969" y="3277992"/>
            <a:ext cx="543017" cy="5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図 242">
            <a:extLst>
              <a:ext uri="{FF2B5EF4-FFF2-40B4-BE49-F238E27FC236}">
                <a16:creationId xmlns:a16="http://schemas.microsoft.com/office/drawing/2014/main" id="{DD89540C-D3C8-5EB9-FD91-B837EAA801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8686677" y="3308282"/>
            <a:ext cx="533221" cy="546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図 8402">
            <a:extLst>
              <a:ext uri="{FF2B5EF4-FFF2-40B4-BE49-F238E27FC236}">
                <a16:creationId xmlns:a16="http://schemas.microsoft.com/office/drawing/2014/main" id="{74F74BE2-C0CB-BDB4-77AB-382BDF5225A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p:blipFill>
        <p:spPr bwMode="auto">
          <a:xfrm>
            <a:off x="9809597" y="3907845"/>
            <a:ext cx="444796" cy="454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グラフィックス 77" descr="ユーザー">
            <a:extLst>
              <a:ext uri="{FF2B5EF4-FFF2-40B4-BE49-F238E27FC236}">
                <a16:creationId xmlns:a16="http://schemas.microsoft.com/office/drawing/2014/main" id="{B0B549EB-8BAA-B71C-D868-C6A80719F8E9}"/>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01217" y="2499609"/>
            <a:ext cx="321369" cy="321369"/>
          </a:xfrm>
          <a:prstGeom prst="rect">
            <a:avLst/>
          </a:prstGeom>
        </p:spPr>
      </p:pic>
      <p:pic>
        <p:nvPicPr>
          <p:cNvPr id="79" name="グラフィックス 78" descr="ユーザー">
            <a:extLst>
              <a:ext uri="{FF2B5EF4-FFF2-40B4-BE49-F238E27FC236}">
                <a16:creationId xmlns:a16="http://schemas.microsoft.com/office/drawing/2014/main" id="{1DBDBCF8-567C-8561-C481-EC9D7DC7CCB4}"/>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9754" y="2498766"/>
            <a:ext cx="321369" cy="321369"/>
          </a:xfrm>
          <a:prstGeom prst="rect">
            <a:avLst/>
          </a:prstGeom>
        </p:spPr>
      </p:pic>
      <p:pic>
        <p:nvPicPr>
          <p:cNvPr id="80" name="グラフィックス 79" descr="ユーザー">
            <a:extLst>
              <a:ext uri="{FF2B5EF4-FFF2-40B4-BE49-F238E27FC236}">
                <a16:creationId xmlns:a16="http://schemas.microsoft.com/office/drawing/2014/main" id="{83A6DBA8-0C3D-41BD-3814-9386BC00E318}"/>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8437" y="2641759"/>
            <a:ext cx="321369" cy="321369"/>
          </a:xfrm>
          <a:prstGeom prst="rect">
            <a:avLst/>
          </a:prstGeom>
        </p:spPr>
      </p:pic>
      <p:pic>
        <p:nvPicPr>
          <p:cNvPr id="81" name="グラフィックス 80" descr="ユーザー">
            <a:extLst>
              <a:ext uri="{FF2B5EF4-FFF2-40B4-BE49-F238E27FC236}">
                <a16:creationId xmlns:a16="http://schemas.microsoft.com/office/drawing/2014/main" id="{44ED7A8F-D5EB-9085-2C99-8B00EF6B3FE1}"/>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01217" y="4735173"/>
            <a:ext cx="321369" cy="321369"/>
          </a:xfrm>
          <a:prstGeom prst="rect">
            <a:avLst/>
          </a:prstGeom>
        </p:spPr>
      </p:pic>
      <p:pic>
        <p:nvPicPr>
          <p:cNvPr id="82" name="グラフィックス 81" descr="ユーザー">
            <a:extLst>
              <a:ext uri="{FF2B5EF4-FFF2-40B4-BE49-F238E27FC236}">
                <a16:creationId xmlns:a16="http://schemas.microsoft.com/office/drawing/2014/main" id="{2D877076-DEC4-4F91-9DBC-A922C75146C2}"/>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9754" y="4734330"/>
            <a:ext cx="321369" cy="321369"/>
          </a:xfrm>
          <a:prstGeom prst="rect">
            <a:avLst/>
          </a:prstGeom>
        </p:spPr>
      </p:pic>
      <p:pic>
        <p:nvPicPr>
          <p:cNvPr id="83" name="グラフィックス 82" descr="ユーザー">
            <a:extLst>
              <a:ext uri="{FF2B5EF4-FFF2-40B4-BE49-F238E27FC236}">
                <a16:creationId xmlns:a16="http://schemas.microsoft.com/office/drawing/2014/main" id="{18E0B436-F320-C863-2C89-16893FD788ED}"/>
              </a:ext>
            </a:extLst>
          </p:cNvPr>
          <p:cNvPicPr>
            <a:picLocks noChangeAspect="1"/>
          </p:cNvPicPr>
          <p:nvPr/>
        </p:nvPicPr>
        <p:blipFill>
          <a:blip>
            <a:lum bright="70000" contrast="-7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8437" y="4877323"/>
            <a:ext cx="321369" cy="321369"/>
          </a:xfrm>
          <a:prstGeom prst="rect">
            <a:avLst/>
          </a:prstGeom>
        </p:spPr>
      </p:pic>
    </p:spTree>
    <p:extLst>
      <p:ext uri="{BB962C8B-B14F-4D97-AF65-F5344CB8AC3E}">
        <p14:creationId xmlns:p14="http://schemas.microsoft.com/office/powerpoint/2010/main" val="3277136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9A17C-CEAA-08CD-29C5-158E476FDA0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68BB33-0D2B-F3CA-4F52-9F4653468B9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ja-JP" altLang="en-US" sz="2000"/>
              <a:t>稼働中システムの </a:t>
            </a:r>
            <a:r>
              <a:rPr kumimoji="1" lang="en-US" altLang="ja-JP" sz="2000" dirty="0"/>
              <a:t>Azure RBAC </a:t>
            </a:r>
            <a:r>
              <a:rPr kumimoji="1" lang="ja-JP" altLang="en-US" sz="2000"/>
              <a:t>例</a:t>
            </a:r>
            <a:r>
              <a:rPr kumimoji="1" lang="en-US" altLang="ja-JP" sz="2000" dirty="0"/>
              <a:t> (</a:t>
            </a:r>
            <a:r>
              <a:rPr lang="en-US" altLang="ja-JP" sz="2000" dirty="0"/>
              <a:t>Azure Landing Zone</a:t>
            </a:r>
            <a:r>
              <a:rPr kumimoji="1" lang="ja-JP" altLang="en-US" sz="2000"/>
              <a:t>版</a:t>
            </a:r>
            <a:r>
              <a:rPr kumimoji="1" lang="en-US" altLang="ja-JP" sz="2000" dirty="0"/>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57F332BE-F6F7-BD2E-10C8-349734C60FD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4937343-C12F-6AB0-DD0D-A9A52FDE422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pSp>
        <p:nvGrpSpPr>
          <p:cNvPr id="3" name="グループ化 2">
            <a:extLst>
              <a:ext uri="{FF2B5EF4-FFF2-40B4-BE49-F238E27FC236}">
                <a16:creationId xmlns:a16="http://schemas.microsoft.com/office/drawing/2014/main" id="{440201CF-1965-3770-F9FE-53A47EED6FB9}"/>
              </a:ext>
            </a:extLst>
          </p:cNvPr>
          <p:cNvGrpSpPr/>
          <p:nvPr/>
        </p:nvGrpSpPr>
        <p:grpSpPr>
          <a:xfrm>
            <a:off x="3733939" y="3050371"/>
            <a:ext cx="3346704" cy="3101974"/>
            <a:chOff x="457200" y="3213100"/>
            <a:chExt cx="3803904" cy="3101974"/>
          </a:xfrm>
        </p:grpSpPr>
        <p:sp>
          <p:nvSpPr>
            <p:cNvPr id="84" name="正方形/長方形 83">
              <a:extLst>
                <a:ext uri="{FF2B5EF4-FFF2-40B4-BE49-F238E27FC236}">
                  <a16:creationId xmlns:a16="http://schemas.microsoft.com/office/drawing/2014/main" id="{63C42954-EFC3-E633-3343-4DCEDBD7155E}"/>
                </a:ext>
              </a:extLst>
            </p:cNvPr>
            <p:cNvSpPr/>
            <p:nvPr/>
          </p:nvSpPr>
          <p:spPr>
            <a:xfrm>
              <a:off x="457200" y="3213100"/>
              <a:ext cx="1787779" cy="53594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Arial"/>
                <a:ea typeface="ＭＳ Ｐゴシック"/>
              </a:endParaRPr>
            </a:p>
          </p:txBody>
        </p:sp>
        <p:sp>
          <p:nvSpPr>
            <p:cNvPr id="85" name="正方形/長方形 84">
              <a:extLst>
                <a:ext uri="{FF2B5EF4-FFF2-40B4-BE49-F238E27FC236}">
                  <a16:creationId xmlns:a16="http://schemas.microsoft.com/office/drawing/2014/main" id="{CFD50F82-B2E7-6F6A-DC69-8FCD06DC96B7}"/>
                </a:ext>
              </a:extLst>
            </p:cNvPr>
            <p:cNvSpPr/>
            <p:nvPr/>
          </p:nvSpPr>
          <p:spPr>
            <a:xfrm>
              <a:off x="2473325" y="3213100"/>
              <a:ext cx="1787779" cy="53594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Arial"/>
                <a:ea typeface="ＭＳ Ｐゴシック"/>
              </a:endParaRPr>
            </a:p>
          </p:txBody>
        </p:sp>
        <p:sp>
          <p:nvSpPr>
            <p:cNvPr id="86" name="正方形/長方形 85">
              <a:extLst>
                <a:ext uri="{FF2B5EF4-FFF2-40B4-BE49-F238E27FC236}">
                  <a16:creationId xmlns:a16="http://schemas.microsoft.com/office/drawing/2014/main" id="{F7235923-1ADA-9AAB-DC56-2B5A0414F873}"/>
                </a:ext>
              </a:extLst>
            </p:cNvPr>
            <p:cNvSpPr/>
            <p:nvPr/>
          </p:nvSpPr>
          <p:spPr>
            <a:xfrm>
              <a:off x="457200" y="3894606"/>
              <a:ext cx="1787779" cy="139977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Arial"/>
                <a:ea typeface="ＭＳ Ｐゴシック"/>
              </a:endParaRPr>
            </a:p>
          </p:txBody>
        </p:sp>
        <p:sp>
          <p:nvSpPr>
            <p:cNvPr id="87" name="正方形/長方形 86">
              <a:extLst>
                <a:ext uri="{FF2B5EF4-FFF2-40B4-BE49-F238E27FC236}">
                  <a16:creationId xmlns:a16="http://schemas.microsoft.com/office/drawing/2014/main" id="{899FD867-45B4-6848-B46A-1FA23A000E22}"/>
                </a:ext>
              </a:extLst>
            </p:cNvPr>
            <p:cNvSpPr/>
            <p:nvPr/>
          </p:nvSpPr>
          <p:spPr>
            <a:xfrm>
              <a:off x="2473325" y="3894606"/>
              <a:ext cx="1787779" cy="1399770"/>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Arial"/>
                <a:ea typeface="ＭＳ Ｐゴシック"/>
              </a:endParaRPr>
            </a:p>
          </p:txBody>
        </p:sp>
        <p:sp>
          <p:nvSpPr>
            <p:cNvPr id="88" name="正方形/長方形 87">
              <a:extLst>
                <a:ext uri="{FF2B5EF4-FFF2-40B4-BE49-F238E27FC236}">
                  <a16:creationId xmlns:a16="http://schemas.microsoft.com/office/drawing/2014/main" id="{10625B79-278F-46AD-83C5-7AF020065003}"/>
                </a:ext>
              </a:extLst>
            </p:cNvPr>
            <p:cNvSpPr/>
            <p:nvPr/>
          </p:nvSpPr>
          <p:spPr>
            <a:xfrm>
              <a:off x="457200" y="5439941"/>
              <a:ext cx="1787779" cy="875133"/>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Arial"/>
                <a:ea typeface="ＭＳ Ｐゴシック"/>
              </a:endParaRPr>
            </a:p>
          </p:txBody>
        </p:sp>
        <p:sp>
          <p:nvSpPr>
            <p:cNvPr id="89" name="正方形/長方形 88">
              <a:extLst>
                <a:ext uri="{FF2B5EF4-FFF2-40B4-BE49-F238E27FC236}">
                  <a16:creationId xmlns:a16="http://schemas.microsoft.com/office/drawing/2014/main" id="{1E754F98-AA9A-C215-B547-B8659B3A2BB5}"/>
                </a:ext>
              </a:extLst>
            </p:cNvPr>
            <p:cNvSpPr/>
            <p:nvPr/>
          </p:nvSpPr>
          <p:spPr>
            <a:xfrm>
              <a:off x="2473325" y="5439941"/>
              <a:ext cx="1787779" cy="875133"/>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Arial"/>
                <a:ea typeface="ＭＳ Ｐゴシック"/>
              </a:endParaRPr>
            </a:p>
          </p:txBody>
        </p:sp>
      </p:grpSp>
      <p:grpSp>
        <p:nvGrpSpPr>
          <p:cNvPr id="90" name="グループ化 89">
            <a:extLst>
              <a:ext uri="{FF2B5EF4-FFF2-40B4-BE49-F238E27FC236}">
                <a16:creationId xmlns:a16="http://schemas.microsoft.com/office/drawing/2014/main" id="{8B5AACA3-5B13-E554-1FB6-EE5E6F099325}"/>
              </a:ext>
            </a:extLst>
          </p:cNvPr>
          <p:cNvGrpSpPr/>
          <p:nvPr/>
        </p:nvGrpSpPr>
        <p:grpSpPr>
          <a:xfrm>
            <a:off x="1382486" y="3677751"/>
            <a:ext cx="6389914" cy="1536192"/>
            <a:chOff x="530352" y="3840480"/>
            <a:chExt cx="8183880" cy="1536192"/>
          </a:xfrm>
        </p:grpSpPr>
        <p:cxnSp>
          <p:nvCxnSpPr>
            <p:cNvPr id="91" name="直線コネクタ 90">
              <a:extLst>
                <a:ext uri="{FF2B5EF4-FFF2-40B4-BE49-F238E27FC236}">
                  <a16:creationId xmlns:a16="http://schemas.microsoft.com/office/drawing/2014/main" id="{EE085AC0-A8C0-FE88-9B2F-4B7BAC909698}"/>
                </a:ext>
              </a:extLst>
            </p:cNvPr>
            <p:cNvCxnSpPr/>
            <p:nvPr/>
          </p:nvCxnSpPr>
          <p:spPr bwMode="auto">
            <a:xfrm>
              <a:off x="530352" y="3840480"/>
              <a:ext cx="8183880" cy="0"/>
            </a:xfrm>
            <a:prstGeom prst="line">
              <a:avLst/>
            </a:prstGeom>
            <a:noFill/>
            <a:ln w="19050" cap="flat" cmpd="sng" algn="ctr">
              <a:solidFill>
                <a:srgbClr val="FFFFFF">
                  <a:lumMod val="75000"/>
                </a:srgbClr>
              </a:solidFill>
              <a:prstDash val="sysDash"/>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線コネクタ 91">
              <a:extLst>
                <a:ext uri="{FF2B5EF4-FFF2-40B4-BE49-F238E27FC236}">
                  <a16:creationId xmlns:a16="http://schemas.microsoft.com/office/drawing/2014/main" id="{CF6A8F22-7219-6053-E245-007FF5131889}"/>
                </a:ext>
              </a:extLst>
            </p:cNvPr>
            <p:cNvCxnSpPr/>
            <p:nvPr/>
          </p:nvCxnSpPr>
          <p:spPr bwMode="auto">
            <a:xfrm>
              <a:off x="530352" y="5376672"/>
              <a:ext cx="8183880" cy="0"/>
            </a:xfrm>
            <a:prstGeom prst="line">
              <a:avLst/>
            </a:prstGeom>
            <a:noFill/>
            <a:ln w="19050" cap="flat" cmpd="sng" algn="ctr">
              <a:solidFill>
                <a:srgbClr val="FFFFFF">
                  <a:lumMod val="75000"/>
                </a:srgbClr>
              </a:solidFill>
              <a:prstDash val="sysDash"/>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3" name="テキスト ボックス 92">
            <a:extLst>
              <a:ext uri="{FF2B5EF4-FFF2-40B4-BE49-F238E27FC236}">
                <a16:creationId xmlns:a16="http://schemas.microsoft.com/office/drawing/2014/main" id="{21AB2CAD-D094-28EE-8418-DA852E9A594F}"/>
              </a:ext>
            </a:extLst>
          </p:cNvPr>
          <p:cNvSpPr txBox="1"/>
          <p:nvPr/>
        </p:nvSpPr>
        <p:spPr>
          <a:xfrm>
            <a:off x="1899721" y="5591047"/>
            <a:ext cx="894797" cy="261610"/>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ネットワーク</a:t>
            </a:r>
          </a:p>
        </p:txBody>
      </p:sp>
      <p:sp>
        <p:nvSpPr>
          <p:cNvPr id="94" name="テキスト ボックス 93">
            <a:extLst>
              <a:ext uri="{FF2B5EF4-FFF2-40B4-BE49-F238E27FC236}">
                <a16:creationId xmlns:a16="http://schemas.microsoft.com/office/drawing/2014/main" id="{228B73EF-5FCB-C3AE-3BE5-FE7CB599BD4E}"/>
              </a:ext>
            </a:extLst>
          </p:cNvPr>
          <p:cNvSpPr txBox="1"/>
          <p:nvPr/>
        </p:nvSpPr>
        <p:spPr>
          <a:xfrm>
            <a:off x="1899721" y="4168148"/>
            <a:ext cx="712054" cy="577081"/>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その他の</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一般的な</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リソース</a:t>
            </a:r>
          </a:p>
        </p:txBody>
      </p:sp>
      <p:sp>
        <p:nvSpPr>
          <p:cNvPr id="95" name="テキスト ボックス 94">
            <a:extLst>
              <a:ext uri="{FF2B5EF4-FFF2-40B4-BE49-F238E27FC236}">
                <a16:creationId xmlns:a16="http://schemas.microsoft.com/office/drawing/2014/main" id="{B8123BF7-7ABE-1CBF-7A32-FF3AF783D368}"/>
              </a:ext>
            </a:extLst>
          </p:cNvPr>
          <p:cNvSpPr txBox="1"/>
          <p:nvPr/>
        </p:nvSpPr>
        <p:spPr>
          <a:xfrm>
            <a:off x="1899721" y="3096790"/>
            <a:ext cx="878767" cy="415498"/>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運用監視</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セキュリティ</a:t>
            </a:r>
          </a:p>
        </p:txBody>
      </p:sp>
      <p:sp>
        <p:nvSpPr>
          <p:cNvPr id="96" name="テキスト ボックス 95">
            <a:extLst>
              <a:ext uri="{FF2B5EF4-FFF2-40B4-BE49-F238E27FC236}">
                <a16:creationId xmlns:a16="http://schemas.microsoft.com/office/drawing/2014/main" id="{1BAE8943-10CD-2C73-6F45-6AEC1C89D315}"/>
              </a:ext>
            </a:extLst>
          </p:cNvPr>
          <p:cNvSpPr txBox="1"/>
          <p:nvPr/>
        </p:nvSpPr>
        <p:spPr>
          <a:xfrm>
            <a:off x="3433781" y="2625704"/>
            <a:ext cx="1898277" cy="415498"/>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基盤</a:t>
            </a:r>
            <a:endParaRPr kumimoji="0" lang="en-US" altLang="ja-JP" sz="1050" b="0" i="0" u="none" strike="noStrike" kern="0" cap="none" spc="0" normalizeH="0" baseline="0" noProof="0">
              <a:ln>
                <a:noFill/>
              </a:ln>
              <a:solidFill>
                <a:srgbClr val="000000"/>
              </a:solidFill>
              <a:effectLst/>
              <a:uLnTx/>
              <a:uFillTx/>
              <a:latin typeface="Arial"/>
              <a:ea typeface="ＭＳ Ｐゴシック"/>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a:t>
            </a:r>
            <a:r>
              <a:rPr kumimoji="0" lang="en-US" altLang="ja-JP" sz="1050" b="0" i="0" u="none" strike="noStrike" kern="0" cap="none" spc="0" normalizeH="0" baseline="0" noProof="0">
                <a:ln>
                  <a:noFill/>
                </a:ln>
                <a:solidFill>
                  <a:srgbClr val="000000"/>
                </a:solidFill>
                <a:effectLst/>
                <a:uLnTx/>
                <a:uFillTx/>
                <a:latin typeface="Arial"/>
                <a:ea typeface="ＭＳ Ｐゴシック"/>
              </a:rPr>
              <a:t>Platform</a:t>
            </a:r>
            <a:r>
              <a:rPr kumimoji="0" lang="ja-JP" altLang="en-US" sz="1050" b="0" i="0" u="none" strike="noStrike" kern="0" cap="none" spc="0" normalizeH="0" baseline="0" noProof="0">
                <a:ln>
                  <a:noFill/>
                </a:ln>
                <a:solidFill>
                  <a:srgbClr val="000000"/>
                </a:solidFill>
                <a:effectLst/>
                <a:uLnTx/>
                <a:uFillTx/>
                <a:latin typeface="Arial"/>
                <a:ea typeface="ＭＳ Ｐゴシック"/>
              </a:rPr>
              <a:t>）（</a:t>
            </a:r>
            <a:r>
              <a:rPr kumimoji="0" lang="en-US" altLang="ja-JP" sz="1050" b="0" i="0" u="none" strike="noStrike" kern="0" cap="none" spc="0" normalizeH="0" baseline="0" noProof="0">
                <a:ln>
                  <a:noFill/>
                </a:ln>
                <a:solidFill>
                  <a:srgbClr val="000000"/>
                </a:solidFill>
                <a:effectLst/>
                <a:uLnTx/>
                <a:uFillTx/>
                <a:latin typeface="Arial"/>
                <a:ea typeface="ＭＳ Ｐゴシック"/>
              </a:rPr>
              <a:t>Mgmt/Ops, Hub</a:t>
            </a:r>
            <a:r>
              <a:rPr kumimoji="0" lang="ja-JP" altLang="en-US" sz="1050" b="0" i="0" u="none" strike="noStrike" kern="0" cap="none" spc="0" normalizeH="0" baseline="0" noProof="0">
                <a:ln>
                  <a:noFill/>
                </a:ln>
                <a:solidFill>
                  <a:srgbClr val="000000"/>
                </a:solidFill>
                <a:effectLst/>
                <a:uLnTx/>
                <a:uFillTx/>
                <a:latin typeface="Arial"/>
                <a:ea typeface="ＭＳ Ｐゴシック"/>
              </a:rPr>
              <a:t>）</a:t>
            </a:r>
          </a:p>
        </p:txBody>
      </p:sp>
      <p:sp>
        <p:nvSpPr>
          <p:cNvPr id="97" name="テキスト ボックス 96">
            <a:extLst>
              <a:ext uri="{FF2B5EF4-FFF2-40B4-BE49-F238E27FC236}">
                <a16:creationId xmlns:a16="http://schemas.microsoft.com/office/drawing/2014/main" id="{550F35A7-BC43-C41E-F020-01CB39972B28}"/>
              </a:ext>
            </a:extLst>
          </p:cNvPr>
          <p:cNvSpPr txBox="1"/>
          <p:nvPr/>
        </p:nvSpPr>
        <p:spPr>
          <a:xfrm>
            <a:off x="5560785" y="2627149"/>
            <a:ext cx="1912703" cy="415498"/>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業務システム</a:t>
            </a:r>
            <a:endParaRPr kumimoji="0" lang="en-US" altLang="ja-JP" sz="1050" b="0" i="0" u="none" strike="noStrike" kern="0" cap="none" spc="0" normalizeH="0" baseline="0" noProof="0">
              <a:ln>
                <a:noFill/>
              </a:ln>
              <a:solidFill>
                <a:srgbClr val="000000"/>
              </a:solidFill>
              <a:effectLst/>
              <a:uLnTx/>
              <a:uFillTx/>
              <a:latin typeface="Arial"/>
              <a:ea typeface="ＭＳ Ｐゴシック"/>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Arial"/>
                <a:ea typeface="ＭＳ Ｐゴシック"/>
              </a:rPr>
              <a:t>（</a:t>
            </a:r>
            <a:r>
              <a:rPr kumimoji="0" lang="en-US" altLang="ja-JP" sz="1050" b="0" i="0" u="none" strike="noStrike" kern="0" cap="none" spc="0" normalizeH="0" baseline="0" noProof="0">
                <a:ln>
                  <a:noFill/>
                </a:ln>
                <a:solidFill>
                  <a:srgbClr val="000000"/>
                </a:solidFill>
                <a:effectLst/>
                <a:uLnTx/>
                <a:uFillTx/>
                <a:latin typeface="Arial"/>
                <a:ea typeface="ＭＳ Ｐゴシック"/>
              </a:rPr>
              <a:t>Application Landing Zones</a:t>
            </a:r>
            <a:r>
              <a:rPr kumimoji="0" lang="ja-JP" altLang="en-US" sz="1050" b="0" i="0" u="none" strike="noStrike" kern="0" cap="none" spc="0" normalizeH="0" baseline="0" noProof="0">
                <a:ln>
                  <a:noFill/>
                </a:ln>
                <a:solidFill>
                  <a:srgbClr val="000000"/>
                </a:solidFill>
                <a:effectLst/>
                <a:uLnTx/>
                <a:uFillTx/>
                <a:latin typeface="Arial"/>
                <a:ea typeface="ＭＳ Ｐゴシック"/>
              </a:rPr>
              <a:t>）</a:t>
            </a:r>
          </a:p>
        </p:txBody>
      </p:sp>
      <p:pic>
        <p:nvPicPr>
          <p:cNvPr id="98" name="グラフィックス 97">
            <a:extLst>
              <a:ext uri="{FF2B5EF4-FFF2-40B4-BE49-F238E27FC236}">
                <a16:creationId xmlns:a16="http://schemas.microsoft.com/office/drawing/2014/main" id="{F34C5F39-C5B0-F691-D6C9-8F98AADC86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92112" y="3160607"/>
            <a:ext cx="288000" cy="288000"/>
          </a:xfrm>
          <a:prstGeom prst="rect">
            <a:avLst/>
          </a:prstGeom>
        </p:spPr>
      </p:pic>
      <p:pic>
        <p:nvPicPr>
          <p:cNvPr id="99" name="グラフィックス 98">
            <a:extLst>
              <a:ext uri="{FF2B5EF4-FFF2-40B4-BE49-F238E27FC236}">
                <a16:creationId xmlns:a16="http://schemas.microsoft.com/office/drawing/2014/main" id="{7DD3FB7A-2595-3F5B-6189-6BCE56377C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57611" y="5380856"/>
            <a:ext cx="288000" cy="288000"/>
          </a:xfrm>
          <a:prstGeom prst="rect">
            <a:avLst/>
          </a:prstGeom>
        </p:spPr>
      </p:pic>
      <p:pic>
        <p:nvPicPr>
          <p:cNvPr id="100" name="グラフィックス 99">
            <a:extLst>
              <a:ext uri="{FF2B5EF4-FFF2-40B4-BE49-F238E27FC236}">
                <a16:creationId xmlns:a16="http://schemas.microsoft.com/office/drawing/2014/main" id="{04648089-23DF-8E87-4178-0BB7FC6B25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04172" y="5385433"/>
            <a:ext cx="288000" cy="288000"/>
          </a:xfrm>
          <a:prstGeom prst="rect">
            <a:avLst/>
          </a:prstGeom>
        </p:spPr>
      </p:pic>
      <p:pic>
        <p:nvPicPr>
          <p:cNvPr id="101" name="グラフィックス 100">
            <a:extLst>
              <a:ext uri="{FF2B5EF4-FFF2-40B4-BE49-F238E27FC236}">
                <a16:creationId xmlns:a16="http://schemas.microsoft.com/office/drawing/2014/main" id="{BC02B260-E448-5D43-8F4A-11768937BF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48643" y="5368873"/>
            <a:ext cx="288000" cy="288000"/>
          </a:xfrm>
          <a:prstGeom prst="rect">
            <a:avLst/>
          </a:prstGeom>
        </p:spPr>
      </p:pic>
      <p:pic>
        <p:nvPicPr>
          <p:cNvPr id="102" name="グラフィックス 101">
            <a:extLst>
              <a:ext uri="{FF2B5EF4-FFF2-40B4-BE49-F238E27FC236}">
                <a16:creationId xmlns:a16="http://schemas.microsoft.com/office/drawing/2014/main" id="{A12D2E87-933C-F4BF-9E35-3278475330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00690" y="3828108"/>
            <a:ext cx="288000" cy="288000"/>
          </a:xfrm>
          <a:prstGeom prst="rect">
            <a:avLst/>
          </a:prstGeom>
        </p:spPr>
      </p:pic>
      <p:pic>
        <p:nvPicPr>
          <p:cNvPr id="103" name="グラフィックス 102">
            <a:extLst>
              <a:ext uri="{FF2B5EF4-FFF2-40B4-BE49-F238E27FC236}">
                <a16:creationId xmlns:a16="http://schemas.microsoft.com/office/drawing/2014/main" id="{BC7B6831-7B97-05C2-5F57-7460BC7F63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33566" y="5401183"/>
            <a:ext cx="288000" cy="288000"/>
          </a:xfrm>
          <a:prstGeom prst="rect">
            <a:avLst/>
          </a:prstGeom>
        </p:spPr>
      </p:pic>
      <p:pic>
        <p:nvPicPr>
          <p:cNvPr id="104" name="グラフィックス 103">
            <a:extLst>
              <a:ext uri="{FF2B5EF4-FFF2-40B4-BE49-F238E27FC236}">
                <a16:creationId xmlns:a16="http://schemas.microsoft.com/office/drawing/2014/main" id="{64314E70-E293-7F71-A8A6-48432427DD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52064" y="3180546"/>
            <a:ext cx="279772" cy="288000"/>
          </a:xfrm>
          <a:prstGeom prst="rect">
            <a:avLst/>
          </a:prstGeom>
        </p:spPr>
      </p:pic>
      <p:pic>
        <p:nvPicPr>
          <p:cNvPr id="105" name="グラフィックス 104">
            <a:extLst>
              <a:ext uri="{FF2B5EF4-FFF2-40B4-BE49-F238E27FC236}">
                <a16:creationId xmlns:a16="http://schemas.microsoft.com/office/drawing/2014/main" id="{1DA02A13-63E6-9AB3-8D3C-CD8B03512E6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00690" y="4276660"/>
            <a:ext cx="288000" cy="288000"/>
          </a:xfrm>
          <a:prstGeom prst="rect">
            <a:avLst/>
          </a:prstGeom>
        </p:spPr>
      </p:pic>
      <p:pic>
        <p:nvPicPr>
          <p:cNvPr id="106" name="グラフィックス 105">
            <a:extLst>
              <a:ext uri="{FF2B5EF4-FFF2-40B4-BE49-F238E27FC236}">
                <a16:creationId xmlns:a16="http://schemas.microsoft.com/office/drawing/2014/main" id="{ECA41D00-4F1F-C24A-E495-A51D975175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376390" y="3181056"/>
            <a:ext cx="288000" cy="288000"/>
          </a:xfrm>
          <a:prstGeom prst="rect">
            <a:avLst/>
          </a:prstGeom>
        </p:spPr>
      </p:pic>
      <p:pic>
        <p:nvPicPr>
          <p:cNvPr id="107" name="グラフィックス 106">
            <a:extLst>
              <a:ext uri="{FF2B5EF4-FFF2-40B4-BE49-F238E27FC236}">
                <a16:creationId xmlns:a16="http://schemas.microsoft.com/office/drawing/2014/main" id="{C0CD226A-B195-A96A-56DE-0871289BDF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81059" y="3836263"/>
            <a:ext cx="288000" cy="288000"/>
          </a:xfrm>
          <a:prstGeom prst="rect">
            <a:avLst/>
          </a:prstGeom>
        </p:spPr>
      </p:pic>
      <p:pic>
        <p:nvPicPr>
          <p:cNvPr id="108" name="グラフィックス 107">
            <a:extLst>
              <a:ext uri="{FF2B5EF4-FFF2-40B4-BE49-F238E27FC236}">
                <a16:creationId xmlns:a16="http://schemas.microsoft.com/office/drawing/2014/main" id="{4E6457D1-3EAE-C041-4661-5C7D0EF80B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592045" y="5380856"/>
            <a:ext cx="288000" cy="288000"/>
          </a:xfrm>
          <a:prstGeom prst="rect">
            <a:avLst/>
          </a:prstGeom>
        </p:spPr>
      </p:pic>
      <p:pic>
        <p:nvPicPr>
          <p:cNvPr id="109" name="グラフィックス 108">
            <a:extLst>
              <a:ext uri="{FF2B5EF4-FFF2-40B4-BE49-F238E27FC236}">
                <a16:creationId xmlns:a16="http://schemas.microsoft.com/office/drawing/2014/main" id="{E797F6CC-D2D0-18FD-FADD-5D45373D7E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871831" y="5683691"/>
            <a:ext cx="296471" cy="288000"/>
          </a:xfrm>
          <a:prstGeom prst="rect">
            <a:avLst/>
          </a:prstGeom>
        </p:spPr>
      </p:pic>
      <p:pic>
        <p:nvPicPr>
          <p:cNvPr id="110" name="グラフィックス 109">
            <a:extLst>
              <a:ext uri="{FF2B5EF4-FFF2-40B4-BE49-F238E27FC236}">
                <a16:creationId xmlns:a16="http://schemas.microsoft.com/office/drawing/2014/main" id="{72AF3F4C-E887-B14E-3A53-9EB3929BBD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52962" y="5380856"/>
            <a:ext cx="288000" cy="288000"/>
          </a:xfrm>
          <a:prstGeom prst="rect">
            <a:avLst/>
          </a:prstGeom>
        </p:spPr>
      </p:pic>
      <p:pic>
        <p:nvPicPr>
          <p:cNvPr id="111" name="グラフィックス 110">
            <a:extLst>
              <a:ext uri="{FF2B5EF4-FFF2-40B4-BE49-F238E27FC236}">
                <a16:creationId xmlns:a16="http://schemas.microsoft.com/office/drawing/2014/main" id="{AFC234EF-1E2B-18E4-3FA1-5C5F4D8808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16613" y="5748265"/>
            <a:ext cx="288000" cy="288000"/>
          </a:xfrm>
          <a:prstGeom prst="rect">
            <a:avLst/>
          </a:prstGeom>
        </p:spPr>
      </p:pic>
      <p:pic>
        <p:nvPicPr>
          <p:cNvPr id="112" name="グラフィックス 111">
            <a:extLst>
              <a:ext uri="{FF2B5EF4-FFF2-40B4-BE49-F238E27FC236}">
                <a16:creationId xmlns:a16="http://schemas.microsoft.com/office/drawing/2014/main" id="{1A2EE849-825F-A81F-A6A3-CE3CD2E9D5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966120" y="5734837"/>
            <a:ext cx="288000" cy="288000"/>
          </a:xfrm>
          <a:prstGeom prst="rect">
            <a:avLst/>
          </a:prstGeom>
        </p:spPr>
      </p:pic>
      <p:pic>
        <p:nvPicPr>
          <p:cNvPr id="113" name="グラフィックス 112">
            <a:extLst>
              <a:ext uri="{FF2B5EF4-FFF2-40B4-BE49-F238E27FC236}">
                <a16:creationId xmlns:a16="http://schemas.microsoft.com/office/drawing/2014/main" id="{5CAF6B41-BE7F-DF8F-2BD5-308B77286B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794699" y="4720044"/>
            <a:ext cx="288000" cy="288000"/>
          </a:xfrm>
          <a:prstGeom prst="rect">
            <a:avLst/>
          </a:prstGeom>
        </p:spPr>
      </p:pic>
      <p:pic>
        <p:nvPicPr>
          <p:cNvPr id="114" name="グラフィックス 113">
            <a:extLst>
              <a:ext uri="{FF2B5EF4-FFF2-40B4-BE49-F238E27FC236}">
                <a16:creationId xmlns:a16="http://schemas.microsoft.com/office/drawing/2014/main" id="{936BC623-3C6E-37A8-4C7E-B49BBE758F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83427" y="5380856"/>
            <a:ext cx="288000" cy="288000"/>
          </a:xfrm>
          <a:prstGeom prst="rect">
            <a:avLst/>
          </a:prstGeom>
        </p:spPr>
      </p:pic>
      <p:pic>
        <p:nvPicPr>
          <p:cNvPr id="115" name="グラフィックス 114">
            <a:extLst>
              <a:ext uri="{FF2B5EF4-FFF2-40B4-BE49-F238E27FC236}">
                <a16:creationId xmlns:a16="http://schemas.microsoft.com/office/drawing/2014/main" id="{69F0A79A-FECF-2175-61D8-A4869029FD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6176" y="5748265"/>
            <a:ext cx="279772" cy="288000"/>
          </a:xfrm>
          <a:prstGeom prst="rect">
            <a:avLst/>
          </a:prstGeom>
        </p:spPr>
      </p:pic>
      <p:pic>
        <p:nvPicPr>
          <p:cNvPr id="116" name="グラフィックス 115">
            <a:extLst>
              <a:ext uri="{FF2B5EF4-FFF2-40B4-BE49-F238E27FC236}">
                <a16:creationId xmlns:a16="http://schemas.microsoft.com/office/drawing/2014/main" id="{58CB7506-2734-66C5-45F8-06AD9F49AA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311038" y="4601889"/>
            <a:ext cx="288000" cy="288000"/>
          </a:xfrm>
          <a:prstGeom prst="rect">
            <a:avLst/>
          </a:prstGeom>
        </p:spPr>
      </p:pic>
      <p:pic>
        <p:nvPicPr>
          <p:cNvPr id="117" name="グラフィックス 116">
            <a:extLst>
              <a:ext uri="{FF2B5EF4-FFF2-40B4-BE49-F238E27FC236}">
                <a16:creationId xmlns:a16="http://schemas.microsoft.com/office/drawing/2014/main" id="{0CD9BCDC-294F-9F69-D003-2A246FC6BC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16830" y="4610272"/>
            <a:ext cx="288000" cy="288000"/>
          </a:xfrm>
          <a:prstGeom prst="rect">
            <a:avLst/>
          </a:prstGeom>
        </p:spPr>
      </p:pic>
      <p:pic>
        <p:nvPicPr>
          <p:cNvPr id="118" name="グラフィックス 117">
            <a:extLst>
              <a:ext uri="{FF2B5EF4-FFF2-40B4-BE49-F238E27FC236}">
                <a16:creationId xmlns:a16="http://schemas.microsoft.com/office/drawing/2014/main" id="{862C54BC-5D08-C530-2F4A-FD7E3C7CF8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499841" y="4412193"/>
            <a:ext cx="288000" cy="288000"/>
          </a:xfrm>
          <a:prstGeom prst="rect">
            <a:avLst/>
          </a:prstGeom>
        </p:spPr>
      </p:pic>
      <p:pic>
        <p:nvPicPr>
          <p:cNvPr id="119" name="グラフィックス 118">
            <a:extLst>
              <a:ext uri="{FF2B5EF4-FFF2-40B4-BE49-F238E27FC236}">
                <a16:creationId xmlns:a16="http://schemas.microsoft.com/office/drawing/2014/main" id="{44574585-ED14-B206-C483-9779F4A8B2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164341" y="3180546"/>
            <a:ext cx="288000" cy="288000"/>
          </a:xfrm>
          <a:prstGeom prst="rect">
            <a:avLst/>
          </a:prstGeom>
        </p:spPr>
      </p:pic>
      <p:sp>
        <p:nvSpPr>
          <p:cNvPr id="120" name="四角形: 角を丸くする 35">
            <a:extLst>
              <a:ext uri="{FF2B5EF4-FFF2-40B4-BE49-F238E27FC236}">
                <a16:creationId xmlns:a16="http://schemas.microsoft.com/office/drawing/2014/main" id="{49EC505E-FE2F-75B2-1F75-25DD82D2373A}"/>
              </a:ext>
            </a:extLst>
          </p:cNvPr>
          <p:cNvSpPr/>
          <p:nvPr/>
        </p:nvSpPr>
        <p:spPr bwMode="auto">
          <a:xfrm>
            <a:off x="5460369" y="2620340"/>
            <a:ext cx="2145369" cy="3587241"/>
          </a:xfrm>
          <a:prstGeom prst="roundRect">
            <a:avLst>
              <a:gd name="adj" fmla="val 2941"/>
            </a:avLst>
          </a:prstGeom>
          <a:noFill/>
          <a:ln w="19050" cap="flat" cmpd="sng" algn="ctr">
            <a:solidFill>
              <a:srgbClr val="008000"/>
            </a:solidFill>
            <a:prstDash val="sysDot"/>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pic>
        <p:nvPicPr>
          <p:cNvPr id="121" name="グラフィックス 120">
            <a:extLst>
              <a:ext uri="{FF2B5EF4-FFF2-40B4-BE49-F238E27FC236}">
                <a16:creationId xmlns:a16="http://schemas.microsoft.com/office/drawing/2014/main" id="{0047B1DE-5A37-E835-29AE-00623346F3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18339" y="3150466"/>
            <a:ext cx="288000" cy="288000"/>
          </a:xfrm>
          <a:prstGeom prst="rect">
            <a:avLst/>
          </a:prstGeom>
        </p:spPr>
      </p:pic>
      <p:sp>
        <p:nvSpPr>
          <p:cNvPr id="122" name="四角形: 角を丸くする 37">
            <a:extLst>
              <a:ext uri="{FF2B5EF4-FFF2-40B4-BE49-F238E27FC236}">
                <a16:creationId xmlns:a16="http://schemas.microsoft.com/office/drawing/2014/main" id="{1F696CD4-C92C-1990-BF72-6C6052592701}"/>
              </a:ext>
            </a:extLst>
          </p:cNvPr>
          <p:cNvSpPr/>
          <p:nvPr/>
        </p:nvSpPr>
        <p:spPr bwMode="auto">
          <a:xfrm>
            <a:off x="3563116" y="5331291"/>
            <a:ext cx="1713689" cy="773430"/>
          </a:xfrm>
          <a:prstGeom prst="roundRect">
            <a:avLst>
              <a:gd name="adj" fmla="val 2941"/>
            </a:avLst>
          </a:prstGeom>
          <a:noFill/>
          <a:ln w="19050" cap="flat" cmpd="sng" algn="ctr">
            <a:solidFill>
              <a:srgbClr val="00007D">
                <a:lumMod val="60000"/>
                <a:lumOff val="40000"/>
              </a:srgbClr>
            </a:solidFill>
            <a:prstDash val="sysDot"/>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23" name="四角形: 角を丸くする 38">
            <a:extLst>
              <a:ext uri="{FF2B5EF4-FFF2-40B4-BE49-F238E27FC236}">
                <a16:creationId xmlns:a16="http://schemas.microsoft.com/office/drawing/2014/main" id="{2EF80C94-CC6D-FC1B-03C7-749B6C85532B}"/>
              </a:ext>
            </a:extLst>
          </p:cNvPr>
          <p:cNvSpPr/>
          <p:nvPr/>
        </p:nvSpPr>
        <p:spPr bwMode="auto">
          <a:xfrm>
            <a:off x="3579910" y="3113871"/>
            <a:ext cx="1696895" cy="411480"/>
          </a:xfrm>
          <a:prstGeom prst="roundRect">
            <a:avLst>
              <a:gd name="adj" fmla="val 2941"/>
            </a:avLst>
          </a:prstGeom>
          <a:noFill/>
          <a:ln w="19050" cap="flat" cmpd="sng" algn="ctr">
            <a:solidFill>
              <a:srgbClr val="00B0F0"/>
            </a:solidFill>
            <a:prstDash val="sysDot"/>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24" name="四角形: 角を丸くする 39">
            <a:extLst>
              <a:ext uri="{FF2B5EF4-FFF2-40B4-BE49-F238E27FC236}">
                <a16:creationId xmlns:a16="http://schemas.microsoft.com/office/drawing/2014/main" id="{5363BA64-27F9-BA58-934D-04A0A95BEC58}"/>
              </a:ext>
            </a:extLst>
          </p:cNvPr>
          <p:cNvSpPr/>
          <p:nvPr/>
        </p:nvSpPr>
        <p:spPr bwMode="auto">
          <a:xfrm>
            <a:off x="3413197" y="2620340"/>
            <a:ext cx="1948113" cy="3587251"/>
          </a:xfrm>
          <a:prstGeom prst="roundRect">
            <a:avLst>
              <a:gd name="adj" fmla="val 3911"/>
            </a:avLst>
          </a:prstGeom>
          <a:noFill/>
          <a:ln w="19050"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pic>
        <p:nvPicPr>
          <p:cNvPr id="125" name="グラフィックス 124">
            <a:extLst>
              <a:ext uri="{FF2B5EF4-FFF2-40B4-BE49-F238E27FC236}">
                <a16:creationId xmlns:a16="http://schemas.microsoft.com/office/drawing/2014/main" id="{A181C19B-DD08-79A7-9AC0-DE2C64F7F2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382920" y="4293487"/>
            <a:ext cx="288000" cy="288000"/>
          </a:xfrm>
          <a:prstGeom prst="rect">
            <a:avLst/>
          </a:prstGeom>
        </p:spPr>
      </p:pic>
      <p:sp>
        <p:nvSpPr>
          <p:cNvPr id="126" name="テキスト ボックス 125">
            <a:extLst>
              <a:ext uri="{FF2B5EF4-FFF2-40B4-BE49-F238E27FC236}">
                <a16:creationId xmlns:a16="http://schemas.microsoft.com/office/drawing/2014/main" id="{61C67FF0-82E0-7024-B2E3-6F49FFB1C4EA}"/>
              </a:ext>
            </a:extLst>
          </p:cNvPr>
          <p:cNvSpPr txBox="1"/>
          <p:nvPr/>
        </p:nvSpPr>
        <p:spPr>
          <a:xfrm>
            <a:off x="6441591" y="4879530"/>
            <a:ext cx="402674" cy="200055"/>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PaaS</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27" name="テキスト ボックス 126">
            <a:extLst>
              <a:ext uri="{FF2B5EF4-FFF2-40B4-BE49-F238E27FC236}">
                <a16:creationId xmlns:a16="http://schemas.microsoft.com/office/drawing/2014/main" id="{C0618716-91C5-1DD6-AA4D-25390984BA84}"/>
              </a:ext>
            </a:extLst>
          </p:cNvPr>
          <p:cNvSpPr txBox="1"/>
          <p:nvPr/>
        </p:nvSpPr>
        <p:spPr>
          <a:xfrm>
            <a:off x="5679869" y="4949856"/>
            <a:ext cx="529312" cy="200055"/>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IaaS VM</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28" name="テキスト ボックス 127">
            <a:extLst>
              <a:ext uri="{FF2B5EF4-FFF2-40B4-BE49-F238E27FC236}">
                <a16:creationId xmlns:a16="http://schemas.microsoft.com/office/drawing/2014/main" id="{E21E6F03-0481-1F5B-F905-D4557A1657F1}"/>
              </a:ext>
            </a:extLst>
          </p:cNvPr>
          <p:cNvSpPr txBox="1"/>
          <p:nvPr/>
        </p:nvSpPr>
        <p:spPr>
          <a:xfrm>
            <a:off x="5575676" y="4516447"/>
            <a:ext cx="737702" cy="200055"/>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VM Extension</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29" name="テキスト ボックス 128">
            <a:extLst>
              <a:ext uri="{FF2B5EF4-FFF2-40B4-BE49-F238E27FC236}">
                <a16:creationId xmlns:a16="http://schemas.microsoft.com/office/drawing/2014/main" id="{E5A18D08-55A8-9D95-896D-DCB067F5260A}"/>
              </a:ext>
            </a:extLst>
          </p:cNvPr>
          <p:cNvSpPr txBox="1"/>
          <p:nvPr/>
        </p:nvSpPr>
        <p:spPr>
          <a:xfrm>
            <a:off x="5618963" y="4104478"/>
            <a:ext cx="651140" cy="200055"/>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Upd. Mgmt.</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30" name="テキスト ボックス 129">
            <a:extLst>
              <a:ext uri="{FF2B5EF4-FFF2-40B4-BE49-F238E27FC236}">
                <a16:creationId xmlns:a16="http://schemas.microsoft.com/office/drawing/2014/main" id="{97FD7BA5-13ED-EE61-3235-4CE5B251C41E}"/>
              </a:ext>
            </a:extLst>
          </p:cNvPr>
          <p:cNvSpPr txBox="1"/>
          <p:nvPr/>
        </p:nvSpPr>
        <p:spPr>
          <a:xfrm>
            <a:off x="6379286" y="3175263"/>
            <a:ext cx="797013" cy="307777"/>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Azure Resouce</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ＭＳ Ｐゴシック"/>
              </a:rPr>
              <a:t>診断設定</a:t>
            </a:r>
          </a:p>
        </p:txBody>
      </p:sp>
      <p:sp>
        <p:nvSpPr>
          <p:cNvPr id="131" name="テキスト ボックス 130">
            <a:extLst>
              <a:ext uri="{FF2B5EF4-FFF2-40B4-BE49-F238E27FC236}">
                <a16:creationId xmlns:a16="http://schemas.microsoft.com/office/drawing/2014/main" id="{2795247B-8A11-3F46-FFBA-32CF7B582C29}"/>
              </a:ext>
            </a:extLst>
          </p:cNvPr>
          <p:cNvSpPr txBox="1"/>
          <p:nvPr/>
        </p:nvSpPr>
        <p:spPr>
          <a:xfrm>
            <a:off x="4802303" y="3412474"/>
            <a:ext cx="372218" cy="200055"/>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DCE</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32" name="テキスト ボックス 131">
            <a:extLst>
              <a:ext uri="{FF2B5EF4-FFF2-40B4-BE49-F238E27FC236}">
                <a16:creationId xmlns:a16="http://schemas.microsoft.com/office/drawing/2014/main" id="{C3CD22F5-F31B-4551-749A-FBAA441E561F}"/>
              </a:ext>
            </a:extLst>
          </p:cNvPr>
          <p:cNvSpPr txBox="1"/>
          <p:nvPr/>
        </p:nvSpPr>
        <p:spPr>
          <a:xfrm>
            <a:off x="4359390" y="3412474"/>
            <a:ext cx="377026" cy="200055"/>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DCR</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33" name="テキスト ボックス 132">
            <a:extLst>
              <a:ext uri="{FF2B5EF4-FFF2-40B4-BE49-F238E27FC236}">
                <a16:creationId xmlns:a16="http://schemas.microsoft.com/office/drawing/2014/main" id="{3E468F32-507F-D92E-08E6-43A0C6EAD471}"/>
              </a:ext>
            </a:extLst>
          </p:cNvPr>
          <p:cNvSpPr txBox="1"/>
          <p:nvPr/>
        </p:nvSpPr>
        <p:spPr>
          <a:xfrm>
            <a:off x="3830752" y="3412474"/>
            <a:ext cx="378630" cy="200055"/>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LAW</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34" name="テキスト ボックス 133">
            <a:extLst>
              <a:ext uri="{FF2B5EF4-FFF2-40B4-BE49-F238E27FC236}">
                <a16:creationId xmlns:a16="http://schemas.microsoft.com/office/drawing/2014/main" id="{609E0CB0-F3B1-9FE1-1426-CD682A2C8396}"/>
              </a:ext>
            </a:extLst>
          </p:cNvPr>
          <p:cNvSpPr txBox="1"/>
          <p:nvPr/>
        </p:nvSpPr>
        <p:spPr>
          <a:xfrm>
            <a:off x="3840191" y="4567200"/>
            <a:ext cx="1380506" cy="415498"/>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ＭＳ Ｐゴシック"/>
              </a:rPr>
              <a:t>各種管理用 </a:t>
            </a:r>
            <a:r>
              <a:rPr kumimoji="0" lang="en-US" altLang="ja-JP" sz="700" b="0" i="0" u="none" strike="noStrike" kern="0" cap="none" spc="0" normalizeH="0" baseline="0" noProof="0">
                <a:ln>
                  <a:noFill/>
                </a:ln>
                <a:solidFill>
                  <a:srgbClr val="000000"/>
                </a:solidFill>
                <a:effectLst/>
                <a:uLnTx/>
                <a:uFillTx/>
                <a:latin typeface="Arial"/>
                <a:ea typeface="ＭＳ Ｐゴシック"/>
              </a:rPr>
              <a:t>VM</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ＭＳ Ｐゴシック"/>
              </a:rPr>
              <a:t>（</a:t>
            </a:r>
            <a:r>
              <a:rPr kumimoji="0" lang="en-US" altLang="ja-JP" sz="700" b="0" i="0" u="none" strike="noStrike" kern="0" cap="none" spc="0" normalizeH="0" baseline="0" noProof="0">
                <a:ln>
                  <a:noFill/>
                </a:ln>
                <a:solidFill>
                  <a:srgbClr val="000000"/>
                </a:solidFill>
                <a:effectLst/>
                <a:uLnTx/>
                <a:uFillTx/>
                <a:latin typeface="Arial"/>
                <a:ea typeface="ＭＳ Ｐゴシック"/>
              </a:rPr>
              <a:t>L7 </a:t>
            </a:r>
            <a:r>
              <a:rPr kumimoji="0" lang="ja-JP" altLang="en-US" sz="700" b="0" i="0" u="none" strike="noStrike" kern="0" cap="none" spc="0" normalizeH="0" baseline="0" noProof="0">
                <a:ln>
                  <a:noFill/>
                </a:ln>
                <a:solidFill>
                  <a:srgbClr val="000000"/>
                </a:solidFill>
                <a:effectLst/>
                <a:uLnTx/>
                <a:uFillTx/>
                <a:latin typeface="Arial"/>
                <a:ea typeface="ＭＳ Ｐゴシック"/>
              </a:rPr>
              <a:t>プロキシサーバ、</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ＭＳ Ｐゴシック"/>
              </a:rPr>
              <a:t>ポータルアクセス用 </a:t>
            </a:r>
            <a:r>
              <a:rPr kumimoji="0" lang="en-US" altLang="ja-JP" sz="700" b="0" i="0" u="none" strike="noStrike" kern="0" cap="none" spc="0" normalizeH="0" baseline="0" noProof="0">
                <a:ln>
                  <a:noFill/>
                </a:ln>
                <a:solidFill>
                  <a:srgbClr val="000000"/>
                </a:solidFill>
                <a:effectLst/>
                <a:uLnTx/>
                <a:uFillTx/>
                <a:latin typeface="Arial"/>
                <a:ea typeface="ＭＳ Ｐゴシック"/>
              </a:rPr>
              <a:t>PAW </a:t>
            </a:r>
            <a:r>
              <a:rPr kumimoji="0" lang="ja-JP" altLang="en-US" sz="700" b="0" i="0" u="none" strike="noStrike" kern="0" cap="none" spc="0" normalizeH="0" baseline="0" noProof="0">
                <a:ln>
                  <a:noFill/>
                </a:ln>
                <a:solidFill>
                  <a:srgbClr val="000000"/>
                </a:solidFill>
                <a:effectLst/>
                <a:uLnTx/>
                <a:uFillTx/>
                <a:latin typeface="Arial"/>
                <a:ea typeface="ＭＳ Ｐゴシック"/>
              </a:rPr>
              <a:t>など）</a:t>
            </a:r>
          </a:p>
        </p:txBody>
      </p:sp>
      <p:sp>
        <p:nvSpPr>
          <p:cNvPr id="135" name="テキスト ボックス 134">
            <a:extLst>
              <a:ext uri="{FF2B5EF4-FFF2-40B4-BE49-F238E27FC236}">
                <a16:creationId xmlns:a16="http://schemas.microsoft.com/office/drawing/2014/main" id="{887ECCEC-2EFE-FBA2-7CAD-E02E2E741D11}"/>
              </a:ext>
            </a:extLst>
          </p:cNvPr>
          <p:cNvSpPr txBox="1"/>
          <p:nvPr/>
        </p:nvSpPr>
        <p:spPr>
          <a:xfrm>
            <a:off x="3676710" y="5908020"/>
            <a:ext cx="679994" cy="200055"/>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Hub Firewall</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36" name="テキスト ボックス 135">
            <a:extLst>
              <a:ext uri="{FF2B5EF4-FFF2-40B4-BE49-F238E27FC236}">
                <a16:creationId xmlns:a16="http://schemas.microsoft.com/office/drawing/2014/main" id="{39BDF6CD-3A60-08A2-2C9A-71C9CD3461B9}"/>
              </a:ext>
            </a:extLst>
          </p:cNvPr>
          <p:cNvSpPr txBox="1"/>
          <p:nvPr/>
        </p:nvSpPr>
        <p:spPr>
          <a:xfrm>
            <a:off x="4191075" y="5646012"/>
            <a:ext cx="372217" cy="307777"/>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Hub</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DNS</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37" name="テキスト ボックス 136">
            <a:extLst>
              <a:ext uri="{FF2B5EF4-FFF2-40B4-BE49-F238E27FC236}">
                <a16:creationId xmlns:a16="http://schemas.microsoft.com/office/drawing/2014/main" id="{C8B6C703-92B7-4CE0-A121-BA21B6154600}"/>
              </a:ext>
            </a:extLst>
          </p:cNvPr>
          <p:cNvSpPr txBox="1"/>
          <p:nvPr/>
        </p:nvSpPr>
        <p:spPr>
          <a:xfrm>
            <a:off x="4458558" y="5646012"/>
            <a:ext cx="538930" cy="307777"/>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Hub/Ops</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VNET</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pic>
        <p:nvPicPr>
          <p:cNvPr id="138" name="グラフィックス 137">
            <a:extLst>
              <a:ext uri="{FF2B5EF4-FFF2-40B4-BE49-F238E27FC236}">
                <a16:creationId xmlns:a16="http://schemas.microsoft.com/office/drawing/2014/main" id="{A7CA6617-FEA0-9C17-939B-CEBE64A3B2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939074" y="5405257"/>
            <a:ext cx="240755" cy="240755"/>
          </a:xfrm>
          <a:prstGeom prst="rect">
            <a:avLst/>
          </a:prstGeom>
        </p:spPr>
      </p:pic>
      <p:sp>
        <p:nvSpPr>
          <p:cNvPr id="139" name="テキスト ボックス 138">
            <a:extLst>
              <a:ext uri="{FF2B5EF4-FFF2-40B4-BE49-F238E27FC236}">
                <a16:creationId xmlns:a16="http://schemas.microsoft.com/office/drawing/2014/main" id="{3DC6D2BC-0F02-AE9A-6401-A936C0E7B50F}"/>
              </a:ext>
            </a:extLst>
          </p:cNvPr>
          <p:cNvSpPr txBox="1"/>
          <p:nvPr/>
        </p:nvSpPr>
        <p:spPr>
          <a:xfrm>
            <a:off x="4844146" y="5646012"/>
            <a:ext cx="482824" cy="307777"/>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Ops</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Bastion</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sp>
        <p:nvSpPr>
          <p:cNvPr id="140" name="テキスト ボックス 139">
            <a:extLst>
              <a:ext uri="{FF2B5EF4-FFF2-40B4-BE49-F238E27FC236}">
                <a16:creationId xmlns:a16="http://schemas.microsoft.com/office/drawing/2014/main" id="{991DE289-5766-79A3-D816-1DC6009C909F}"/>
              </a:ext>
            </a:extLst>
          </p:cNvPr>
          <p:cNvSpPr txBox="1"/>
          <p:nvPr/>
        </p:nvSpPr>
        <p:spPr>
          <a:xfrm>
            <a:off x="6340546" y="4104478"/>
            <a:ext cx="567783" cy="307777"/>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Resource</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ＭＳ Ｐゴシック"/>
              </a:rPr>
              <a:t>Group</a:t>
            </a:r>
            <a:endParaRPr kumimoji="0" lang="ja-JP" altLang="en-US" sz="700" b="0" i="0" u="none" strike="noStrike" kern="0" cap="none" spc="0" normalizeH="0" baseline="0" noProof="0">
              <a:ln>
                <a:noFill/>
              </a:ln>
              <a:solidFill>
                <a:srgbClr val="000000"/>
              </a:solidFill>
              <a:effectLst/>
              <a:uLnTx/>
              <a:uFillTx/>
              <a:latin typeface="Arial"/>
              <a:ea typeface="ＭＳ Ｐゴシック"/>
            </a:endParaRPr>
          </a:p>
        </p:txBody>
      </p:sp>
      <p:cxnSp>
        <p:nvCxnSpPr>
          <p:cNvPr id="141" name="直線矢印コネクタ 140">
            <a:extLst>
              <a:ext uri="{FF2B5EF4-FFF2-40B4-BE49-F238E27FC236}">
                <a16:creationId xmlns:a16="http://schemas.microsoft.com/office/drawing/2014/main" id="{1143A13B-BFDD-5981-6FCF-2C518A6EABF4}"/>
              </a:ext>
            </a:extLst>
          </p:cNvPr>
          <p:cNvCxnSpPr/>
          <p:nvPr/>
        </p:nvCxnSpPr>
        <p:spPr bwMode="auto">
          <a:xfrm flipH="1">
            <a:off x="7588099" y="3328934"/>
            <a:ext cx="498594" cy="0"/>
          </a:xfrm>
          <a:prstGeom prst="straightConnector1">
            <a:avLst/>
          </a:prstGeom>
          <a:noFill/>
          <a:ln w="19050" cap="flat" cmpd="sng" algn="ctr">
            <a:solidFill>
              <a:srgbClr val="33CCFF"/>
            </a:solidFill>
            <a:prstDash val="solid"/>
            <a:round/>
            <a:headEnd type="none" w="med" len="med"/>
            <a:tailEnd type="triangle"/>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テキスト ボックス 141">
            <a:extLst>
              <a:ext uri="{FF2B5EF4-FFF2-40B4-BE49-F238E27FC236}">
                <a16:creationId xmlns:a16="http://schemas.microsoft.com/office/drawing/2014/main" id="{EDC4FB92-97AA-4959-845A-94B84C6D68B4}"/>
              </a:ext>
            </a:extLst>
          </p:cNvPr>
          <p:cNvSpPr txBox="1"/>
          <p:nvPr/>
        </p:nvSpPr>
        <p:spPr>
          <a:xfrm>
            <a:off x="7946965" y="3446793"/>
            <a:ext cx="718466" cy="507831"/>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運用管理・</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ガバナンス</a:t>
            </a:r>
            <a:endParaRPr kumimoji="0" lang="en-US" altLang="ja-JP" sz="900" b="0" i="0" u="none" strike="noStrike" kern="0" cap="none" spc="0" normalizeH="0" baseline="0" noProof="0">
              <a:ln>
                <a:noFill/>
              </a:ln>
              <a:solidFill>
                <a:srgbClr val="000000"/>
              </a:solidFill>
              <a:effectLst/>
              <a:uLnTx/>
              <a:uFillTx/>
              <a:latin typeface="Arial"/>
              <a:ea typeface="ＭＳ Ｐゴシック"/>
            </a:endParaRP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チーム</a:t>
            </a:r>
          </a:p>
        </p:txBody>
      </p:sp>
      <p:cxnSp>
        <p:nvCxnSpPr>
          <p:cNvPr id="143" name="直線矢印コネクタ 142">
            <a:extLst>
              <a:ext uri="{FF2B5EF4-FFF2-40B4-BE49-F238E27FC236}">
                <a16:creationId xmlns:a16="http://schemas.microsoft.com/office/drawing/2014/main" id="{662826C1-2FC4-C10C-F1C0-5C5D8A7C8DFD}"/>
              </a:ext>
            </a:extLst>
          </p:cNvPr>
          <p:cNvCxnSpPr/>
          <p:nvPr/>
        </p:nvCxnSpPr>
        <p:spPr bwMode="auto">
          <a:xfrm>
            <a:off x="5088182" y="2116889"/>
            <a:ext cx="8202" cy="445643"/>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4" name="グラフィックス 143">
            <a:extLst>
              <a:ext uri="{FF2B5EF4-FFF2-40B4-BE49-F238E27FC236}">
                <a16:creationId xmlns:a16="http://schemas.microsoft.com/office/drawing/2014/main" id="{7D935C5E-4C6C-B924-8E55-40C1E04CAA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4998242" y="1876252"/>
            <a:ext cx="288000" cy="288000"/>
          </a:xfrm>
          <a:prstGeom prst="rect">
            <a:avLst/>
          </a:prstGeom>
        </p:spPr>
      </p:pic>
      <p:sp>
        <p:nvSpPr>
          <p:cNvPr id="145" name="テキスト ボックス 144">
            <a:extLst>
              <a:ext uri="{FF2B5EF4-FFF2-40B4-BE49-F238E27FC236}">
                <a16:creationId xmlns:a16="http://schemas.microsoft.com/office/drawing/2014/main" id="{99CDA9FD-BD53-73DB-78B0-59B9EBA1D955}"/>
              </a:ext>
            </a:extLst>
          </p:cNvPr>
          <p:cNvSpPr txBox="1"/>
          <p:nvPr/>
        </p:nvSpPr>
        <p:spPr>
          <a:xfrm>
            <a:off x="4827324" y="1500805"/>
            <a:ext cx="646331" cy="369332"/>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共通基盤</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チーム</a:t>
            </a:r>
          </a:p>
        </p:txBody>
      </p:sp>
      <p:cxnSp>
        <p:nvCxnSpPr>
          <p:cNvPr id="146" name="直線矢印コネクタ 145">
            <a:extLst>
              <a:ext uri="{FF2B5EF4-FFF2-40B4-BE49-F238E27FC236}">
                <a16:creationId xmlns:a16="http://schemas.microsoft.com/office/drawing/2014/main" id="{80D797D3-3808-E4BB-00AD-E479D43E65FA}"/>
              </a:ext>
            </a:extLst>
          </p:cNvPr>
          <p:cNvCxnSpPr/>
          <p:nvPr/>
        </p:nvCxnSpPr>
        <p:spPr bwMode="auto">
          <a:xfrm flipH="1">
            <a:off x="7605739" y="5718024"/>
            <a:ext cx="480954" cy="0"/>
          </a:xfrm>
          <a:prstGeom prst="straightConnector1">
            <a:avLst/>
          </a:prstGeom>
          <a:noFill/>
          <a:ln w="19050" cap="flat" cmpd="sng" algn="ctr">
            <a:solidFill>
              <a:srgbClr val="00007D">
                <a:lumMod val="60000"/>
                <a:lumOff val="40000"/>
              </a:srgbClr>
            </a:solidFill>
            <a:prstDash val="solid"/>
            <a:round/>
            <a:headEnd type="none" w="med" len="med"/>
            <a:tailEnd type="triangle"/>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7" name="グラフィックス 146">
            <a:extLst>
              <a:ext uri="{FF2B5EF4-FFF2-40B4-BE49-F238E27FC236}">
                <a16:creationId xmlns:a16="http://schemas.microsoft.com/office/drawing/2014/main" id="{9B3C56AD-B7F3-8534-BD0B-44151B4045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18339" y="5533075"/>
            <a:ext cx="288000" cy="288000"/>
          </a:xfrm>
          <a:prstGeom prst="rect">
            <a:avLst/>
          </a:prstGeom>
        </p:spPr>
      </p:pic>
      <p:sp>
        <p:nvSpPr>
          <p:cNvPr id="148" name="テキスト ボックス 147">
            <a:extLst>
              <a:ext uri="{FF2B5EF4-FFF2-40B4-BE49-F238E27FC236}">
                <a16:creationId xmlns:a16="http://schemas.microsoft.com/office/drawing/2014/main" id="{5D664ACD-704B-7E30-5841-25EEC5A8FAE6}"/>
              </a:ext>
            </a:extLst>
          </p:cNvPr>
          <p:cNvSpPr txBox="1"/>
          <p:nvPr/>
        </p:nvSpPr>
        <p:spPr>
          <a:xfrm>
            <a:off x="7946965" y="5163743"/>
            <a:ext cx="764953" cy="369332"/>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ネットワーク</a:t>
            </a: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チーム</a:t>
            </a:r>
          </a:p>
        </p:txBody>
      </p:sp>
      <p:cxnSp>
        <p:nvCxnSpPr>
          <p:cNvPr id="149" name="直線矢印コネクタ 148">
            <a:extLst>
              <a:ext uri="{FF2B5EF4-FFF2-40B4-BE49-F238E27FC236}">
                <a16:creationId xmlns:a16="http://schemas.microsoft.com/office/drawing/2014/main" id="{827B325B-4E5E-1C28-39D9-ADF71C12DD48}"/>
              </a:ext>
            </a:extLst>
          </p:cNvPr>
          <p:cNvCxnSpPr/>
          <p:nvPr/>
        </p:nvCxnSpPr>
        <p:spPr bwMode="auto">
          <a:xfrm>
            <a:off x="6824921" y="2116889"/>
            <a:ext cx="0" cy="445643"/>
          </a:xfrm>
          <a:prstGeom prst="straightConnector1">
            <a:avLst/>
          </a:prstGeom>
          <a:noFill/>
          <a:ln w="19050" cap="flat" cmpd="sng" algn="ctr">
            <a:solidFill>
              <a:srgbClr val="008000"/>
            </a:solidFill>
            <a:prstDash val="solid"/>
            <a:round/>
            <a:headEnd type="none" w="med" len="med"/>
            <a:tailEnd type="triangle"/>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0" name="グラフィックス 149">
            <a:extLst>
              <a:ext uri="{FF2B5EF4-FFF2-40B4-BE49-F238E27FC236}">
                <a16:creationId xmlns:a16="http://schemas.microsoft.com/office/drawing/2014/main" id="{4771EBF2-50A3-2A2A-4AF9-1AFC7A7E38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716505" y="1876252"/>
            <a:ext cx="288000" cy="288000"/>
          </a:xfrm>
          <a:prstGeom prst="rect">
            <a:avLst/>
          </a:prstGeom>
        </p:spPr>
      </p:pic>
      <p:sp>
        <p:nvSpPr>
          <p:cNvPr id="151" name="テキスト ボックス 150">
            <a:extLst>
              <a:ext uri="{FF2B5EF4-FFF2-40B4-BE49-F238E27FC236}">
                <a16:creationId xmlns:a16="http://schemas.microsoft.com/office/drawing/2014/main" id="{D543D8E4-30FF-7406-1600-49179021FBF3}"/>
              </a:ext>
            </a:extLst>
          </p:cNvPr>
          <p:cNvSpPr txBox="1"/>
          <p:nvPr/>
        </p:nvSpPr>
        <p:spPr>
          <a:xfrm>
            <a:off x="6494529" y="1500805"/>
            <a:ext cx="1069524" cy="369332"/>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個別業務システム</a:t>
            </a:r>
            <a:endParaRPr kumimoji="0" lang="en-US" altLang="ja-JP" sz="900" b="0" i="0" u="none" strike="noStrike" kern="0" cap="none" spc="0" normalizeH="0" baseline="0" noProof="0">
              <a:ln>
                <a:noFill/>
              </a:ln>
              <a:solidFill>
                <a:srgbClr val="000000"/>
              </a:solidFill>
              <a:effectLst/>
              <a:uLnTx/>
              <a:uFillTx/>
              <a:latin typeface="Arial"/>
              <a:ea typeface="ＭＳ Ｐゴシック"/>
            </a:endParaRPr>
          </a:p>
          <a:p>
            <a:pPr marL="0" marR="0" lvl="0" indent="0" defTabSz="4572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Arial"/>
                <a:ea typeface="ＭＳ Ｐゴシック"/>
              </a:rPr>
              <a:t>チーム</a:t>
            </a:r>
          </a:p>
        </p:txBody>
      </p:sp>
      <p:sp>
        <p:nvSpPr>
          <p:cNvPr id="152" name="吹き出し: 角を丸めた四角形 75">
            <a:extLst>
              <a:ext uri="{FF2B5EF4-FFF2-40B4-BE49-F238E27FC236}">
                <a16:creationId xmlns:a16="http://schemas.microsoft.com/office/drawing/2014/main" id="{91D61297-AEBD-3734-390E-8748AA119AEA}"/>
              </a:ext>
            </a:extLst>
          </p:cNvPr>
          <p:cNvSpPr/>
          <p:nvPr/>
        </p:nvSpPr>
        <p:spPr bwMode="auto">
          <a:xfrm>
            <a:off x="8637410" y="1464684"/>
            <a:ext cx="1658620" cy="519388"/>
          </a:xfrm>
          <a:prstGeom prst="wedgeRoundRectCallout">
            <a:avLst>
              <a:gd name="adj1" fmla="val -58732"/>
              <a:gd name="adj2" fmla="val 32605"/>
              <a:gd name="adj3" fmla="val 16667"/>
            </a:avLst>
          </a:prstGeom>
          <a:solidFill>
            <a:srgbClr val="FFFFFF">
              <a:lumMod val="95000"/>
            </a:srgbClr>
          </a:solidFill>
          <a:ln w="12700" cap="flat" cmpd="sng" algn="ctr">
            <a:solidFill>
              <a:srgbClr val="FFFFFF">
                <a:lumMod val="5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rPr>
              <a:t>Contributer </a:t>
            </a:r>
            <a:r>
              <a:rPr kumimoji="0" lang="ja-JP"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rPr>
              <a:t>から</a:t>
            </a:r>
            <a:endParaRPr kumimoji="0" lang="en-US" altLang="ja-JP"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ＭＳ Ｐゴシック"/>
              </a:rPr>
              <a:t>Network Contributor</a:t>
            </a:r>
            <a:r>
              <a:rPr kumimoji="0" lang="ja-JP" altLang="en-US" sz="1000" b="0" i="0" u="none" strike="noStrike" kern="0" cap="none" spc="0" normalizeH="0" baseline="0" noProof="0">
                <a:ln>
                  <a:noFill/>
                </a:ln>
                <a:solidFill>
                  <a:srgbClr val="000000"/>
                </a:solidFill>
                <a:effectLst/>
                <a:uLnTx/>
                <a:uFillTx/>
                <a:latin typeface="Arial"/>
                <a:ea typeface="ＭＳ Ｐゴシック"/>
              </a:rPr>
              <a:t> 相当の</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rPr>
              <a:t>権限をはく奪したもの</a:t>
            </a:r>
          </a:p>
        </p:txBody>
      </p:sp>
      <p:sp>
        <p:nvSpPr>
          <p:cNvPr id="153" name="吹き出し: 角を丸めた四角形 76">
            <a:extLst>
              <a:ext uri="{FF2B5EF4-FFF2-40B4-BE49-F238E27FC236}">
                <a16:creationId xmlns:a16="http://schemas.microsoft.com/office/drawing/2014/main" id="{958C2FBC-C642-8967-3779-3493439A238A}"/>
              </a:ext>
            </a:extLst>
          </p:cNvPr>
          <p:cNvSpPr/>
          <p:nvPr/>
        </p:nvSpPr>
        <p:spPr bwMode="auto">
          <a:xfrm>
            <a:off x="2764291" y="1755237"/>
            <a:ext cx="900635" cy="248511"/>
          </a:xfrm>
          <a:prstGeom prst="wedgeRoundRectCallout">
            <a:avLst>
              <a:gd name="adj1" fmla="val 64057"/>
              <a:gd name="adj2" fmla="val 6247"/>
              <a:gd name="adj3" fmla="val 16667"/>
            </a:avLst>
          </a:prstGeom>
          <a:solidFill>
            <a:srgbClr val="FFFFFF">
              <a:lumMod val="95000"/>
            </a:srgbClr>
          </a:solidFill>
          <a:ln w="12700" cap="flat" cmpd="sng" algn="ctr">
            <a:solidFill>
              <a:srgbClr val="FFFFFF">
                <a:lumMod val="5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rPr>
              <a:t>Contributer</a:t>
            </a:r>
            <a:endParaRPr kumimoji="0" lang="ja-JP"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54" name="吹き出し: 角を丸めた四角形 77">
            <a:extLst>
              <a:ext uri="{FF2B5EF4-FFF2-40B4-BE49-F238E27FC236}">
                <a16:creationId xmlns:a16="http://schemas.microsoft.com/office/drawing/2014/main" id="{E604B927-A399-B783-8C6C-14BE75180D7B}"/>
              </a:ext>
            </a:extLst>
          </p:cNvPr>
          <p:cNvSpPr/>
          <p:nvPr/>
        </p:nvSpPr>
        <p:spPr bwMode="auto">
          <a:xfrm>
            <a:off x="8574438" y="2830886"/>
            <a:ext cx="1818315" cy="527504"/>
          </a:xfrm>
          <a:prstGeom prst="wedgeRoundRectCallout">
            <a:avLst>
              <a:gd name="adj1" fmla="val -59940"/>
              <a:gd name="adj2" fmla="val 26176"/>
              <a:gd name="adj3" fmla="val 16667"/>
            </a:avLst>
          </a:prstGeom>
          <a:solidFill>
            <a:srgbClr val="FFFFFF">
              <a:lumMod val="95000"/>
            </a:srgbClr>
          </a:solidFill>
          <a:ln w="12700" cap="flat" cmpd="sng" algn="ctr">
            <a:solidFill>
              <a:srgbClr val="FFFFFF">
                <a:lumMod val="5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ＭＳ Ｐゴシック"/>
              </a:rPr>
              <a:t>Security Admin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rPr>
              <a:t>Microsoft Sent</a:t>
            </a:r>
            <a:r>
              <a:rPr kumimoji="0" lang="en-US" altLang="ja-JP" sz="1000" b="0" i="0" u="none" strike="noStrike" kern="0" cap="none" spc="0" normalizeH="0" baseline="0" noProof="0">
                <a:ln>
                  <a:noFill/>
                </a:ln>
                <a:solidFill>
                  <a:srgbClr val="000000"/>
                </a:solidFill>
                <a:effectLst/>
                <a:uLnTx/>
                <a:uFillTx/>
                <a:latin typeface="Arial"/>
                <a:ea typeface="ＭＳ Ｐゴシック"/>
              </a:rPr>
              <a:t>inel Contributor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rPr>
              <a:t>Monitoring Contributor</a:t>
            </a:r>
            <a:endParaRPr kumimoji="0" lang="ja-JP"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55" name="吹き出し: 角を丸めた四角形 78">
            <a:extLst>
              <a:ext uri="{FF2B5EF4-FFF2-40B4-BE49-F238E27FC236}">
                <a16:creationId xmlns:a16="http://schemas.microsoft.com/office/drawing/2014/main" id="{7AE26DB8-1A84-93F0-0C37-6EC0DDD41790}"/>
              </a:ext>
            </a:extLst>
          </p:cNvPr>
          <p:cNvSpPr/>
          <p:nvPr/>
        </p:nvSpPr>
        <p:spPr bwMode="auto">
          <a:xfrm>
            <a:off x="8574438" y="3778782"/>
            <a:ext cx="1193475" cy="385481"/>
          </a:xfrm>
          <a:prstGeom prst="wedgeRoundRectCallout">
            <a:avLst>
              <a:gd name="adj1" fmla="val -58256"/>
              <a:gd name="adj2" fmla="val -38068"/>
              <a:gd name="adj3" fmla="val 16667"/>
            </a:avLst>
          </a:prstGeom>
          <a:solidFill>
            <a:srgbClr val="CCFFCC"/>
          </a:solidFill>
          <a:ln w="12700"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ja-JP" altLang="en-US" sz="1000">
                <a:solidFill>
                  <a:srgbClr val="000000"/>
                </a:solidFill>
                <a:latin typeface="Arial" panose="020B0604020202020204" pitchFamily="34" charset="0"/>
                <a:ea typeface="ＭＳ Ｐゴシック" panose="020B0600070205080204" pitchFamily="50" charset="-128"/>
              </a:rPr>
              <a:t>横断的な運用管理・</a:t>
            </a:r>
          </a:p>
          <a:p>
            <a:pPr algn="ctr" fontAlgn="base">
              <a:spcBef>
                <a:spcPct val="0"/>
              </a:spcBef>
              <a:spcAft>
                <a:spcPct val="0"/>
              </a:spcAft>
            </a:pPr>
            <a:r>
              <a:rPr kumimoji="0" lang="ja-JP" altLang="en-US" sz="1000">
                <a:solidFill>
                  <a:srgbClr val="000000"/>
                </a:solidFill>
                <a:latin typeface="Arial"/>
                <a:ea typeface="ＭＳ Ｐゴシック"/>
              </a:rPr>
              <a:t>ガバナンスを実施</a:t>
            </a:r>
            <a:endParaRPr lang="ja-JP" altLang="en-US" sz="1000">
              <a:solidFill>
                <a:srgbClr val="000000"/>
              </a:solidFill>
              <a:latin typeface="Arial" panose="020B0604020202020204" pitchFamily="34" charset="0"/>
              <a:ea typeface="ＭＳ Ｐゴシック" panose="020B0600070205080204" pitchFamily="50" charset="-128"/>
            </a:endParaRPr>
          </a:p>
        </p:txBody>
      </p:sp>
      <p:sp>
        <p:nvSpPr>
          <p:cNvPr id="156" name="吹き出し: 角を丸めた四角形 79">
            <a:extLst>
              <a:ext uri="{FF2B5EF4-FFF2-40B4-BE49-F238E27FC236}">
                <a16:creationId xmlns:a16="http://schemas.microsoft.com/office/drawing/2014/main" id="{F076D125-C918-A1CE-2308-CDB732A14A92}"/>
              </a:ext>
            </a:extLst>
          </p:cNvPr>
          <p:cNvSpPr/>
          <p:nvPr/>
        </p:nvSpPr>
        <p:spPr bwMode="auto">
          <a:xfrm>
            <a:off x="7329074" y="1694758"/>
            <a:ext cx="1131058" cy="385481"/>
          </a:xfrm>
          <a:prstGeom prst="wedgeRoundRectCallout">
            <a:avLst>
              <a:gd name="adj1" fmla="val -58256"/>
              <a:gd name="adj2" fmla="val -38068"/>
              <a:gd name="adj3" fmla="val 16667"/>
            </a:avLst>
          </a:prstGeom>
          <a:solidFill>
            <a:srgbClr val="CCFFCC"/>
          </a:solidFill>
          <a:ln w="12700"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ja-JP" altLang="en-US" sz="1000">
                <a:solidFill>
                  <a:srgbClr val="000000"/>
                </a:solidFill>
                <a:latin typeface="Arial" panose="020B0604020202020204" pitchFamily="34" charset="0"/>
                <a:ea typeface="ＭＳ Ｐゴシック" panose="020B0600070205080204" pitchFamily="50" charset="-128"/>
              </a:rPr>
              <a:t>業務システムの</a:t>
            </a:r>
          </a:p>
          <a:p>
            <a:pPr algn="ctr" fontAlgn="base">
              <a:spcBef>
                <a:spcPct val="0"/>
              </a:spcBef>
              <a:spcAft>
                <a:spcPct val="0"/>
              </a:spcAft>
            </a:pPr>
            <a:r>
              <a:rPr kumimoji="0" lang="ja-JP" altLang="en-US" sz="1000">
                <a:solidFill>
                  <a:srgbClr val="000000"/>
                </a:solidFill>
                <a:latin typeface="Arial"/>
                <a:ea typeface="ＭＳ Ｐゴシック"/>
              </a:rPr>
              <a:t>構築と運用を実施</a:t>
            </a:r>
            <a:endParaRPr lang="ja-JP" altLang="en-US" sz="1000">
              <a:solidFill>
                <a:srgbClr val="000000"/>
              </a:solidFill>
              <a:latin typeface="Arial" panose="020B0604020202020204" pitchFamily="34" charset="0"/>
              <a:ea typeface="ＭＳ Ｐゴシック" panose="020B0600070205080204" pitchFamily="50" charset="-128"/>
            </a:endParaRPr>
          </a:p>
        </p:txBody>
      </p:sp>
      <p:sp>
        <p:nvSpPr>
          <p:cNvPr id="157" name="吹き出し: 角を丸めた四角形 80">
            <a:extLst>
              <a:ext uri="{FF2B5EF4-FFF2-40B4-BE49-F238E27FC236}">
                <a16:creationId xmlns:a16="http://schemas.microsoft.com/office/drawing/2014/main" id="{136B347A-874F-7FFA-2CF3-6F4C030F150F}"/>
              </a:ext>
            </a:extLst>
          </p:cNvPr>
          <p:cNvSpPr/>
          <p:nvPr/>
        </p:nvSpPr>
        <p:spPr bwMode="auto">
          <a:xfrm>
            <a:off x="3840028" y="1645410"/>
            <a:ext cx="853529" cy="385481"/>
          </a:xfrm>
          <a:prstGeom prst="wedgeRoundRectCallout">
            <a:avLst>
              <a:gd name="adj1" fmla="val 71945"/>
              <a:gd name="adj2" fmla="val -32035"/>
              <a:gd name="adj3" fmla="val 16667"/>
            </a:avLst>
          </a:prstGeom>
          <a:solidFill>
            <a:srgbClr val="CCFFCC"/>
          </a:solidFill>
          <a:ln w="12700"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0" lang="ja-JP" altLang="en-US" sz="1000">
                <a:solidFill>
                  <a:srgbClr val="000000"/>
                </a:solidFill>
                <a:latin typeface="Arial"/>
                <a:ea typeface="ＭＳ Ｐゴシック"/>
              </a:rPr>
              <a:t>共通基盤の</a:t>
            </a:r>
            <a:endParaRPr lang="ja-JP" altLang="en-US" sz="1000">
              <a:solidFill>
                <a:srgbClr val="000000"/>
              </a:solidFill>
              <a:latin typeface="Arial" panose="020B0604020202020204" pitchFamily="34" charset="0"/>
              <a:ea typeface="ＭＳ Ｐゴシック" panose="020B0600070205080204" pitchFamily="50" charset="-128"/>
            </a:endParaRPr>
          </a:p>
          <a:p>
            <a:pPr algn="ctr" fontAlgn="base">
              <a:spcBef>
                <a:spcPct val="0"/>
              </a:spcBef>
              <a:spcAft>
                <a:spcPct val="0"/>
              </a:spcAft>
            </a:pPr>
            <a:r>
              <a:rPr kumimoji="0" lang="ja-JP" altLang="en-US" sz="1000">
                <a:solidFill>
                  <a:srgbClr val="000000"/>
                </a:solidFill>
                <a:latin typeface="Arial"/>
                <a:ea typeface="ＭＳ Ｐゴシック"/>
              </a:rPr>
              <a:t>構築を実施</a:t>
            </a:r>
            <a:endParaRPr lang="ja-JP" altLang="en-US" sz="1000">
              <a:solidFill>
                <a:srgbClr val="000000"/>
              </a:solidFill>
              <a:latin typeface="Arial" panose="020B0604020202020204" pitchFamily="34" charset="0"/>
              <a:ea typeface="ＭＳ Ｐゴシック" panose="020B0600070205080204" pitchFamily="50" charset="-128"/>
            </a:endParaRPr>
          </a:p>
        </p:txBody>
      </p:sp>
      <p:sp>
        <p:nvSpPr>
          <p:cNvPr id="158" name="吹き出し: 角を丸めた四角形 81">
            <a:extLst>
              <a:ext uri="{FF2B5EF4-FFF2-40B4-BE49-F238E27FC236}">
                <a16:creationId xmlns:a16="http://schemas.microsoft.com/office/drawing/2014/main" id="{6437DF91-1807-003E-B95C-2844775F8607}"/>
              </a:ext>
            </a:extLst>
          </p:cNvPr>
          <p:cNvSpPr/>
          <p:nvPr/>
        </p:nvSpPr>
        <p:spPr bwMode="auto">
          <a:xfrm>
            <a:off x="8665431" y="5255663"/>
            <a:ext cx="1297547" cy="226170"/>
          </a:xfrm>
          <a:prstGeom prst="wedgeRoundRectCallout">
            <a:avLst>
              <a:gd name="adj1" fmla="val -60674"/>
              <a:gd name="adj2" fmla="val 9330"/>
              <a:gd name="adj3" fmla="val 16667"/>
            </a:avLst>
          </a:prstGeom>
          <a:solidFill>
            <a:srgbClr val="FFFFFF">
              <a:lumMod val="95000"/>
            </a:srgbClr>
          </a:solidFill>
          <a:ln w="12700" cap="flat" cmpd="sng" algn="ctr">
            <a:solidFill>
              <a:srgbClr val="FFFFFF">
                <a:lumMod val="5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ＭＳ Ｐゴシック"/>
              </a:rPr>
              <a:t>Network Contributor</a:t>
            </a:r>
            <a:endParaRPr kumimoji="0" lang="ja-JP"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
        <p:nvSpPr>
          <p:cNvPr id="159" name="吹き出し: 角を丸めた四角形 82">
            <a:extLst>
              <a:ext uri="{FF2B5EF4-FFF2-40B4-BE49-F238E27FC236}">
                <a16:creationId xmlns:a16="http://schemas.microsoft.com/office/drawing/2014/main" id="{09E96781-43CC-BB74-09E1-D4A817CEFCB7}"/>
              </a:ext>
            </a:extLst>
          </p:cNvPr>
          <p:cNvSpPr/>
          <p:nvPr/>
        </p:nvSpPr>
        <p:spPr bwMode="auto">
          <a:xfrm>
            <a:off x="8574438" y="5702670"/>
            <a:ext cx="1297547" cy="385481"/>
          </a:xfrm>
          <a:prstGeom prst="wedgeRoundRectCallout">
            <a:avLst>
              <a:gd name="adj1" fmla="val -58256"/>
              <a:gd name="adj2" fmla="val -38068"/>
              <a:gd name="adj3" fmla="val 16667"/>
            </a:avLst>
          </a:prstGeom>
          <a:solidFill>
            <a:srgbClr val="CCFFCC"/>
          </a:solidFill>
          <a:ln w="12700"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ja-JP" altLang="en-US" sz="1000">
                <a:solidFill>
                  <a:srgbClr val="000000"/>
                </a:solidFill>
                <a:latin typeface="Arial" panose="020B0604020202020204" pitchFamily="34" charset="0"/>
                <a:ea typeface="ＭＳ Ｐゴシック" panose="020B0600070205080204" pitchFamily="50" charset="-128"/>
              </a:rPr>
              <a:t>ネットワークリソースの</a:t>
            </a:r>
          </a:p>
          <a:p>
            <a:pPr algn="ctr" fontAlgn="base">
              <a:spcBef>
                <a:spcPct val="0"/>
              </a:spcBef>
              <a:spcAft>
                <a:spcPct val="0"/>
              </a:spcAft>
            </a:pPr>
            <a:r>
              <a:rPr lang="ja-JP" altLang="en-US" sz="1000">
                <a:solidFill>
                  <a:srgbClr val="000000"/>
                </a:solidFill>
                <a:latin typeface="Arial" panose="020B0604020202020204" pitchFamily="34" charset="0"/>
                <a:ea typeface="ＭＳ Ｐゴシック" panose="020B0600070205080204" pitchFamily="50" charset="-128"/>
              </a:rPr>
              <a:t>集中管理を実施</a:t>
            </a:r>
          </a:p>
        </p:txBody>
      </p:sp>
      <p:sp>
        <p:nvSpPr>
          <p:cNvPr id="160" name="四角形: 角を丸くする 38">
            <a:extLst>
              <a:ext uri="{FF2B5EF4-FFF2-40B4-BE49-F238E27FC236}">
                <a16:creationId xmlns:a16="http://schemas.microsoft.com/office/drawing/2014/main" id="{FDC1C365-756F-FA79-F659-17D3AAA37E5E}"/>
              </a:ext>
            </a:extLst>
          </p:cNvPr>
          <p:cNvSpPr/>
          <p:nvPr/>
        </p:nvSpPr>
        <p:spPr bwMode="auto">
          <a:xfrm>
            <a:off x="5553260" y="3112642"/>
            <a:ext cx="1866739" cy="411480"/>
          </a:xfrm>
          <a:prstGeom prst="roundRect">
            <a:avLst>
              <a:gd name="adj" fmla="val 2941"/>
            </a:avLst>
          </a:prstGeom>
          <a:noFill/>
          <a:ln w="19050" cap="flat" cmpd="sng" algn="ctr">
            <a:solidFill>
              <a:srgbClr val="00B0F0"/>
            </a:solidFill>
            <a:prstDash val="sysDot"/>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pic>
        <p:nvPicPr>
          <p:cNvPr id="161" name="図 53">
            <a:extLst>
              <a:ext uri="{FF2B5EF4-FFF2-40B4-BE49-F238E27FC236}">
                <a16:creationId xmlns:a16="http://schemas.microsoft.com/office/drawing/2014/main" id="{0C847B8B-7F01-72F9-84A6-07BA5301A11F}"/>
              </a:ext>
            </a:extLst>
          </p:cNvPr>
          <p:cNvPicPr>
            <a:picLocks noChangeAspect="1"/>
          </p:cNvPicPr>
          <p:nvPr/>
        </p:nvPicPr>
        <p:blipFill>
          <a:blip r:embed="rId2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60006" y="2664110"/>
            <a:ext cx="216704" cy="346726"/>
          </a:xfrm>
          <a:prstGeom prst="rect">
            <a:avLst/>
          </a:prstGeom>
        </p:spPr>
      </p:pic>
      <p:pic>
        <p:nvPicPr>
          <p:cNvPr id="162" name="図 53">
            <a:extLst>
              <a:ext uri="{FF2B5EF4-FFF2-40B4-BE49-F238E27FC236}">
                <a16:creationId xmlns:a16="http://schemas.microsoft.com/office/drawing/2014/main" id="{CB401FC3-5284-479C-009B-E3D8A6B2DD88}"/>
              </a:ext>
            </a:extLst>
          </p:cNvPr>
          <p:cNvPicPr>
            <a:picLocks noChangeAspect="1"/>
          </p:cNvPicPr>
          <p:nvPr/>
        </p:nvPicPr>
        <p:blipFill>
          <a:blip r:embed="rId2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57117" y="2660406"/>
            <a:ext cx="176688" cy="282700"/>
          </a:xfrm>
          <a:prstGeom prst="rect">
            <a:avLst/>
          </a:prstGeom>
        </p:spPr>
      </p:pic>
      <p:sp>
        <p:nvSpPr>
          <p:cNvPr id="163" name="四角形: 角を丸くする 37">
            <a:extLst>
              <a:ext uri="{FF2B5EF4-FFF2-40B4-BE49-F238E27FC236}">
                <a16:creationId xmlns:a16="http://schemas.microsoft.com/office/drawing/2014/main" id="{63FC6B65-92B4-B779-0F2D-C4950D66840D}"/>
              </a:ext>
            </a:extLst>
          </p:cNvPr>
          <p:cNvSpPr/>
          <p:nvPr/>
        </p:nvSpPr>
        <p:spPr bwMode="auto">
          <a:xfrm>
            <a:off x="5544288" y="5331291"/>
            <a:ext cx="1912703" cy="773430"/>
          </a:xfrm>
          <a:prstGeom prst="roundRect">
            <a:avLst>
              <a:gd name="adj" fmla="val 2941"/>
            </a:avLst>
          </a:prstGeom>
          <a:noFill/>
          <a:ln w="19050" cap="flat" cmpd="sng" algn="ctr">
            <a:solidFill>
              <a:srgbClr val="00007D">
                <a:lumMod val="60000"/>
                <a:lumOff val="40000"/>
              </a:srgbClr>
            </a:solidFill>
            <a:prstDash val="sysDot"/>
            <a:round/>
            <a:headEnd type="none" w="med" len="med"/>
            <a:tailEnd type="none" w="med" len="med"/>
          </a:ln>
          <a:effectLst/>
          <a:extLst>
            <a:ext uri="{909E8E84-426E-40DD-AFC4-6F175D3DCCD1}">
              <a14:hiddenFill xmlns:a14="http://schemas.microsoft.com/office/drawing/2010/main">
                <a:gradFill rotWithShape="1">
                  <a:gsLst>
                    <a:gs pos="0">
                      <a:srgbClr val="99CCFF">
                        <a:gamma/>
                        <a:tint val="33725"/>
                        <a:invGamma/>
                      </a:srgbClr>
                    </a:gs>
                    <a:gs pos="50000">
                      <a:srgbClr val="99CCFF"/>
                    </a:gs>
                    <a:gs pos="100000">
                      <a:srgbClr val="99CCFF">
                        <a:gamma/>
                        <a:tint val="33725"/>
                        <a:invGamma/>
                      </a:srgbClr>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endParaRPr>
          </a:p>
        </p:txBody>
      </p:sp>
    </p:spTree>
    <p:extLst>
      <p:ext uri="{BB962C8B-B14F-4D97-AF65-F5344CB8AC3E}">
        <p14:creationId xmlns:p14="http://schemas.microsoft.com/office/powerpoint/2010/main" val="1307894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A1DB7-8E4A-BB4D-26B2-C1B04FAE20E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6A04D20-D0A6-1CEE-989E-26DEA021F41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en-US" altLang="ja-JP" sz="2000" dirty="0"/>
              <a:t>RBAC </a:t>
            </a:r>
            <a:r>
              <a:rPr kumimoji="1" lang="ja-JP" altLang="en-US" sz="2000"/>
              <a:t>のベストプラクティス（基本の原則①）</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06EFF0D9-3889-4920-68E3-F80AB43AFF6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9F40A9D-2B51-CBC4-65DA-BB6A54A2AAA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テキスト プレースホルダー 1">
            <a:extLst>
              <a:ext uri="{FF2B5EF4-FFF2-40B4-BE49-F238E27FC236}">
                <a16:creationId xmlns:a16="http://schemas.microsoft.com/office/drawing/2014/main" id="{03F3DA7F-640D-4E16-E357-720944DFF5EC}"/>
              </a:ext>
            </a:extLst>
          </p:cNvPr>
          <p:cNvSpPr>
            <a:spLocks noGrp="1"/>
          </p:cNvSpPr>
          <p:nvPr>
            <p:ph idx="1"/>
          </p:nvPr>
        </p:nvSpPr>
        <p:spPr>
          <a:xfrm>
            <a:off x="838200" y="1371600"/>
            <a:ext cx="10515600" cy="5013988"/>
          </a:xfrm>
        </p:spPr>
        <p:txBody>
          <a:bodyPr>
            <a:normAutofit fontScale="92500" lnSpcReduction="10000"/>
          </a:bodyPr>
          <a:lstStyle/>
          <a:p>
            <a:r>
              <a:rPr kumimoji="1" lang="ja-JP" altLang="en-US" sz="2800" dirty="0"/>
              <a:t>サブスクリプションの所有者は最大</a:t>
            </a:r>
            <a:r>
              <a:rPr kumimoji="1" lang="en-US" altLang="ja-JP" sz="2800" dirty="0"/>
              <a:t>3</a:t>
            </a:r>
            <a:r>
              <a:rPr kumimoji="1" lang="ja-JP" altLang="en-US" sz="2800" dirty="0"/>
              <a:t>人まで</a:t>
            </a:r>
            <a:endParaRPr kumimoji="1" lang="en-US" altLang="ja-JP" sz="2800" dirty="0"/>
          </a:p>
          <a:p>
            <a:pPr lvl="1">
              <a:buFont typeface="Segoe UI Light" panose="020B0502040204020203" pitchFamily="34" charset="0"/>
              <a:buChar char="►"/>
            </a:pPr>
            <a:r>
              <a:rPr kumimoji="1" lang="ja-JP" altLang="en-US" sz="2400" dirty="0"/>
              <a:t>侵害の可能性を減らすため</a:t>
            </a:r>
            <a:endParaRPr kumimoji="1" lang="en-US" altLang="ja-JP" sz="2400" dirty="0"/>
          </a:p>
          <a:p>
            <a:pPr lvl="1">
              <a:buFont typeface="Segoe UI Light" panose="020B0502040204020203" pitchFamily="34" charset="0"/>
              <a:buChar char="►"/>
            </a:pPr>
            <a:endParaRPr kumimoji="1" lang="en-US" altLang="ja-JP" sz="2400" dirty="0"/>
          </a:p>
          <a:p>
            <a:r>
              <a:rPr kumimoji="1" lang="ja-JP" altLang="en-US" sz="2800" dirty="0"/>
              <a:t>複数のサブスクリプションの所有者が割り当てられている必要がある</a:t>
            </a:r>
            <a:endParaRPr kumimoji="1" lang="en-US" altLang="ja-JP" sz="2800" dirty="0"/>
          </a:p>
          <a:p>
            <a:pPr lvl="1">
              <a:buFont typeface="Segoe UI Light" panose="020B0502040204020203" pitchFamily="34" charset="0"/>
              <a:buChar char="►"/>
            </a:pPr>
            <a:r>
              <a:rPr kumimoji="1" lang="ja-JP" altLang="en-US" sz="2400" dirty="0"/>
              <a:t>管理者アクセスの冗長性を確保するため</a:t>
            </a:r>
            <a:endParaRPr kumimoji="1" lang="en-US" altLang="ja-JP" sz="2400" dirty="0"/>
          </a:p>
          <a:p>
            <a:pPr lvl="1">
              <a:buFont typeface="Segoe UI Light" panose="020B0502040204020203" pitchFamily="34" charset="0"/>
              <a:buChar char="►"/>
            </a:pPr>
            <a:endParaRPr kumimoji="1" lang="en-US" altLang="ja-JP" sz="2400" dirty="0"/>
          </a:p>
          <a:p>
            <a:r>
              <a:rPr lang="ja-JP" altLang="en-US" sz="2800" dirty="0"/>
              <a:t>所有者特権を持つ外部アカウントをサブスクリプションから削除する</a:t>
            </a:r>
            <a:endParaRPr lang="en-US" altLang="ja-JP" sz="2800" dirty="0"/>
          </a:p>
          <a:p>
            <a:pPr lvl="1">
              <a:buFont typeface="Segoe UI Light" panose="020B0502040204020203" pitchFamily="34" charset="0"/>
              <a:buChar char="►"/>
            </a:pPr>
            <a:r>
              <a:rPr lang="ja-JP" altLang="en-US" sz="2400" dirty="0"/>
              <a:t>監視されていないアクセスを防止するため</a:t>
            </a:r>
            <a:endParaRPr lang="en-US" altLang="ja-JP" sz="2400" dirty="0"/>
          </a:p>
          <a:p>
            <a:pPr marL="336081" lvl="1" indent="0">
              <a:buNone/>
            </a:pPr>
            <a:r>
              <a:rPr lang="en-US" altLang="ja-JP" sz="2400" dirty="0">
                <a:solidFill>
                  <a:srgbClr val="FF0000"/>
                </a:solidFill>
              </a:rPr>
              <a:t>※Entra ID </a:t>
            </a:r>
            <a:r>
              <a:rPr lang="ja-JP" altLang="en-US" sz="2400" dirty="0">
                <a:solidFill>
                  <a:srgbClr val="FF0000"/>
                </a:solidFill>
              </a:rPr>
              <a:t>の構成に依存します</a:t>
            </a:r>
            <a:endParaRPr lang="en-US" altLang="ja-JP" sz="2400" dirty="0">
              <a:solidFill>
                <a:srgbClr val="FF0000"/>
              </a:solidFill>
            </a:endParaRPr>
          </a:p>
          <a:p>
            <a:pPr lvl="1">
              <a:buFont typeface="Segoe UI Light" panose="020B0502040204020203" pitchFamily="34" charset="0"/>
              <a:buChar char="►"/>
            </a:pPr>
            <a:endParaRPr lang="en-US" altLang="ja-JP" sz="2400" dirty="0"/>
          </a:p>
          <a:p>
            <a:r>
              <a:rPr lang="ja-JP" altLang="en-US" sz="2800" dirty="0"/>
              <a:t>サブスクリプションの所有者は </a:t>
            </a:r>
            <a:r>
              <a:rPr lang="en-US" altLang="ja-JP" sz="2800" dirty="0"/>
              <a:t>MFA </a:t>
            </a:r>
            <a:r>
              <a:rPr lang="ja-JP" altLang="en-US" sz="2800" dirty="0"/>
              <a:t>を有効にする</a:t>
            </a:r>
            <a:endParaRPr lang="en-US" altLang="ja-JP" sz="2800" dirty="0"/>
          </a:p>
          <a:p>
            <a:pPr lvl="1">
              <a:buFont typeface="Segoe UI Light" panose="020B0502040204020203" pitchFamily="34" charset="0"/>
              <a:buChar char="►"/>
            </a:pPr>
            <a:r>
              <a:rPr kumimoji="1" lang="ja-JP" altLang="en-US" sz="2400" dirty="0"/>
              <a:t>侵害を防止するため</a:t>
            </a:r>
            <a:endParaRPr kumimoji="1" lang="en-US" altLang="ja-JP" sz="2400" dirty="0"/>
          </a:p>
          <a:p>
            <a:pPr marL="336081" lvl="1" indent="0">
              <a:buNone/>
            </a:pPr>
            <a:r>
              <a:rPr lang="en-US" altLang="ja-JP" sz="2400" dirty="0">
                <a:solidFill>
                  <a:srgbClr val="FF0000"/>
                </a:solidFill>
              </a:rPr>
              <a:t>※</a:t>
            </a:r>
            <a:r>
              <a:rPr lang="ja-JP" altLang="en-US" sz="2400" dirty="0">
                <a:solidFill>
                  <a:srgbClr val="FF0000"/>
                </a:solidFill>
              </a:rPr>
              <a:t>適用は管理者と相談になります</a:t>
            </a:r>
            <a:endParaRPr lang="en-US" altLang="ja-JP" sz="2800" dirty="0">
              <a:solidFill>
                <a:srgbClr val="FF0000"/>
              </a:solidFill>
            </a:endParaRPr>
          </a:p>
        </p:txBody>
      </p:sp>
    </p:spTree>
    <p:extLst>
      <p:ext uri="{BB962C8B-B14F-4D97-AF65-F5344CB8AC3E}">
        <p14:creationId xmlns:p14="http://schemas.microsoft.com/office/powerpoint/2010/main" val="1511164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17F4-5025-46B6-CE78-9DA58169778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9A21735-A72B-01A9-DDDD-61DE2449949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kumimoji="1" lang="en-US" altLang="ja-JP" sz="2000" dirty="0"/>
              <a:t>RBAC </a:t>
            </a:r>
            <a:r>
              <a:rPr kumimoji="1" lang="ja-JP" altLang="en-US" sz="2000"/>
              <a:t>のベストプラクティス（基本の原則②）</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9B02E25-EAAD-A8B1-572F-791A3404FF3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F749126-359D-87FF-2624-79943EFCF78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8" name="テキスト プレースホルダー 1">
            <a:extLst>
              <a:ext uri="{FF2B5EF4-FFF2-40B4-BE49-F238E27FC236}">
                <a16:creationId xmlns:a16="http://schemas.microsoft.com/office/drawing/2014/main" id="{645E6EB9-66F8-75F4-7B34-8B5740B9628E}"/>
              </a:ext>
            </a:extLst>
          </p:cNvPr>
          <p:cNvSpPr>
            <a:spLocks noGrp="1"/>
          </p:cNvSpPr>
          <p:nvPr>
            <p:ph idx="1"/>
          </p:nvPr>
        </p:nvSpPr>
        <p:spPr>
          <a:xfrm>
            <a:off x="838200" y="1371600"/>
            <a:ext cx="10515600" cy="5013988"/>
          </a:xfrm>
        </p:spPr>
        <p:txBody>
          <a:bodyPr/>
          <a:lstStyle/>
          <a:p>
            <a:r>
              <a:rPr kumimoji="1" lang="ja-JP" altLang="en-US" sz="3200" dirty="0"/>
              <a:t>チーム内で職務を分離</a:t>
            </a:r>
            <a:endParaRPr kumimoji="1" lang="en-US" altLang="ja-JP" sz="3200" dirty="0"/>
          </a:p>
          <a:p>
            <a:pPr lvl="1">
              <a:buFont typeface="Segoe UI Light" panose="020B0502040204020203" pitchFamily="34" charset="0"/>
              <a:buChar char="►"/>
            </a:pPr>
            <a:r>
              <a:rPr kumimoji="1" lang="ja-JP" altLang="en-US" sz="2800" dirty="0"/>
              <a:t>大規模の場合に考慮</a:t>
            </a:r>
            <a:endParaRPr kumimoji="1" lang="en-US" altLang="ja-JP" sz="2800" dirty="0"/>
          </a:p>
          <a:p>
            <a:pPr lvl="1">
              <a:buFont typeface="Segoe UI Light" panose="020B0502040204020203" pitchFamily="34" charset="0"/>
              <a:buChar char="►"/>
            </a:pPr>
            <a:r>
              <a:rPr lang="ja-JP" altLang="en-US" sz="2800" dirty="0"/>
              <a:t>小規模でも所有者権限はできるだけ少数に</a:t>
            </a:r>
            <a:endParaRPr kumimoji="1" lang="en-US" altLang="ja-JP" sz="2800" dirty="0"/>
          </a:p>
          <a:p>
            <a:pPr lvl="1">
              <a:buFont typeface="Segoe UI Light" panose="020B0502040204020203" pitchFamily="34" charset="0"/>
              <a:buChar char="►"/>
            </a:pPr>
            <a:endParaRPr kumimoji="1" lang="en-US" altLang="ja-JP" sz="2800" dirty="0"/>
          </a:p>
          <a:p>
            <a:r>
              <a:rPr lang="ja-JP" altLang="en-US" sz="3200" dirty="0"/>
              <a:t>職務に必要なアクセス許可のみをユーザーに付与</a:t>
            </a:r>
            <a:endParaRPr lang="en-US" altLang="ja-JP" sz="3200" dirty="0"/>
          </a:p>
          <a:p>
            <a:pPr lvl="1">
              <a:buFont typeface="Segoe UI Light" panose="020B0502040204020203" pitchFamily="34" charset="0"/>
              <a:buChar char="►"/>
            </a:pPr>
            <a:r>
              <a:rPr kumimoji="1" lang="ja-JP" altLang="en-US" sz="2800" dirty="0">
                <a:solidFill>
                  <a:srgbClr val="FF0000"/>
                </a:solidFill>
              </a:rPr>
              <a:t>サブスクリプション所有者 </a:t>
            </a:r>
            <a:r>
              <a:rPr kumimoji="1" lang="ja-JP" altLang="en-US" sz="2800">
                <a:solidFill>
                  <a:srgbClr val="FF0000"/>
                </a:solidFill>
              </a:rPr>
              <a:t>➡ </a:t>
            </a:r>
            <a:r>
              <a:rPr kumimoji="1" lang="en-US" altLang="ja-JP" sz="2800" dirty="0">
                <a:solidFill>
                  <a:srgbClr val="FF0000"/>
                </a:solidFill>
              </a:rPr>
              <a:t>Entra ID </a:t>
            </a:r>
            <a:r>
              <a:rPr kumimoji="1" lang="ja-JP" altLang="en-US" sz="2800" dirty="0">
                <a:solidFill>
                  <a:srgbClr val="FF0000"/>
                </a:solidFill>
              </a:rPr>
              <a:t>の変更が可能</a:t>
            </a:r>
            <a:endParaRPr kumimoji="1" lang="en-US" altLang="ja-JP" sz="2800" dirty="0">
              <a:solidFill>
                <a:srgbClr val="FF0000"/>
              </a:solidFill>
            </a:endParaRPr>
          </a:p>
          <a:p>
            <a:pPr lvl="1">
              <a:buFont typeface="Segoe UI Light" panose="020B0502040204020203" pitchFamily="34" charset="0"/>
              <a:buChar char="►"/>
            </a:pPr>
            <a:r>
              <a:rPr lang="ja-JP" altLang="en-US" sz="2800" dirty="0">
                <a:solidFill>
                  <a:srgbClr val="FF0000"/>
                </a:solidFill>
              </a:rPr>
              <a:t>リソース グループ所有者 ➡ リソース グループを一括で削除可能</a:t>
            </a:r>
            <a:endParaRPr lang="en-US" altLang="ja-JP" sz="2800" dirty="0">
              <a:solidFill>
                <a:srgbClr val="FF0000"/>
              </a:solidFill>
            </a:endParaRPr>
          </a:p>
          <a:p>
            <a:pPr lvl="1">
              <a:buFont typeface="Segoe UI Light" panose="020B0502040204020203" pitchFamily="34" charset="0"/>
              <a:buChar char="►"/>
            </a:pPr>
            <a:r>
              <a:rPr kumimoji="1" lang="ja-JP" altLang="en-US" sz="2800" dirty="0">
                <a:solidFill>
                  <a:srgbClr val="FF0000"/>
                </a:solidFill>
              </a:rPr>
              <a:t>ストレージ アカウント所有者 ➡ ストレージ アカウントの削除可能</a:t>
            </a:r>
            <a:endParaRPr kumimoji="1" lang="en-US" altLang="ja-JP" sz="2800" dirty="0">
              <a:solidFill>
                <a:srgbClr val="FF0000"/>
              </a:solidFill>
            </a:endParaRPr>
          </a:p>
        </p:txBody>
      </p:sp>
    </p:spTree>
    <p:extLst>
      <p:ext uri="{BB962C8B-B14F-4D97-AF65-F5344CB8AC3E}">
        <p14:creationId xmlns:p14="http://schemas.microsoft.com/office/powerpoint/2010/main" val="3783860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49707-D196-9FC4-6C3E-7593FECAED1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37B78F-DC9F-803E-4E9F-1688575F575F}"/>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2</a:t>
            </a:r>
          </a:p>
          <a:p>
            <a:pPr marL="0" indent="0">
              <a:buNone/>
            </a:pP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のガードレール</a:t>
            </a:r>
            <a:endParaRPr lang="en-US" altLang="ja-JP" sz="3200" dirty="0"/>
          </a:p>
          <a:p>
            <a:pPr marL="0" indent="0">
              <a:buNone/>
            </a:pPr>
            <a:r>
              <a:rPr lang="en" sz="1400" b="0" i="0" dirty="0">
                <a:solidFill>
                  <a:srgbClr val="595959"/>
                </a:solidFill>
                <a:latin typeface="Yu Gothic UI"/>
                <a:ea typeface="Yu Gothic UI"/>
                <a:cs typeface="Yu Gothic UI"/>
              </a:rPr>
              <a:t>Guardrails, Governance</a:t>
            </a:r>
          </a:p>
        </p:txBody>
      </p:sp>
    </p:spTree>
    <p:extLst>
      <p:ext uri="{BB962C8B-B14F-4D97-AF65-F5344CB8AC3E}">
        <p14:creationId xmlns:p14="http://schemas.microsoft.com/office/powerpoint/2010/main" val="2736878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3A528-8F02-F18F-9BE2-C5D823FF367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A002B8F-170D-7EE3-C109-DB8C2D46F51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ガードレールとは</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69172DB-7655-E95C-080D-17C67B5B6F3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4E2C161-EBEF-557B-5400-151A8EA6264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4">
            <a:extLst>
              <a:ext uri="{FF2B5EF4-FFF2-40B4-BE49-F238E27FC236}">
                <a16:creationId xmlns:a16="http://schemas.microsoft.com/office/drawing/2014/main" id="{75FB1AB8-2ED9-656D-C11C-B0ECB3849923}"/>
              </a:ext>
            </a:extLst>
          </p:cNvPr>
          <p:cNvSpPr>
            <a:spLocks noGrp="1"/>
          </p:cNvSpPr>
          <p:nvPr>
            <p:ph idx="1"/>
          </p:nvPr>
        </p:nvSpPr>
        <p:spPr>
          <a:xfrm>
            <a:off x="838200" y="1323559"/>
            <a:ext cx="10515600" cy="1641586"/>
          </a:xfrm>
        </p:spPr>
        <p:txBody>
          <a:bodyPr>
            <a:normAutofit/>
          </a:bodyPr>
          <a:lstStyle/>
          <a:p>
            <a:pPr marL="0" indent="0"/>
            <a:r>
              <a:rPr kumimoji="1" lang="ja-JP" altLang="en-US" sz="2000"/>
              <a:t>ガードレール＝利用者の自由度を保ちながら、逸脱を自動で防止・検知する仕組み。</a:t>
            </a:r>
            <a:endParaRPr kumimoji="1" lang="ja-JP" altLang="en-US" sz="2000" dirty="0"/>
          </a:p>
        </p:txBody>
      </p:sp>
      <p:sp>
        <p:nvSpPr>
          <p:cNvPr id="6" name="tb">
            <a:extLst>
              <a:ext uri="{FF2B5EF4-FFF2-40B4-BE49-F238E27FC236}">
                <a16:creationId xmlns:a16="http://schemas.microsoft.com/office/drawing/2014/main" id="{4FC6426A-6783-06CE-5CC0-198E8FCEEADB}"/>
              </a:ext>
            </a:extLst>
          </p:cNvPr>
          <p:cNvSpPr>
            <a:spLocks noGrp="1"/>
          </p:cNvSpPr>
          <p:nvPr/>
        </p:nvSpPr>
        <p:spPr>
          <a:xfrm>
            <a:off x="838200" y="2400000"/>
            <a:ext cx="5120640" cy="3600000"/>
          </a:xfrm>
          <a:prstGeom prst="rect">
            <a:avLst/>
          </a:prstGeom>
        </p:spPr>
        <p:txBody>
          <a:bodyPr wrap="square" lIns="0" tIns="0" rIns="0" bIns="0" anchor="t">
            <a:normAutofit/>
          </a:bodyPr>
          <a:lstStyle/>
          <a:p>
            <a:pPr marL="171450" indent="-171450" algn="l">
              <a:spcBef>
                <a:spcPts val="0"/>
              </a:spcBef>
              <a:spcAft>
                <a:spcPts val="260"/>
              </a:spcAft>
              <a:buFont typeface="Arial" panose="020B0604020202020204" pitchFamily="34" charset="0"/>
              <a:buChar char="•"/>
            </a:pPr>
            <a:r>
              <a:rPr kumimoji="1" lang="ja-JP" altLang="en-US" dirty="0">
                <a:solidFill>
                  <a:srgbClr val="3B3B3B"/>
                </a:solidFill>
                <a:latin typeface="Yu Gothic UI" panose="020B0500000000000000" pitchFamily="34" charset="-128"/>
                <a:ea typeface="Yu Gothic UI" panose="020B0500000000000000" pitchFamily="34" charset="-128"/>
              </a:rPr>
              <a:t>Azure Landing Zone の設計原則の一つが「ポリシー駆動のガバナンス」。</a:t>
            </a:r>
          </a:p>
          <a:p>
            <a:pPr marL="171450" indent="-171450" algn="l">
              <a:spcBef>
                <a:spcPts val="0"/>
              </a:spcBef>
              <a:spcAft>
                <a:spcPts val="260"/>
              </a:spcAft>
              <a:buFont typeface="Arial" panose="020B0604020202020204" pitchFamily="34" charset="0"/>
              <a:buChar char="•"/>
            </a:pPr>
            <a:r>
              <a:rPr kumimoji="1" lang="ja-JP" altLang="en-US" dirty="0">
                <a:solidFill>
                  <a:srgbClr val="3B3B3B"/>
                </a:solidFill>
                <a:latin typeface="Yu Gothic UI" panose="020B0500000000000000" pitchFamily="34" charset="-128"/>
                <a:ea typeface="Yu Gothic UI" panose="020B0500000000000000" pitchFamily="34" charset="-128"/>
              </a:rPr>
              <a:t>管理グループ／サブスクリプション単位で共通ルールを継承させ、逸脱を未然に防止。</a:t>
            </a:r>
          </a:p>
          <a:p>
            <a:pPr marL="171450" indent="-171450" algn="l">
              <a:spcBef>
                <a:spcPts val="0"/>
              </a:spcBef>
              <a:spcAft>
                <a:spcPts val="260"/>
              </a:spcAft>
              <a:buFont typeface="Arial" panose="020B0604020202020204" pitchFamily="34" charset="0"/>
              <a:buChar char="•"/>
            </a:pPr>
            <a:r>
              <a:rPr kumimoji="1" lang="ja-JP" altLang="en-US" dirty="0">
                <a:solidFill>
                  <a:srgbClr val="3B3B3B"/>
                </a:solidFill>
                <a:latin typeface="Yu Gothic UI" panose="020B0500000000000000" pitchFamily="34" charset="-128"/>
                <a:ea typeface="Yu Gothic UI" panose="020B0500000000000000" pitchFamily="34" charset="-128"/>
              </a:rPr>
              <a:t>利用部門にはセルフサービスの自由度を残しつつ、危険な構成だけをブロック。</a:t>
            </a:r>
          </a:p>
          <a:p>
            <a:pPr marL="171450" indent="-171450" algn="l">
              <a:spcBef>
                <a:spcPts val="0"/>
              </a:spcBef>
              <a:spcAft>
                <a:spcPts val="260"/>
              </a:spcAft>
              <a:buFont typeface="Arial" panose="020B0604020202020204" pitchFamily="34" charset="0"/>
              <a:buChar char="•"/>
            </a:pPr>
            <a:r>
              <a:rPr kumimoji="1" lang="ja-JP" altLang="en-US" u="sng" dirty="0">
                <a:solidFill>
                  <a:srgbClr val="FF0000"/>
                </a:solidFill>
                <a:latin typeface="Yu Gothic UI" panose="020B0500000000000000" pitchFamily="34" charset="-128"/>
                <a:ea typeface="Yu Gothic UI" panose="020B0500000000000000" pitchFamily="34" charset="-128"/>
              </a:rPr>
              <a:t>「全面禁止」ではなく「安全な範囲での自由」を実現する仕組みです。</a:t>
            </a:r>
          </a:p>
        </p:txBody>
      </p:sp>
      <p:sp>
        <p:nvSpPr>
          <p:cNvPr id="7" name="card">
            <a:extLst>
              <a:ext uri="{FF2B5EF4-FFF2-40B4-BE49-F238E27FC236}">
                <a16:creationId xmlns:a16="http://schemas.microsoft.com/office/drawing/2014/main" id="{D69FA3F1-9EEC-5A64-8CD8-DD13794F8F3C}"/>
              </a:ext>
            </a:extLst>
          </p:cNvPr>
          <p:cNvSpPr/>
          <p:nvPr/>
        </p:nvSpPr>
        <p:spPr>
          <a:xfrm>
            <a:off x="6233160" y="2280000"/>
            <a:ext cx="5120640" cy="3300000"/>
          </a:xfrm>
          <a:prstGeom prst="roundRect">
            <a:avLst>
              <a:gd name="adj" fmla="val 4500"/>
            </a:avLst>
          </a:prstGeom>
          <a:solidFill>
            <a:srgbClr val="F2F7FD"/>
          </a:solidFill>
          <a:ln w="12700">
            <a:solidFill>
              <a:srgbClr val="C9DCF0"/>
            </a:solidFill>
          </a:ln>
        </p:spPr>
        <p:txBody>
          <a:bodyPr wrap="square" lIns="128520" tIns="82296" rIns="128520" bIns="82296" anchor="t">
            <a:normAutofit/>
          </a:bodyPr>
          <a:lstStyle/>
          <a:p>
            <a:pPr marL="0" indent="0" algn="l">
              <a:spcBef>
                <a:spcPts val="0"/>
              </a:spcBef>
              <a:spcAft>
                <a:spcPts val="170"/>
              </a:spcAft>
              <a:buNone/>
            </a:pPr>
            <a:r>
              <a:rPr kumimoji="1" lang="ja-JP" altLang="en-US" b="1" dirty="0">
                <a:solidFill>
                  <a:srgbClr val="1F3864"/>
                </a:solidFill>
                <a:latin typeface="Yu Gothic UI" panose="020B0500000000000000" pitchFamily="34" charset="-128"/>
                <a:ea typeface="Yu Gothic UI" panose="020B0500000000000000" pitchFamily="34" charset="-128"/>
              </a:rPr>
              <a:t>Well-Architected Framework の 5 本柱</a:t>
            </a:r>
          </a:p>
          <a:p>
            <a:pPr marL="171450" indent="-171450" algn="l">
              <a:spcBef>
                <a:spcPts val="0"/>
              </a:spcBef>
              <a:spcAft>
                <a:spcPts val="120"/>
              </a:spcAft>
              <a:buFont typeface="Arial" panose="020B0604020202020204" pitchFamily="34" charset="0"/>
              <a:buChar char="•"/>
            </a:pPr>
            <a:r>
              <a:rPr kumimoji="1" lang="ja-JP" altLang="en-US" sz="1600" dirty="0">
                <a:solidFill>
                  <a:srgbClr val="3B3B3B"/>
                </a:solidFill>
                <a:latin typeface="Yu Gothic UI" panose="020B0500000000000000" pitchFamily="34" charset="-128"/>
                <a:ea typeface="Yu Gothic UI" panose="020B0500000000000000" pitchFamily="34" charset="-128"/>
              </a:rPr>
              <a:t>セキュリティ　← ガードレールの主対象</a:t>
            </a:r>
          </a:p>
          <a:p>
            <a:pPr marL="171450" indent="-171450" algn="l">
              <a:spcBef>
                <a:spcPts val="0"/>
              </a:spcBef>
              <a:spcAft>
                <a:spcPts val="120"/>
              </a:spcAft>
              <a:buFont typeface="Arial" panose="020B0604020202020204" pitchFamily="34" charset="0"/>
              <a:buChar char="•"/>
            </a:pPr>
            <a:r>
              <a:rPr kumimoji="1" lang="ja-JP" altLang="en-US" sz="1600" dirty="0">
                <a:solidFill>
                  <a:srgbClr val="3B3B3B"/>
                </a:solidFill>
                <a:latin typeface="Yu Gothic UI" panose="020B0500000000000000" pitchFamily="34" charset="-128"/>
                <a:ea typeface="Yu Gothic UI" panose="020B0500000000000000" pitchFamily="34" charset="-128"/>
              </a:rPr>
              <a:t>信頼性</a:t>
            </a:r>
          </a:p>
          <a:p>
            <a:pPr marL="171450" indent="-171450" algn="l">
              <a:spcBef>
                <a:spcPts val="0"/>
              </a:spcBef>
              <a:spcAft>
                <a:spcPts val="120"/>
              </a:spcAft>
              <a:buFont typeface="Arial" panose="020B0604020202020204" pitchFamily="34" charset="0"/>
              <a:buChar char="•"/>
            </a:pPr>
            <a:r>
              <a:rPr kumimoji="1" lang="ja-JP" altLang="en-US" sz="1600" dirty="0">
                <a:solidFill>
                  <a:srgbClr val="3B3B3B"/>
                </a:solidFill>
                <a:latin typeface="Yu Gothic UI" panose="020B0500000000000000" pitchFamily="34" charset="-128"/>
                <a:ea typeface="Yu Gothic UI" panose="020B0500000000000000" pitchFamily="34" charset="-128"/>
              </a:rPr>
              <a:t>コスト最適化　← タグ・SKU 制限で寄与</a:t>
            </a:r>
          </a:p>
          <a:p>
            <a:pPr marL="171450" indent="-171450" algn="l">
              <a:spcBef>
                <a:spcPts val="0"/>
              </a:spcBef>
              <a:spcAft>
                <a:spcPts val="120"/>
              </a:spcAft>
              <a:buFont typeface="Arial" panose="020B0604020202020204" pitchFamily="34" charset="0"/>
              <a:buChar char="•"/>
            </a:pPr>
            <a:r>
              <a:rPr kumimoji="1" lang="ja-JP" altLang="en-US" sz="1600" dirty="0">
                <a:solidFill>
                  <a:srgbClr val="3B3B3B"/>
                </a:solidFill>
                <a:latin typeface="Yu Gothic UI" panose="020B0500000000000000" pitchFamily="34" charset="-128"/>
                <a:ea typeface="Yu Gothic UI" panose="020B0500000000000000" pitchFamily="34" charset="-128"/>
              </a:rPr>
              <a:t>オペレーショナル エクセレンス　← 監査・診断で寄与</a:t>
            </a:r>
          </a:p>
          <a:p>
            <a:pPr marL="171450" indent="-171450" algn="l">
              <a:spcBef>
                <a:spcPts val="0"/>
              </a:spcBef>
              <a:spcAft>
                <a:spcPts val="120"/>
              </a:spcAft>
              <a:buFont typeface="Arial" panose="020B0604020202020204" pitchFamily="34" charset="0"/>
              <a:buChar char="•"/>
            </a:pPr>
            <a:r>
              <a:rPr kumimoji="1" lang="ja-JP" altLang="en-US" sz="1600" dirty="0">
                <a:solidFill>
                  <a:srgbClr val="3B3B3B"/>
                </a:solidFill>
                <a:latin typeface="Yu Gothic UI" panose="020B0500000000000000" pitchFamily="34" charset="-128"/>
                <a:ea typeface="Yu Gothic UI" panose="020B0500000000000000" pitchFamily="34" charset="-128"/>
              </a:rPr>
              <a:t>パフォーマンス効率</a:t>
            </a:r>
          </a:p>
        </p:txBody>
      </p:sp>
      <p:sp>
        <p:nvSpPr>
          <p:cNvPr id="8" name="角丸四角形 7">
            <a:extLst>
              <a:ext uri="{FF2B5EF4-FFF2-40B4-BE49-F238E27FC236}">
                <a16:creationId xmlns:a16="http://schemas.microsoft.com/office/drawing/2014/main" id="{1D6C0D7B-D2FC-0250-97EC-AE9323871306}"/>
              </a:ext>
            </a:extLst>
          </p:cNvPr>
          <p:cNvSpPr/>
          <p:nvPr/>
        </p:nvSpPr>
        <p:spPr>
          <a:xfrm>
            <a:off x="838200" y="5144877"/>
            <a:ext cx="5120640" cy="121185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UI" panose="020B0500000000000000" pitchFamily="34" charset="-128"/>
                <a:ea typeface="Yu Gothic UI" panose="020B0500000000000000" pitchFamily="34" charset="-128"/>
              </a:rPr>
              <a:t>権限</a:t>
            </a:r>
            <a:r>
              <a:rPr kumimoji="1" lang="en-US" altLang="ja-JP" dirty="0">
                <a:solidFill>
                  <a:schemeClr val="tx1"/>
                </a:solidFill>
                <a:latin typeface="Yu Gothic UI" panose="020B0500000000000000" pitchFamily="34" charset="-128"/>
                <a:ea typeface="Yu Gothic UI" panose="020B0500000000000000" pitchFamily="34" charset="-128"/>
              </a:rPr>
              <a:t> (</a:t>
            </a:r>
            <a:r>
              <a:rPr kumimoji="1" lang="ja-JP" altLang="en-US">
                <a:solidFill>
                  <a:schemeClr val="tx1"/>
                </a:solidFill>
                <a:latin typeface="Yu Gothic UI" panose="020B0500000000000000" pitchFamily="34" charset="-128"/>
                <a:ea typeface="Yu Gothic UI" panose="020B0500000000000000" pitchFamily="34" charset="-128"/>
              </a:rPr>
              <a:t>何を操作できるか</a:t>
            </a:r>
            <a:r>
              <a:rPr kumimoji="1" lang="en-US" altLang="ja-JP" dirty="0">
                <a:solidFill>
                  <a:schemeClr val="tx1"/>
                </a:solidFill>
                <a:latin typeface="Yu Gothic UI" panose="020B0500000000000000" pitchFamily="34" charset="-128"/>
                <a:ea typeface="Yu Gothic UI" panose="020B0500000000000000" pitchFamily="34" charset="-128"/>
              </a:rPr>
              <a:t>) </a:t>
            </a:r>
            <a:r>
              <a:rPr kumimoji="1" lang="ja-JP" altLang="en-US">
                <a:solidFill>
                  <a:schemeClr val="tx1"/>
                </a:solidFill>
                <a:latin typeface="Yu Gothic UI" panose="020B0500000000000000" pitchFamily="34" charset="-128"/>
                <a:ea typeface="Yu Gothic UI" panose="020B0500000000000000" pitchFamily="34" charset="-128"/>
              </a:rPr>
              <a:t>より細かい粒度として、どの設定値は設定可能かを定義するのがガードレール</a:t>
            </a:r>
          </a:p>
        </p:txBody>
      </p:sp>
    </p:spTree>
    <p:extLst>
      <p:ext uri="{BB962C8B-B14F-4D97-AF65-F5344CB8AC3E}">
        <p14:creationId xmlns:p14="http://schemas.microsoft.com/office/powerpoint/2010/main" val="2701387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66B1D-40A4-F743-6AB3-EBFF0143705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88E75CD-E178-57DD-D56A-8FC12FF1D89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Azure Policy の仕組み</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C2198D0-6B76-1C3A-98D9-9125FD05D46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62C1E63-5B4F-9724-ACEE-E7E492305EE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角丸四角形 13">
            <a:extLst>
              <a:ext uri="{FF2B5EF4-FFF2-40B4-BE49-F238E27FC236}">
                <a16:creationId xmlns:a16="http://schemas.microsoft.com/office/drawing/2014/main" id="{BC2C27ED-9CE4-6CC7-344D-6149D8558392}"/>
              </a:ext>
            </a:extLst>
          </p:cNvPr>
          <p:cNvSpPr/>
          <p:nvPr/>
        </p:nvSpPr>
        <p:spPr bwMode="auto">
          <a:xfrm>
            <a:off x="4783500" y="4089869"/>
            <a:ext cx="1153886" cy="1779812"/>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grpSp>
        <p:nvGrpSpPr>
          <p:cNvPr id="12" name="グループ化 11">
            <a:extLst>
              <a:ext uri="{FF2B5EF4-FFF2-40B4-BE49-F238E27FC236}">
                <a16:creationId xmlns:a16="http://schemas.microsoft.com/office/drawing/2014/main" id="{2877C259-5EA2-A871-AB07-11A829DF3712}"/>
              </a:ext>
            </a:extLst>
          </p:cNvPr>
          <p:cNvGrpSpPr/>
          <p:nvPr/>
        </p:nvGrpSpPr>
        <p:grpSpPr>
          <a:xfrm>
            <a:off x="1060585" y="4683137"/>
            <a:ext cx="468087" cy="827314"/>
            <a:chOff x="1055913" y="4071257"/>
            <a:chExt cx="468087" cy="827314"/>
          </a:xfrm>
        </p:grpSpPr>
        <p:sp>
          <p:nvSpPr>
            <p:cNvPr id="13" name="円/楕円 2">
              <a:extLst>
                <a:ext uri="{FF2B5EF4-FFF2-40B4-BE49-F238E27FC236}">
                  <a16:creationId xmlns:a16="http://schemas.microsoft.com/office/drawing/2014/main" id="{C707625D-E80B-1BC9-EEB8-1684688D3954}"/>
                </a:ext>
              </a:extLst>
            </p:cNvPr>
            <p:cNvSpPr/>
            <p:nvPr/>
          </p:nvSpPr>
          <p:spPr bwMode="auto">
            <a:xfrm>
              <a:off x="1055914" y="4071257"/>
              <a:ext cx="468086" cy="446314"/>
            </a:xfrm>
            <a:prstGeom prst="ellips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14" name="三角形 3">
              <a:extLst>
                <a:ext uri="{FF2B5EF4-FFF2-40B4-BE49-F238E27FC236}">
                  <a16:creationId xmlns:a16="http://schemas.microsoft.com/office/drawing/2014/main" id="{CB6E1D72-7674-1807-5E17-7F943C02FF04}"/>
                </a:ext>
              </a:extLst>
            </p:cNvPr>
            <p:cNvSpPr/>
            <p:nvPr/>
          </p:nvSpPr>
          <p:spPr bwMode="auto">
            <a:xfrm>
              <a:off x="1055913" y="4441371"/>
              <a:ext cx="468087" cy="457200"/>
            </a:xfrm>
            <a:prstGeom prst="triangle">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grpSp>
      <p:sp>
        <p:nvSpPr>
          <p:cNvPr id="15" name="テキスト ボックス 14">
            <a:extLst>
              <a:ext uri="{FF2B5EF4-FFF2-40B4-BE49-F238E27FC236}">
                <a16:creationId xmlns:a16="http://schemas.microsoft.com/office/drawing/2014/main" id="{0A99DF08-D608-04EA-080F-2818C88F9847}"/>
              </a:ext>
            </a:extLst>
          </p:cNvPr>
          <p:cNvSpPr txBox="1"/>
          <p:nvPr/>
        </p:nvSpPr>
        <p:spPr>
          <a:xfrm>
            <a:off x="701356" y="5630603"/>
            <a:ext cx="1186543" cy="215444"/>
          </a:xfrm>
          <a:prstGeom prst="rect">
            <a:avLst/>
          </a:prstGeom>
          <a:noFill/>
        </p:spPr>
        <p:txBody>
          <a:bodyPr wrap="square" lIns="0" tIns="0" rIns="0" bIns="0" rtlCol="0">
            <a:spAutoFit/>
          </a:bodyPr>
          <a:lstStyle/>
          <a:p>
            <a:pPr algn="ctr"/>
            <a:r>
              <a:rPr kumimoji="1" lang="ja-JP" altLang="en-US" sz="1400">
                <a:solidFill>
                  <a:schemeClr val="bg1"/>
                </a:solidFill>
                <a:latin typeface="Yu Gothic UI" panose="020B0500000000000000" pitchFamily="34" charset="-128"/>
                <a:ea typeface="Yu Gothic UI" panose="020B0500000000000000" pitchFamily="34" charset="-128"/>
              </a:rPr>
              <a:t>ユーザー</a:t>
            </a:r>
            <a:endParaRPr kumimoji="1" lang="ja-JP" altLang="en-US" sz="1400" dirty="0">
              <a:solidFill>
                <a:schemeClr val="bg1"/>
              </a:solidFill>
              <a:latin typeface="Yu Gothic UI" panose="020B0500000000000000" pitchFamily="34" charset="-128"/>
              <a:ea typeface="Yu Gothic UI" panose="020B0500000000000000" pitchFamily="34" charset="-128"/>
            </a:endParaRPr>
          </a:p>
        </p:txBody>
      </p:sp>
      <p:sp>
        <p:nvSpPr>
          <p:cNvPr id="16" name="テキスト ボックス 15">
            <a:extLst>
              <a:ext uri="{FF2B5EF4-FFF2-40B4-BE49-F238E27FC236}">
                <a16:creationId xmlns:a16="http://schemas.microsoft.com/office/drawing/2014/main" id="{D9835919-8DAC-44BD-15E2-7A2F2A41F39C}"/>
              </a:ext>
            </a:extLst>
          </p:cNvPr>
          <p:cNvSpPr txBox="1"/>
          <p:nvPr/>
        </p:nvSpPr>
        <p:spPr>
          <a:xfrm>
            <a:off x="2622809" y="6516811"/>
            <a:ext cx="1186543" cy="215444"/>
          </a:xfrm>
          <a:prstGeom prst="rect">
            <a:avLst/>
          </a:prstGeom>
          <a:noFill/>
        </p:spPr>
        <p:txBody>
          <a:bodyPr wrap="square" lIns="0" tIns="0" rIns="0" bIns="0" rtlCol="0">
            <a:spAutoFit/>
          </a:bodyPr>
          <a:lstStyle/>
          <a:p>
            <a:pPr algn="ctr"/>
            <a:r>
              <a:rPr kumimoji="1" lang="ja-JP" altLang="en-US" sz="1400">
                <a:latin typeface="Yu Gothic UI" panose="020B0500000000000000" pitchFamily="34" charset="-128"/>
                <a:ea typeface="Yu Gothic UI" panose="020B0500000000000000" pitchFamily="34" charset="-128"/>
              </a:rPr>
              <a:t>様々な</a:t>
            </a:r>
            <a:r>
              <a:rPr kumimoji="1" lang="en-US" altLang="ja-JP" sz="1400" dirty="0">
                <a:latin typeface="Yu Gothic UI" panose="020B0500000000000000" pitchFamily="34" charset="-128"/>
                <a:ea typeface="Yu Gothic UI" panose="020B0500000000000000" pitchFamily="34" charset="-128"/>
              </a:rPr>
              <a:t>UI</a:t>
            </a:r>
            <a:endParaRPr kumimoji="1" lang="ja-JP" altLang="en-US" sz="1400" dirty="0">
              <a:latin typeface="Yu Gothic UI" panose="020B0500000000000000" pitchFamily="34" charset="-128"/>
              <a:ea typeface="Yu Gothic UI" panose="020B0500000000000000" pitchFamily="34" charset="-128"/>
            </a:endParaRPr>
          </a:p>
        </p:txBody>
      </p:sp>
      <p:cxnSp>
        <p:nvCxnSpPr>
          <p:cNvPr id="17" name="カギ線コネクタ 15">
            <a:extLst>
              <a:ext uri="{FF2B5EF4-FFF2-40B4-BE49-F238E27FC236}">
                <a16:creationId xmlns:a16="http://schemas.microsoft.com/office/drawing/2014/main" id="{0ECD33F3-E937-1494-20C9-1F8EF8ABFB84}"/>
              </a:ext>
            </a:extLst>
          </p:cNvPr>
          <p:cNvCxnSpPr>
            <a:stCxn id="54" idx="3"/>
            <a:endCxn id="53" idx="1"/>
          </p:cNvCxnSpPr>
          <p:nvPr/>
        </p:nvCxnSpPr>
        <p:spPr>
          <a:xfrm>
            <a:off x="3901758" y="4269484"/>
            <a:ext cx="642257" cy="685799"/>
          </a:xfrm>
          <a:prstGeom prst="bentConnector3">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8" name="カギ線コネクタ 16">
            <a:extLst>
              <a:ext uri="{FF2B5EF4-FFF2-40B4-BE49-F238E27FC236}">
                <a16:creationId xmlns:a16="http://schemas.microsoft.com/office/drawing/2014/main" id="{5286D338-C6D8-2CEF-217F-CC71AC8D3008}"/>
              </a:ext>
            </a:extLst>
          </p:cNvPr>
          <p:cNvCxnSpPr>
            <a:cxnSpLocks/>
            <a:stCxn id="55" idx="3"/>
            <a:endCxn id="53" idx="1"/>
          </p:cNvCxnSpPr>
          <p:nvPr/>
        </p:nvCxnSpPr>
        <p:spPr>
          <a:xfrm>
            <a:off x="3901758" y="4955283"/>
            <a:ext cx="642257" cy="12700"/>
          </a:xfrm>
          <a:prstGeom prst="bentConnector3">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9" name="カギ線コネクタ 19">
            <a:extLst>
              <a:ext uri="{FF2B5EF4-FFF2-40B4-BE49-F238E27FC236}">
                <a16:creationId xmlns:a16="http://schemas.microsoft.com/office/drawing/2014/main" id="{9B198DB7-4675-0117-FA15-B7BB4E5DB462}"/>
              </a:ext>
            </a:extLst>
          </p:cNvPr>
          <p:cNvCxnSpPr>
            <a:cxnSpLocks/>
            <a:stCxn id="56" idx="3"/>
            <a:endCxn id="53" idx="1"/>
          </p:cNvCxnSpPr>
          <p:nvPr/>
        </p:nvCxnSpPr>
        <p:spPr>
          <a:xfrm flipV="1">
            <a:off x="3901758" y="4955283"/>
            <a:ext cx="642257" cy="734783"/>
          </a:xfrm>
          <a:prstGeom prst="bentConnector3">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68A81174-31CD-474D-D86A-960CF9827219}"/>
              </a:ext>
            </a:extLst>
          </p:cNvPr>
          <p:cNvSpPr txBox="1"/>
          <p:nvPr/>
        </p:nvSpPr>
        <p:spPr>
          <a:xfrm>
            <a:off x="4544015" y="6530532"/>
            <a:ext cx="3744686" cy="215444"/>
          </a:xfrm>
          <a:prstGeom prst="rect">
            <a:avLst/>
          </a:prstGeom>
          <a:noFill/>
        </p:spPr>
        <p:txBody>
          <a:bodyPr wrap="square" lIns="0" tIns="0" rIns="0" bIns="0" rtlCol="0">
            <a:spAutoFit/>
          </a:bodyPr>
          <a:lstStyle/>
          <a:p>
            <a:pPr algn="ctr"/>
            <a:r>
              <a:rPr kumimoji="1" lang="en-US" altLang="ja-JP" sz="1400" dirty="0">
                <a:latin typeface="Yu Gothic UI" panose="020B0500000000000000" pitchFamily="34" charset="-128"/>
                <a:ea typeface="Yu Gothic UI" panose="020B0500000000000000" pitchFamily="34" charset="-128"/>
              </a:rPr>
              <a:t>Azure</a:t>
            </a:r>
            <a:r>
              <a:rPr kumimoji="1" lang="ja-JP" altLang="en-US" sz="1400">
                <a:latin typeface="Yu Gothic UI" panose="020B0500000000000000" pitchFamily="34" charset="-128"/>
                <a:ea typeface="Yu Gothic UI" panose="020B0500000000000000" pitchFamily="34" charset="-128"/>
              </a:rPr>
              <a:t>のコントロールプレーン</a:t>
            </a:r>
            <a:endParaRPr kumimoji="1" lang="ja-JP" altLang="en-US" sz="1400" dirty="0">
              <a:latin typeface="Yu Gothic UI" panose="020B0500000000000000" pitchFamily="34" charset="-128"/>
              <a:ea typeface="Yu Gothic UI" panose="020B0500000000000000" pitchFamily="34" charset="-128"/>
            </a:endParaRPr>
          </a:p>
        </p:txBody>
      </p:sp>
      <p:sp>
        <p:nvSpPr>
          <p:cNvPr id="21" name="テキスト ボックス 20">
            <a:extLst>
              <a:ext uri="{FF2B5EF4-FFF2-40B4-BE49-F238E27FC236}">
                <a16:creationId xmlns:a16="http://schemas.microsoft.com/office/drawing/2014/main" id="{A658812A-1238-C226-6E07-976CCBAC0DC3}"/>
              </a:ext>
            </a:extLst>
          </p:cNvPr>
          <p:cNvSpPr txBox="1"/>
          <p:nvPr/>
        </p:nvSpPr>
        <p:spPr>
          <a:xfrm>
            <a:off x="4790011" y="5430217"/>
            <a:ext cx="1186543" cy="338554"/>
          </a:xfrm>
          <a:prstGeom prst="rect">
            <a:avLst/>
          </a:prstGeom>
          <a:noFill/>
        </p:spPr>
        <p:txBody>
          <a:bodyPr wrap="square" lIns="0" tIns="0" rIns="0" bIns="0" rtlCol="0">
            <a:spAutoFit/>
          </a:bodyPr>
          <a:lstStyle/>
          <a:p>
            <a:pPr algn="ctr"/>
            <a:r>
              <a:rPr kumimoji="1" lang="en-US" altLang="ja-JP" sz="1100" dirty="0">
                <a:latin typeface="Yu Gothic UI" panose="020B0500000000000000" pitchFamily="34" charset="-128"/>
                <a:ea typeface="Yu Gothic UI" panose="020B0500000000000000" pitchFamily="34" charset="-128"/>
              </a:rPr>
              <a:t>Azure Resource Manager</a:t>
            </a:r>
          </a:p>
        </p:txBody>
      </p:sp>
      <p:sp>
        <p:nvSpPr>
          <p:cNvPr id="22" name="角丸四角形 21">
            <a:extLst>
              <a:ext uri="{FF2B5EF4-FFF2-40B4-BE49-F238E27FC236}">
                <a16:creationId xmlns:a16="http://schemas.microsoft.com/office/drawing/2014/main" id="{B4EBC09A-3A66-8D3B-A91B-3CE4BC896432}"/>
              </a:ext>
            </a:extLst>
          </p:cNvPr>
          <p:cNvSpPr/>
          <p:nvPr/>
        </p:nvSpPr>
        <p:spPr bwMode="auto">
          <a:xfrm>
            <a:off x="7025957" y="4100753"/>
            <a:ext cx="1153886" cy="446316"/>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100">
                <a:solidFill>
                  <a:schemeClr val="tx1"/>
                </a:solidFill>
                <a:latin typeface="Yu Gothic UI" panose="020B0500000000000000" pitchFamily="34" charset="-128"/>
                <a:ea typeface="Yu Gothic UI" panose="020B0500000000000000" pitchFamily="34" charset="-128"/>
                <a:cs typeface="Segoe UI" pitchFamily="34" charset="0"/>
              </a:rPr>
              <a:t>各種リソースプロバイダー</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23" name="角丸四角形 22">
            <a:extLst>
              <a:ext uri="{FF2B5EF4-FFF2-40B4-BE49-F238E27FC236}">
                <a16:creationId xmlns:a16="http://schemas.microsoft.com/office/drawing/2014/main" id="{509C7DFC-CAA1-5FCF-29D4-297547EB6770}"/>
              </a:ext>
            </a:extLst>
          </p:cNvPr>
          <p:cNvSpPr/>
          <p:nvPr/>
        </p:nvSpPr>
        <p:spPr bwMode="auto">
          <a:xfrm>
            <a:off x="7025957" y="4744825"/>
            <a:ext cx="1153886" cy="446316"/>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100">
                <a:solidFill>
                  <a:schemeClr val="tx1"/>
                </a:solidFill>
                <a:latin typeface="Yu Gothic UI" panose="020B0500000000000000" pitchFamily="34" charset="-128"/>
                <a:ea typeface="Yu Gothic UI" panose="020B0500000000000000" pitchFamily="34" charset="-128"/>
                <a:cs typeface="Segoe UI" pitchFamily="34" charset="0"/>
              </a:rPr>
              <a:t>各種リソースプロバイダー</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24" name="角丸四角形 23">
            <a:extLst>
              <a:ext uri="{FF2B5EF4-FFF2-40B4-BE49-F238E27FC236}">
                <a16:creationId xmlns:a16="http://schemas.microsoft.com/office/drawing/2014/main" id="{E650514F-F889-0D43-074F-C656034DD94A}"/>
              </a:ext>
            </a:extLst>
          </p:cNvPr>
          <p:cNvSpPr/>
          <p:nvPr/>
        </p:nvSpPr>
        <p:spPr bwMode="auto">
          <a:xfrm>
            <a:off x="7025957" y="5434249"/>
            <a:ext cx="1153886" cy="446316"/>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100">
                <a:solidFill>
                  <a:schemeClr val="tx1"/>
                </a:solidFill>
                <a:latin typeface="Yu Gothic UI" panose="020B0500000000000000" pitchFamily="34" charset="-128"/>
                <a:ea typeface="Yu Gothic UI" panose="020B0500000000000000" pitchFamily="34" charset="-128"/>
                <a:cs typeface="Segoe UI" pitchFamily="34" charset="0"/>
              </a:rPr>
              <a:t>各種リソースプロバイダー</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cxnSp>
        <p:nvCxnSpPr>
          <p:cNvPr id="25" name="直線矢印コネクタ 24">
            <a:extLst>
              <a:ext uri="{FF2B5EF4-FFF2-40B4-BE49-F238E27FC236}">
                <a16:creationId xmlns:a16="http://schemas.microsoft.com/office/drawing/2014/main" id="{C12F0B09-5F93-5447-7ABF-F63348AEABC1}"/>
              </a:ext>
            </a:extLst>
          </p:cNvPr>
          <p:cNvCxnSpPr>
            <a:endCxn id="22" idx="1"/>
          </p:cNvCxnSpPr>
          <p:nvPr/>
        </p:nvCxnSpPr>
        <p:spPr>
          <a:xfrm>
            <a:off x="5937386" y="4323911"/>
            <a:ext cx="1088571" cy="0"/>
          </a:xfrm>
          <a:prstGeom prst="straightConnector1">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54BE0060-A81B-D829-7A82-E30058DC79A3}"/>
              </a:ext>
            </a:extLst>
          </p:cNvPr>
          <p:cNvCxnSpPr>
            <a:cxnSpLocks/>
          </p:cNvCxnSpPr>
          <p:nvPr/>
        </p:nvCxnSpPr>
        <p:spPr>
          <a:xfrm>
            <a:off x="5937385" y="4979775"/>
            <a:ext cx="1088571" cy="0"/>
          </a:xfrm>
          <a:prstGeom prst="straightConnector1">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7A6E35CD-3A65-C520-6622-363B73DDF301}"/>
              </a:ext>
            </a:extLst>
          </p:cNvPr>
          <p:cNvCxnSpPr>
            <a:cxnSpLocks/>
          </p:cNvCxnSpPr>
          <p:nvPr/>
        </p:nvCxnSpPr>
        <p:spPr>
          <a:xfrm>
            <a:off x="5937385" y="5646522"/>
            <a:ext cx="1088571" cy="0"/>
          </a:xfrm>
          <a:prstGeom prst="straightConnector1">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8" name="左中かっこ 27">
            <a:extLst>
              <a:ext uri="{FF2B5EF4-FFF2-40B4-BE49-F238E27FC236}">
                <a16:creationId xmlns:a16="http://schemas.microsoft.com/office/drawing/2014/main" id="{488CB472-18BC-C505-215F-3FF3D8DBFA59}"/>
              </a:ext>
            </a:extLst>
          </p:cNvPr>
          <p:cNvSpPr/>
          <p:nvPr/>
        </p:nvSpPr>
        <p:spPr>
          <a:xfrm rot="16200000">
            <a:off x="6362590" y="4567607"/>
            <a:ext cx="207729" cy="3365908"/>
          </a:xfrm>
          <a:prstGeom prst="leftBrac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pic>
        <p:nvPicPr>
          <p:cNvPr id="29" name="グラフィックス 28">
            <a:extLst>
              <a:ext uri="{FF2B5EF4-FFF2-40B4-BE49-F238E27FC236}">
                <a16:creationId xmlns:a16="http://schemas.microsoft.com/office/drawing/2014/main" id="{ACAA04F1-F126-6FD3-9212-CC41872915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11776" y="4072319"/>
            <a:ext cx="503183" cy="503183"/>
          </a:xfrm>
          <a:prstGeom prst="rect">
            <a:avLst/>
          </a:prstGeom>
        </p:spPr>
      </p:pic>
      <p:pic>
        <p:nvPicPr>
          <p:cNvPr id="30" name="グラフィックス 29">
            <a:extLst>
              <a:ext uri="{FF2B5EF4-FFF2-40B4-BE49-F238E27FC236}">
                <a16:creationId xmlns:a16="http://schemas.microsoft.com/office/drawing/2014/main" id="{8B0C504A-AC8B-783F-5D94-D2563F2261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97141" y="5354182"/>
            <a:ext cx="606449" cy="606449"/>
          </a:xfrm>
          <a:prstGeom prst="rect">
            <a:avLst/>
          </a:prstGeom>
        </p:spPr>
      </p:pic>
      <p:pic>
        <p:nvPicPr>
          <p:cNvPr id="31" name="グラフィックス 30">
            <a:extLst>
              <a:ext uri="{FF2B5EF4-FFF2-40B4-BE49-F238E27FC236}">
                <a16:creationId xmlns:a16="http://schemas.microsoft.com/office/drawing/2014/main" id="{BF55C8EF-4380-F0B0-1266-740A77EDD5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97141" y="4685862"/>
            <a:ext cx="564241" cy="564241"/>
          </a:xfrm>
          <a:prstGeom prst="rect">
            <a:avLst/>
          </a:prstGeom>
        </p:spPr>
      </p:pic>
      <p:cxnSp>
        <p:nvCxnSpPr>
          <p:cNvPr id="32" name="直線矢印コネクタ 31">
            <a:extLst>
              <a:ext uri="{FF2B5EF4-FFF2-40B4-BE49-F238E27FC236}">
                <a16:creationId xmlns:a16="http://schemas.microsoft.com/office/drawing/2014/main" id="{D669C3BE-9A5A-6F58-8319-406E538A0FFB}"/>
              </a:ext>
            </a:extLst>
          </p:cNvPr>
          <p:cNvCxnSpPr>
            <a:cxnSpLocks/>
            <a:stCxn id="22" idx="3"/>
            <a:endCxn id="29" idx="1"/>
          </p:cNvCxnSpPr>
          <p:nvPr/>
        </p:nvCxnSpPr>
        <p:spPr>
          <a:xfrm>
            <a:off x="8179843" y="4323911"/>
            <a:ext cx="1331933" cy="0"/>
          </a:xfrm>
          <a:prstGeom prst="straightConnector1">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B4AF9EDE-C240-6E5E-4D45-61D428771C87}"/>
              </a:ext>
            </a:extLst>
          </p:cNvPr>
          <p:cNvCxnSpPr>
            <a:cxnSpLocks/>
            <a:stCxn id="23" idx="3"/>
            <a:endCxn id="31" idx="1"/>
          </p:cNvCxnSpPr>
          <p:nvPr/>
        </p:nvCxnSpPr>
        <p:spPr>
          <a:xfrm>
            <a:off x="8179843" y="4967983"/>
            <a:ext cx="1317298" cy="0"/>
          </a:xfrm>
          <a:prstGeom prst="straightConnector1">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28DDCCB5-8282-A5AA-7D3E-E7F363BF3283}"/>
              </a:ext>
            </a:extLst>
          </p:cNvPr>
          <p:cNvCxnSpPr>
            <a:cxnSpLocks/>
            <a:stCxn id="24" idx="3"/>
            <a:endCxn id="30" idx="1"/>
          </p:cNvCxnSpPr>
          <p:nvPr/>
        </p:nvCxnSpPr>
        <p:spPr>
          <a:xfrm>
            <a:off x="8179843" y="5657407"/>
            <a:ext cx="1317298" cy="0"/>
          </a:xfrm>
          <a:prstGeom prst="straightConnector1">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E53D6EF7-62DE-D14B-9191-203C0E767CA8}"/>
              </a:ext>
            </a:extLst>
          </p:cNvPr>
          <p:cNvSpPr txBox="1"/>
          <p:nvPr/>
        </p:nvSpPr>
        <p:spPr>
          <a:xfrm>
            <a:off x="9207093" y="6104850"/>
            <a:ext cx="1186543" cy="215444"/>
          </a:xfrm>
          <a:prstGeom prst="rect">
            <a:avLst/>
          </a:prstGeom>
          <a:noFill/>
        </p:spPr>
        <p:txBody>
          <a:bodyPr wrap="square" lIns="0" tIns="0" rIns="0" bIns="0" rtlCol="0">
            <a:spAutoFit/>
          </a:bodyPr>
          <a:lstStyle/>
          <a:p>
            <a:pPr algn="ctr"/>
            <a:r>
              <a:rPr kumimoji="1" lang="ja-JP" altLang="en-US" sz="1400">
                <a:latin typeface="Yu Gothic UI" panose="020B0500000000000000" pitchFamily="34" charset="-128"/>
                <a:ea typeface="Yu Gothic UI" panose="020B0500000000000000" pitchFamily="34" charset="-128"/>
              </a:rPr>
              <a:t>各種リソース</a:t>
            </a:r>
            <a:endParaRPr kumimoji="1" lang="ja-JP" altLang="en-US" sz="1400" dirty="0">
              <a:latin typeface="Yu Gothic UI" panose="020B0500000000000000" pitchFamily="34" charset="-128"/>
              <a:ea typeface="Yu Gothic UI" panose="020B0500000000000000" pitchFamily="34" charset="-128"/>
            </a:endParaRPr>
          </a:p>
        </p:txBody>
      </p:sp>
      <p:cxnSp>
        <p:nvCxnSpPr>
          <p:cNvPr id="36" name="カギ線コネクタ 60">
            <a:extLst>
              <a:ext uri="{FF2B5EF4-FFF2-40B4-BE49-F238E27FC236}">
                <a16:creationId xmlns:a16="http://schemas.microsoft.com/office/drawing/2014/main" id="{CC58F87C-8002-C8AA-E17B-15947C8D7D64}"/>
              </a:ext>
            </a:extLst>
          </p:cNvPr>
          <p:cNvCxnSpPr>
            <a:cxnSpLocks/>
            <a:stCxn id="37" idx="3"/>
            <a:endCxn id="54" idx="1"/>
          </p:cNvCxnSpPr>
          <p:nvPr/>
        </p:nvCxnSpPr>
        <p:spPr>
          <a:xfrm flipV="1">
            <a:off x="1528672" y="4269484"/>
            <a:ext cx="1219200" cy="870852"/>
          </a:xfrm>
          <a:prstGeom prst="bentConnector3">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7" name="角丸四角形 62">
            <a:extLst>
              <a:ext uri="{FF2B5EF4-FFF2-40B4-BE49-F238E27FC236}">
                <a16:creationId xmlns:a16="http://schemas.microsoft.com/office/drawing/2014/main" id="{DBA1BE27-C1F6-695C-D446-02192757E467}"/>
              </a:ext>
            </a:extLst>
          </p:cNvPr>
          <p:cNvSpPr/>
          <p:nvPr/>
        </p:nvSpPr>
        <p:spPr bwMode="auto">
          <a:xfrm>
            <a:off x="1354500" y="4960721"/>
            <a:ext cx="174172" cy="359229"/>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cxnSp>
        <p:nvCxnSpPr>
          <p:cNvPr id="38" name="カギ線コネクタ 65">
            <a:extLst>
              <a:ext uri="{FF2B5EF4-FFF2-40B4-BE49-F238E27FC236}">
                <a16:creationId xmlns:a16="http://schemas.microsoft.com/office/drawing/2014/main" id="{C5459D15-1787-2A8E-558A-066810AC5F99}"/>
              </a:ext>
            </a:extLst>
          </p:cNvPr>
          <p:cNvCxnSpPr>
            <a:cxnSpLocks/>
            <a:stCxn id="37" idx="3"/>
            <a:endCxn id="55" idx="1"/>
          </p:cNvCxnSpPr>
          <p:nvPr/>
        </p:nvCxnSpPr>
        <p:spPr>
          <a:xfrm flipV="1">
            <a:off x="1528672" y="4955283"/>
            <a:ext cx="1219200" cy="185053"/>
          </a:xfrm>
          <a:prstGeom prst="bentConnector3">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9" name="カギ線コネクタ 68">
            <a:extLst>
              <a:ext uri="{FF2B5EF4-FFF2-40B4-BE49-F238E27FC236}">
                <a16:creationId xmlns:a16="http://schemas.microsoft.com/office/drawing/2014/main" id="{A78C851A-1518-BF37-600D-FF06724166A3}"/>
              </a:ext>
            </a:extLst>
          </p:cNvPr>
          <p:cNvCxnSpPr>
            <a:cxnSpLocks/>
            <a:stCxn id="37" idx="3"/>
            <a:endCxn id="56" idx="1"/>
          </p:cNvCxnSpPr>
          <p:nvPr/>
        </p:nvCxnSpPr>
        <p:spPr>
          <a:xfrm>
            <a:off x="1528672" y="5140336"/>
            <a:ext cx="1219200" cy="549730"/>
          </a:xfrm>
          <a:prstGeom prst="bentConnector3">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0" name="正方形/長方形 39">
            <a:extLst>
              <a:ext uri="{FF2B5EF4-FFF2-40B4-BE49-F238E27FC236}">
                <a16:creationId xmlns:a16="http://schemas.microsoft.com/office/drawing/2014/main" id="{B063FBB7-6A6E-13E4-1366-2380D98FA4F8}"/>
              </a:ext>
            </a:extLst>
          </p:cNvPr>
          <p:cNvSpPr/>
          <p:nvPr/>
        </p:nvSpPr>
        <p:spPr bwMode="auto">
          <a:xfrm>
            <a:off x="5861313" y="3912432"/>
            <a:ext cx="1277378" cy="2441994"/>
          </a:xfrm>
          <a:prstGeom prst="rect">
            <a:avLst/>
          </a:prstGeom>
          <a:noFill/>
          <a:ln w="31750">
            <a:solidFill>
              <a:srgbClr val="D83B0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cxnSp>
        <p:nvCxnSpPr>
          <p:cNvPr id="41" name="カギ線コネクタ 73">
            <a:extLst>
              <a:ext uri="{FF2B5EF4-FFF2-40B4-BE49-F238E27FC236}">
                <a16:creationId xmlns:a16="http://schemas.microsoft.com/office/drawing/2014/main" id="{1891ED1F-0E75-49CB-4EF1-8E529E48672C}"/>
              </a:ext>
            </a:extLst>
          </p:cNvPr>
          <p:cNvCxnSpPr>
            <a:cxnSpLocks/>
            <a:stCxn id="37" idx="3"/>
            <a:endCxn id="42" idx="1"/>
          </p:cNvCxnSpPr>
          <p:nvPr/>
        </p:nvCxnSpPr>
        <p:spPr>
          <a:xfrm>
            <a:off x="1528672" y="5140336"/>
            <a:ext cx="1687409" cy="1006360"/>
          </a:xfrm>
          <a:prstGeom prst="bentConnector3">
            <a:avLst>
              <a:gd name="adj1" fmla="val 35808"/>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2" name="角丸四角形 79">
            <a:extLst>
              <a:ext uri="{FF2B5EF4-FFF2-40B4-BE49-F238E27FC236}">
                <a16:creationId xmlns:a16="http://schemas.microsoft.com/office/drawing/2014/main" id="{9021BE8C-F57B-3937-989D-D5CA9DE8A92A}"/>
              </a:ext>
            </a:extLst>
          </p:cNvPr>
          <p:cNvSpPr/>
          <p:nvPr/>
        </p:nvSpPr>
        <p:spPr bwMode="auto">
          <a:xfrm>
            <a:off x="3216081" y="5967081"/>
            <a:ext cx="174172" cy="359229"/>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cxnSp>
        <p:nvCxnSpPr>
          <p:cNvPr id="43" name="カギ線コネクタ 82">
            <a:extLst>
              <a:ext uri="{FF2B5EF4-FFF2-40B4-BE49-F238E27FC236}">
                <a16:creationId xmlns:a16="http://schemas.microsoft.com/office/drawing/2014/main" id="{12148357-9020-F682-A8C0-2D7453A6625D}"/>
              </a:ext>
            </a:extLst>
          </p:cNvPr>
          <p:cNvCxnSpPr>
            <a:cxnSpLocks/>
            <a:stCxn id="42" idx="3"/>
            <a:endCxn id="53" idx="1"/>
          </p:cNvCxnSpPr>
          <p:nvPr/>
        </p:nvCxnSpPr>
        <p:spPr>
          <a:xfrm flipV="1">
            <a:off x="3390253" y="4955283"/>
            <a:ext cx="1153762" cy="1191413"/>
          </a:xfrm>
          <a:prstGeom prst="bentConnector3">
            <a:avLst>
              <a:gd name="adj1" fmla="val 73587"/>
            </a:avLst>
          </a:prstGeom>
          <a:ln>
            <a:solidFill>
              <a:schemeClr val="accent1">
                <a:lumMod val="60000"/>
                <a:lumOff val="4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44" name="グラフィックス 43">
            <a:extLst>
              <a:ext uri="{FF2B5EF4-FFF2-40B4-BE49-F238E27FC236}">
                <a16:creationId xmlns:a16="http://schemas.microsoft.com/office/drawing/2014/main" id="{DC89D2E7-C9D0-0E04-AA2C-5B430472DD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83515" y="4775668"/>
            <a:ext cx="462528" cy="462528"/>
          </a:xfrm>
          <a:prstGeom prst="rect">
            <a:avLst/>
          </a:prstGeom>
        </p:spPr>
      </p:pic>
      <p:sp>
        <p:nvSpPr>
          <p:cNvPr id="45" name="テキスト ボックス 44">
            <a:extLst>
              <a:ext uri="{FF2B5EF4-FFF2-40B4-BE49-F238E27FC236}">
                <a16:creationId xmlns:a16="http://schemas.microsoft.com/office/drawing/2014/main" id="{68DE3A62-0FA3-35DE-F1DD-C3212A430714}"/>
              </a:ext>
            </a:extLst>
          </p:cNvPr>
          <p:cNvSpPr txBox="1"/>
          <p:nvPr/>
        </p:nvSpPr>
        <p:spPr>
          <a:xfrm>
            <a:off x="6962866" y="3319064"/>
            <a:ext cx="1186543" cy="215444"/>
          </a:xfrm>
          <a:prstGeom prst="rect">
            <a:avLst/>
          </a:prstGeom>
          <a:noFill/>
        </p:spPr>
        <p:txBody>
          <a:bodyPr wrap="square" lIns="0" tIns="0" rIns="0" bIns="0" rtlCol="0">
            <a:spAutoFit/>
          </a:bodyPr>
          <a:lstStyle/>
          <a:p>
            <a:r>
              <a:rPr kumimoji="1" lang="en-US" altLang="ja-JP" sz="1400" dirty="0">
                <a:latin typeface="Yu Gothic UI" panose="020B0500000000000000" pitchFamily="34" charset="-128"/>
                <a:ea typeface="Yu Gothic UI" panose="020B0500000000000000" pitchFamily="34" charset="-128"/>
              </a:rPr>
              <a:t>Azure Policy</a:t>
            </a:r>
            <a:endParaRPr kumimoji="1" lang="ja-JP" altLang="en-US" sz="1400" dirty="0">
              <a:latin typeface="Yu Gothic UI" panose="020B0500000000000000" pitchFamily="34" charset="-128"/>
              <a:ea typeface="Yu Gothic UI" panose="020B0500000000000000" pitchFamily="34" charset="-128"/>
            </a:endParaRPr>
          </a:p>
        </p:txBody>
      </p:sp>
      <p:pic>
        <p:nvPicPr>
          <p:cNvPr id="46" name="グラフィックス 45">
            <a:extLst>
              <a:ext uri="{FF2B5EF4-FFF2-40B4-BE49-F238E27FC236}">
                <a16:creationId xmlns:a16="http://schemas.microsoft.com/office/drawing/2014/main" id="{35E6FD9F-70F9-FDD5-18D1-11A9A7C101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78873" y="3107795"/>
            <a:ext cx="642257" cy="642257"/>
          </a:xfrm>
          <a:prstGeom prst="rect">
            <a:avLst/>
          </a:prstGeom>
        </p:spPr>
      </p:pic>
      <p:sp>
        <p:nvSpPr>
          <p:cNvPr id="47" name="四角形吹き出し 72">
            <a:extLst>
              <a:ext uri="{FF2B5EF4-FFF2-40B4-BE49-F238E27FC236}">
                <a16:creationId xmlns:a16="http://schemas.microsoft.com/office/drawing/2014/main" id="{70A0E94C-5518-6852-D147-33FC1D45B484}"/>
              </a:ext>
            </a:extLst>
          </p:cNvPr>
          <p:cNvSpPr/>
          <p:nvPr/>
        </p:nvSpPr>
        <p:spPr bwMode="auto">
          <a:xfrm>
            <a:off x="8763000" y="2643893"/>
            <a:ext cx="2743200" cy="1144836"/>
          </a:xfrm>
          <a:prstGeom prst="wedgeRectCallout">
            <a:avLst>
              <a:gd name="adj1" fmla="val -104589"/>
              <a:gd name="adj2" fmla="val 68345"/>
            </a:avLst>
          </a:prstGeom>
          <a:noFill/>
          <a:ln w="22225">
            <a:gradFill>
              <a:gsLst>
                <a:gs pos="95000">
                  <a:srgbClr val="7DDC7D"/>
                </a:gs>
                <a:gs pos="0">
                  <a:srgbClr val="0078D4"/>
                </a:gs>
              </a:gsLst>
              <a:lin ang="18900000" scaled="0"/>
            </a:gradFill>
          </a:ln>
          <a:effectLst>
            <a:outerShdw blurRad="127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400" dirty="0">
                <a:solidFill>
                  <a:schemeClr val="tx1"/>
                </a:solidFill>
                <a:latin typeface="Yu Gothic UI" panose="020B0500000000000000" pitchFamily="34" charset="-128"/>
                <a:ea typeface="Yu Gothic UI" panose="020B0500000000000000" pitchFamily="34" charset="-128"/>
              </a:rPr>
              <a:t>Azure Policy </a:t>
            </a:r>
            <a:r>
              <a:rPr lang="ja-JP" altLang="en-US" sz="1400" dirty="0">
                <a:solidFill>
                  <a:schemeClr val="tx1"/>
                </a:solidFill>
                <a:latin typeface="Yu Gothic UI" panose="020B0500000000000000" pitchFamily="34" charset="-128"/>
                <a:ea typeface="Yu Gothic UI" panose="020B0500000000000000" pitchFamily="34" charset="-128"/>
              </a:rPr>
              <a:t>によって定義で</a:t>
            </a:r>
            <a:r>
              <a:rPr lang="ja-JP" altLang="en-US" sz="1400">
                <a:solidFill>
                  <a:schemeClr val="tx1"/>
                </a:solidFill>
                <a:latin typeface="Yu Gothic UI" panose="020B0500000000000000" pitchFamily="34" charset="-128"/>
                <a:ea typeface="Yu Gothic UI" panose="020B0500000000000000" pitchFamily="34" charset="-128"/>
              </a:rPr>
              <a:t>許可された</a:t>
            </a:r>
            <a:r>
              <a:rPr lang="ja-JP" altLang="en-US" sz="1400" u="sng">
                <a:solidFill>
                  <a:schemeClr val="tx1"/>
                </a:solidFill>
                <a:latin typeface="Yu Gothic UI" panose="020B0500000000000000" pitchFamily="34" charset="-128"/>
                <a:ea typeface="Yu Gothic UI" panose="020B0500000000000000" pitchFamily="34" charset="-128"/>
              </a:rPr>
              <a:t>設定値</a:t>
            </a:r>
            <a:r>
              <a:rPr lang="ja-JP" altLang="en-US" sz="1400" dirty="0">
                <a:solidFill>
                  <a:schemeClr val="tx1"/>
                </a:solidFill>
                <a:latin typeface="Yu Gothic UI" panose="020B0500000000000000" pitchFamily="34" charset="-128"/>
                <a:ea typeface="Yu Gothic UI" panose="020B0500000000000000" pitchFamily="34" charset="-128"/>
              </a:rPr>
              <a:t>かどうかを評価</a:t>
            </a:r>
          </a:p>
        </p:txBody>
      </p:sp>
      <p:pic>
        <p:nvPicPr>
          <p:cNvPr id="48" name="図 47">
            <a:extLst>
              <a:ext uri="{FF2B5EF4-FFF2-40B4-BE49-F238E27FC236}">
                <a16:creationId xmlns:a16="http://schemas.microsoft.com/office/drawing/2014/main" id="{EDCF7046-FAEF-0F29-ADA8-6F1D7D26557A}"/>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4066814" y="3113425"/>
            <a:ext cx="642257" cy="635635"/>
          </a:xfrm>
          <a:prstGeom prst="rect">
            <a:avLst/>
          </a:prstGeom>
        </p:spPr>
      </p:pic>
      <p:sp>
        <p:nvSpPr>
          <p:cNvPr id="49" name="テキスト ボックス 48">
            <a:extLst>
              <a:ext uri="{FF2B5EF4-FFF2-40B4-BE49-F238E27FC236}">
                <a16:creationId xmlns:a16="http://schemas.microsoft.com/office/drawing/2014/main" id="{FF3377F7-4746-4F00-319E-664688732527}"/>
              </a:ext>
            </a:extLst>
          </p:cNvPr>
          <p:cNvSpPr txBox="1"/>
          <p:nvPr/>
        </p:nvSpPr>
        <p:spPr>
          <a:xfrm>
            <a:off x="4750842" y="3319064"/>
            <a:ext cx="1186543" cy="215444"/>
          </a:xfrm>
          <a:prstGeom prst="rect">
            <a:avLst/>
          </a:prstGeom>
          <a:noFill/>
        </p:spPr>
        <p:txBody>
          <a:bodyPr wrap="square" lIns="0" tIns="0" rIns="0" bIns="0" rtlCol="0">
            <a:spAutoFit/>
          </a:bodyPr>
          <a:lstStyle/>
          <a:p>
            <a:r>
              <a:rPr kumimoji="1" lang="en-US" altLang="ja-JP" sz="1400" dirty="0">
                <a:latin typeface="Yu Gothic UI" panose="020B0500000000000000" pitchFamily="34" charset="-128"/>
                <a:ea typeface="Yu Gothic UI" panose="020B0500000000000000" pitchFamily="34" charset="-128"/>
              </a:rPr>
              <a:t>Azure RBAC</a:t>
            </a:r>
            <a:endParaRPr kumimoji="1" lang="ja-JP" altLang="en-US" sz="1400" dirty="0">
              <a:latin typeface="Yu Gothic UI" panose="020B0500000000000000" pitchFamily="34" charset="-128"/>
              <a:ea typeface="Yu Gothic UI" panose="020B0500000000000000" pitchFamily="34" charset="-128"/>
            </a:endParaRPr>
          </a:p>
        </p:txBody>
      </p:sp>
      <p:sp>
        <p:nvSpPr>
          <p:cNvPr id="50" name="テキスト ボックス 49">
            <a:extLst>
              <a:ext uri="{FF2B5EF4-FFF2-40B4-BE49-F238E27FC236}">
                <a16:creationId xmlns:a16="http://schemas.microsoft.com/office/drawing/2014/main" id="{F348FBEA-1EAE-E0F9-5643-FDDDC93ABCAE}"/>
              </a:ext>
            </a:extLst>
          </p:cNvPr>
          <p:cNvSpPr txBox="1"/>
          <p:nvPr/>
        </p:nvSpPr>
        <p:spPr>
          <a:xfrm>
            <a:off x="741996" y="1220405"/>
            <a:ext cx="10764204" cy="1200329"/>
          </a:xfrm>
          <a:prstGeom prst="rect">
            <a:avLst/>
          </a:prstGeom>
          <a:noFill/>
        </p:spPr>
        <p:txBody>
          <a:bodyPr wrap="square">
            <a:spAutoFit/>
          </a:bodyPr>
          <a:lstStyle/>
          <a:p>
            <a:r>
              <a:rPr lang="ja-JP" altLang="en-US" dirty="0">
                <a:latin typeface="Yu Gothic UI" panose="020B0500000000000000" pitchFamily="34" charset="-128"/>
                <a:ea typeface="Yu Gothic UI" panose="020B0500000000000000" pitchFamily="34" charset="-128"/>
              </a:rPr>
              <a:t>Azure Policy は Azure のリソースに対して設定可能な値を定義し、デプロイしようとしている、もしくはデプロイ済みのリソースがその定義に適合しているか</a:t>
            </a:r>
            <a:r>
              <a:rPr lang="ja-JP" altLang="en-US">
                <a:latin typeface="Yu Gothic UI" panose="020B0500000000000000" pitchFamily="34" charset="-128"/>
                <a:ea typeface="Yu Gothic UI" panose="020B0500000000000000" pitchFamily="34" charset="-128"/>
              </a:rPr>
              <a:t>を評価する。</a:t>
            </a:r>
            <a:endParaRPr lang="en-US" altLang="ja-JP" dirty="0">
              <a:latin typeface="Yu Gothic UI" panose="020B0500000000000000" pitchFamily="34" charset="-128"/>
              <a:ea typeface="Yu Gothic UI" panose="020B0500000000000000" pitchFamily="34" charset="-128"/>
            </a:endParaRPr>
          </a:p>
          <a:p>
            <a:r>
              <a:rPr lang="ja-JP" altLang="en-US" dirty="0">
                <a:latin typeface="Yu Gothic UI" panose="020B0500000000000000" pitchFamily="34" charset="-128"/>
                <a:ea typeface="Yu Gothic UI" panose="020B0500000000000000" pitchFamily="34" charset="-128"/>
              </a:rPr>
              <a:t>RBAC </a:t>
            </a:r>
            <a:r>
              <a:rPr lang="en-US" altLang="ja-JP" dirty="0">
                <a:latin typeface="Yu Gothic UI" panose="020B0500000000000000" pitchFamily="34" charset="-128"/>
                <a:ea typeface="Yu Gothic UI" panose="020B0500000000000000" pitchFamily="34" charset="-128"/>
              </a:rPr>
              <a:t>( </a:t>
            </a:r>
            <a:r>
              <a:rPr lang="ja-JP" altLang="en-US" dirty="0">
                <a:latin typeface="Yu Gothic UI" panose="020B0500000000000000" pitchFamily="34" charset="-128"/>
                <a:ea typeface="Yu Gothic UI" panose="020B0500000000000000" pitchFamily="34" charset="-128"/>
              </a:rPr>
              <a:t>ユーザーに割り当てられたロール </a:t>
            </a:r>
            <a:r>
              <a:rPr lang="en-US" altLang="ja-JP" dirty="0">
                <a:latin typeface="Yu Gothic UI" panose="020B0500000000000000" pitchFamily="34" charset="-128"/>
                <a:ea typeface="Yu Gothic UI" panose="020B0500000000000000" pitchFamily="34" charset="-128"/>
              </a:rPr>
              <a:t>) </a:t>
            </a:r>
            <a:r>
              <a:rPr lang="ja-JP" altLang="en-US" dirty="0">
                <a:latin typeface="Yu Gothic UI" panose="020B0500000000000000" pitchFamily="34" charset="-128"/>
                <a:ea typeface="Yu Gothic UI" panose="020B0500000000000000" pitchFamily="34" charset="-128"/>
              </a:rPr>
              <a:t>がリソースプロバイダーの操作ごとの許可/不許可を制御していたのに対して、Azure Policyはさらに設定値まで評価</a:t>
            </a:r>
            <a:endParaRPr lang="en-US" altLang="ja-JP" dirty="0">
              <a:latin typeface="Yu Gothic UI" panose="020B0500000000000000" pitchFamily="34" charset="-128"/>
              <a:ea typeface="Yu Gothic UI" panose="020B0500000000000000" pitchFamily="34" charset="-128"/>
            </a:endParaRPr>
          </a:p>
        </p:txBody>
      </p:sp>
      <p:sp>
        <p:nvSpPr>
          <p:cNvPr id="51" name="正方形/長方形 50">
            <a:extLst>
              <a:ext uri="{FF2B5EF4-FFF2-40B4-BE49-F238E27FC236}">
                <a16:creationId xmlns:a16="http://schemas.microsoft.com/office/drawing/2014/main" id="{4333CC69-580B-3FA6-3E57-615F856E7E5C}"/>
              </a:ext>
            </a:extLst>
          </p:cNvPr>
          <p:cNvSpPr/>
          <p:nvPr/>
        </p:nvSpPr>
        <p:spPr bwMode="auto">
          <a:xfrm>
            <a:off x="3749253" y="3920762"/>
            <a:ext cx="1277378" cy="2430906"/>
          </a:xfrm>
          <a:prstGeom prst="rect">
            <a:avLst/>
          </a:prstGeom>
          <a:noFill/>
          <a:ln w="31750">
            <a:solidFill>
              <a:schemeClr val="accent1">
                <a:lumMod val="40000"/>
                <a:lumOff val="6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dirty="0">
              <a:solidFill>
                <a:schemeClr val="accent6">
                  <a:lumMod val="50000"/>
                </a:schemeClr>
              </a:solidFill>
              <a:latin typeface="Yu Gothic UI" panose="020B0500000000000000" pitchFamily="34" charset="-128"/>
              <a:ea typeface="Yu Gothic UI" panose="020B0500000000000000" pitchFamily="34" charset="-128"/>
              <a:cs typeface="Segoe UI" pitchFamily="34" charset="0"/>
            </a:endParaRPr>
          </a:p>
        </p:txBody>
      </p:sp>
      <p:sp>
        <p:nvSpPr>
          <p:cNvPr id="52" name="四角形吹き出し 72">
            <a:extLst>
              <a:ext uri="{FF2B5EF4-FFF2-40B4-BE49-F238E27FC236}">
                <a16:creationId xmlns:a16="http://schemas.microsoft.com/office/drawing/2014/main" id="{25BA56D9-7D41-236C-256E-3B0A4DDBC7C8}"/>
              </a:ext>
            </a:extLst>
          </p:cNvPr>
          <p:cNvSpPr/>
          <p:nvPr/>
        </p:nvSpPr>
        <p:spPr bwMode="auto">
          <a:xfrm>
            <a:off x="463445" y="2803890"/>
            <a:ext cx="2743200" cy="707663"/>
          </a:xfrm>
          <a:prstGeom prst="wedgeRectCallout">
            <a:avLst>
              <a:gd name="adj1" fmla="val 78744"/>
              <a:gd name="adj2" fmla="val 52553"/>
            </a:avLst>
          </a:prstGeom>
          <a:noFill/>
          <a:ln w="22225">
            <a:gradFill>
              <a:gsLst>
                <a:gs pos="95000">
                  <a:srgbClr val="7DDC7D"/>
                </a:gs>
                <a:gs pos="0">
                  <a:srgbClr val="0078D4"/>
                </a:gs>
              </a:gsLst>
              <a:lin ang="18900000" scaled="0"/>
            </a:gradFill>
          </a:ln>
          <a:effectLst>
            <a:outerShdw blurRad="1270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400" dirty="0">
                <a:solidFill>
                  <a:schemeClr val="tx1"/>
                </a:solidFill>
                <a:latin typeface="Yu Gothic UI" panose="020B0500000000000000" pitchFamily="34" charset="-128"/>
                <a:ea typeface="Yu Gothic UI" panose="020B0500000000000000" pitchFamily="34" charset="-128"/>
              </a:rPr>
              <a:t>RBAC </a:t>
            </a:r>
            <a:r>
              <a:rPr lang="ja-JP" altLang="en-US" sz="1400" dirty="0">
                <a:solidFill>
                  <a:schemeClr val="tx1"/>
                </a:solidFill>
                <a:latin typeface="Yu Gothic UI" panose="020B0500000000000000" pitchFamily="34" charset="-128"/>
                <a:ea typeface="Yu Gothic UI" panose="020B0500000000000000" pitchFamily="34" charset="-128"/>
              </a:rPr>
              <a:t>の</a:t>
            </a:r>
            <a:r>
              <a:rPr lang="ja-JP" altLang="en-US" sz="1400">
                <a:solidFill>
                  <a:schemeClr val="tx1"/>
                </a:solidFill>
                <a:latin typeface="Yu Gothic UI" panose="020B0500000000000000" pitchFamily="34" charset="-128"/>
                <a:ea typeface="Yu Gothic UI" panose="020B0500000000000000" pitchFamily="34" charset="-128"/>
              </a:rPr>
              <a:t>定義で、どのリソースプロバイダーのどの操作を許可するか、拒否するかを</a:t>
            </a:r>
            <a:r>
              <a:rPr lang="ja-JP" altLang="en-US" sz="1400" dirty="0">
                <a:solidFill>
                  <a:schemeClr val="tx1"/>
                </a:solidFill>
                <a:latin typeface="Yu Gothic UI" panose="020B0500000000000000" pitchFamily="34" charset="-128"/>
                <a:ea typeface="Yu Gothic UI" panose="020B0500000000000000" pitchFamily="34" charset="-128"/>
              </a:rPr>
              <a:t>評価</a:t>
            </a:r>
          </a:p>
        </p:txBody>
      </p:sp>
      <p:sp>
        <p:nvSpPr>
          <p:cNvPr id="53" name="角丸四角形 12">
            <a:extLst>
              <a:ext uri="{FF2B5EF4-FFF2-40B4-BE49-F238E27FC236}">
                <a16:creationId xmlns:a16="http://schemas.microsoft.com/office/drawing/2014/main" id="{9E8924E7-7273-0981-8128-D61F71416893}"/>
              </a:ext>
            </a:extLst>
          </p:cNvPr>
          <p:cNvSpPr/>
          <p:nvPr/>
        </p:nvSpPr>
        <p:spPr bwMode="auto">
          <a:xfrm>
            <a:off x="4544015" y="4775668"/>
            <a:ext cx="1153886" cy="359229"/>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100" dirty="0">
                <a:solidFill>
                  <a:schemeClr val="tx1"/>
                </a:solidFill>
                <a:latin typeface="Yu Gothic UI" panose="020B0500000000000000" pitchFamily="34" charset="-128"/>
                <a:ea typeface="Yu Gothic UI" panose="020B0500000000000000" pitchFamily="34" charset="-128"/>
                <a:cs typeface="Segoe UI" pitchFamily="34" charset="0"/>
              </a:rPr>
              <a:t>REST API</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54" name="角丸四角形 8">
            <a:extLst>
              <a:ext uri="{FF2B5EF4-FFF2-40B4-BE49-F238E27FC236}">
                <a16:creationId xmlns:a16="http://schemas.microsoft.com/office/drawing/2014/main" id="{4110D1C4-CC3F-6E70-9429-9161A0CE7D8A}"/>
              </a:ext>
            </a:extLst>
          </p:cNvPr>
          <p:cNvSpPr/>
          <p:nvPr/>
        </p:nvSpPr>
        <p:spPr bwMode="auto">
          <a:xfrm>
            <a:off x="2747872" y="4089869"/>
            <a:ext cx="1153886" cy="359229"/>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100" dirty="0">
                <a:solidFill>
                  <a:schemeClr val="tx1"/>
                </a:solidFill>
                <a:latin typeface="Yu Gothic UI" panose="020B0500000000000000" pitchFamily="34" charset="-128"/>
                <a:ea typeface="Yu Gothic UI" panose="020B0500000000000000" pitchFamily="34" charset="-128"/>
                <a:cs typeface="Segoe UI" pitchFamily="34" charset="0"/>
              </a:rPr>
              <a:t>Azure Portal</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55" name="角丸四角形 9">
            <a:extLst>
              <a:ext uri="{FF2B5EF4-FFF2-40B4-BE49-F238E27FC236}">
                <a16:creationId xmlns:a16="http://schemas.microsoft.com/office/drawing/2014/main" id="{4B1009B3-81FD-7414-53D0-BE25BA7E6DD5}"/>
              </a:ext>
            </a:extLst>
          </p:cNvPr>
          <p:cNvSpPr/>
          <p:nvPr/>
        </p:nvSpPr>
        <p:spPr bwMode="auto">
          <a:xfrm>
            <a:off x="2747872" y="4775668"/>
            <a:ext cx="1153886" cy="359229"/>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100" dirty="0">
                <a:solidFill>
                  <a:schemeClr val="tx1"/>
                </a:solidFill>
                <a:latin typeface="Yu Gothic UI" panose="020B0500000000000000" pitchFamily="34" charset="-128"/>
                <a:ea typeface="Yu Gothic UI" panose="020B0500000000000000" pitchFamily="34" charset="-128"/>
                <a:cs typeface="Segoe UI" pitchFamily="34" charset="0"/>
              </a:rPr>
              <a:t>Azure CLI</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
        <p:nvSpPr>
          <p:cNvPr id="56" name="角丸四角形 10">
            <a:extLst>
              <a:ext uri="{FF2B5EF4-FFF2-40B4-BE49-F238E27FC236}">
                <a16:creationId xmlns:a16="http://schemas.microsoft.com/office/drawing/2014/main" id="{5BD17445-58CE-0B5F-1F26-347E9205B8C3}"/>
              </a:ext>
            </a:extLst>
          </p:cNvPr>
          <p:cNvSpPr/>
          <p:nvPr/>
        </p:nvSpPr>
        <p:spPr bwMode="auto">
          <a:xfrm>
            <a:off x="2747872" y="5510451"/>
            <a:ext cx="1153886" cy="359229"/>
          </a:xfrm>
          <a:prstGeom prst="round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100" dirty="0">
                <a:solidFill>
                  <a:schemeClr val="tx1"/>
                </a:solidFill>
                <a:latin typeface="Yu Gothic UI" panose="020B0500000000000000" pitchFamily="34" charset="-128"/>
                <a:ea typeface="Yu Gothic UI" panose="020B0500000000000000" pitchFamily="34" charset="-128"/>
                <a:cs typeface="Segoe UI" pitchFamily="34" charset="0"/>
              </a:rPr>
              <a:t>Power Shell</a:t>
            </a:r>
            <a:endParaRPr kumimoji="1" lang="ja-JP" altLang="en-US" sz="1100" dirty="0">
              <a:solidFill>
                <a:schemeClr val="tx1"/>
              </a:solidFill>
              <a:latin typeface="Yu Gothic UI" panose="020B0500000000000000" pitchFamily="34" charset="-128"/>
              <a:ea typeface="Yu Gothic UI" panose="020B0500000000000000" pitchFamily="34" charset="-128"/>
              <a:cs typeface="Segoe UI" pitchFamily="34" charset="0"/>
            </a:endParaRPr>
          </a:p>
        </p:txBody>
      </p:sp>
    </p:spTree>
    <p:extLst>
      <p:ext uri="{BB962C8B-B14F-4D97-AF65-F5344CB8AC3E}">
        <p14:creationId xmlns:p14="http://schemas.microsoft.com/office/powerpoint/2010/main" val="3123881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D680-1672-4A86-BDAE-7AFA1866E74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70947F6-A108-CFDD-4041-4FA14E8DDA3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Azure Policy の仕組み</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043F397-AC99-FF00-0ED8-3935B5174B4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C93C9A9-05B1-93DA-102E-07770883589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A357F9E2-CDA5-772D-012E-BD0FA27EDE63}"/>
              </a:ext>
            </a:extLst>
          </p:cNvPr>
          <p:cNvSpPr/>
          <p:nvPr/>
        </p:nvSpPr>
        <p:spPr bwMode="auto">
          <a:xfrm>
            <a:off x="6444795" y="4887488"/>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リソース</a:t>
            </a:r>
          </a:p>
        </p:txBody>
      </p:sp>
      <p:pic>
        <p:nvPicPr>
          <p:cNvPr id="8" name="図 8364">
            <a:extLst>
              <a:ext uri="{FF2B5EF4-FFF2-40B4-BE49-F238E27FC236}">
                <a16:creationId xmlns:a16="http://schemas.microsoft.com/office/drawing/2014/main" id="{96839333-5813-55DB-9C4A-742EB36863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90545" y="4950331"/>
            <a:ext cx="278699"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図 8366">
            <a:extLst>
              <a:ext uri="{FF2B5EF4-FFF2-40B4-BE49-F238E27FC236}">
                <a16:creationId xmlns:a16="http://schemas.microsoft.com/office/drawing/2014/main" id="{CC12B5CA-1A67-C887-8374-A584B8F7CA7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10269" y="4970529"/>
            <a:ext cx="278700"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図 242">
            <a:extLst>
              <a:ext uri="{FF2B5EF4-FFF2-40B4-BE49-F238E27FC236}">
                <a16:creationId xmlns:a16="http://schemas.microsoft.com/office/drawing/2014/main" id="{0BF4421B-DC7F-F832-DDE5-D47F434A8D4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90545" y="5249229"/>
            <a:ext cx="278699" cy="28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図 8402" descr="屋外, 標識, 空, 停止 が含まれている画像&#10;&#10;自動的に生成された説明">
            <a:extLst>
              <a:ext uri="{FF2B5EF4-FFF2-40B4-BE49-F238E27FC236}">
                <a16:creationId xmlns:a16="http://schemas.microsoft.com/office/drawing/2014/main" id="{A5B26CDE-B452-81B2-8557-7591F264777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55607" y="5270330"/>
            <a:ext cx="233362"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左大かっこ 58">
            <a:extLst>
              <a:ext uri="{FF2B5EF4-FFF2-40B4-BE49-F238E27FC236}">
                <a16:creationId xmlns:a16="http://schemas.microsoft.com/office/drawing/2014/main" id="{16638CDC-BC1B-4B9B-0E88-B3F5058093C7}"/>
              </a:ext>
            </a:extLst>
          </p:cNvPr>
          <p:cNvSpPr/>
          <p:nvPr/>
        </p:nvSpPr>
        <p:spPr>
          <a:xfrm rot="5400000">
            <a:off x="9143448" y="4490245"/>
            <a:ext cx="107919" cy="84239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pic>
        <p:nvPicPr>
          <p:cNvPr id="60" name="図 8364">
            <a:extLst>
              <a:ext uri="{FF2B5EF4-FFF2-40B4-BE49-F238E27FC236}">
                <a16:creationId xmlns:a16="http://schemas.microsoft.com/office/drawing/2014/main" id="{1462F897-11C8-511F-09D6-37ABFFB5EF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p:blipFill>
        <p:spPr bwMode="auto">
          <a:xfrm>
            <a:off x="10121042" y="4948372"/>
            <a:ext cx="278699" cy="27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図 8366">
            <a:extLst>
              <a:ext uri="{FF2B5EF4-FFF2-40B4-BE49-F238E27FC236}">
                <a16:creationId xmlns:a16="http://schemas.microsoft.com/office/drawing/2014/main" id="{D219EA87-0305-9CEA-C534-EBC9E1CB9B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10540766" y="4965403"/>
            <a:ext cx="278700" cy="27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 name="図 242">
            <a:extLst>
              <a:ext uri="{FF2B5EF4-FFF2-40B4-BE49-F238E27FC236}">
                <a16:creationId xmlns:a16="http://schemas.microsoft.com/office/drawing/2014/main" id="{595A00F9-667E-B5A3-3663-46FFC8E99E1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10123555" y="5244103"/>
            <a:ext cx="273672" cy="28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図 8402">
            <a:extLst>
              <a:ext uri="{FF2B5EF4-FFF2-40B4-BE49-F238E27FC236}">
                <a16:creationId xmlns:a16="http://schemas.microsoft.com/office/drawing/2014/main" id="{0C78DB21-033B-3246-0B29-B94DDA01EC1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10588640" y="5265204"/>
            <a:ext cx="228289"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左大かっこ 63">
            <a:extLst>
              <a:ext uri="{FF2B5EF4-FFF2-40B4-BE49-F238E27FC236}">
                <a16:creationId xmlns:a16="http://schemas.microsoft.com/office/drawing/2014/main" id="{933319FA-5971-B369-6F19-FF1C55C2C668}"/>
              </a:ext>
            </a:extLst>
          </p:cNvPr>
          <p:cNvSpPr/>
          <p:nvPr/>
        </p:nvSpPr>
        <p:spPr>
          <a:xfrm rot="5400000">
            <a:off x="10373945" y="4485119"/>
            <a:ext cx="107919" cy="84239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sp>
        <p:nvSpPr>
          <p:cNvPr id="65" name="正方形/長方形 64">
            <a:extLst>
              <a:ext uri="{FF2B5EF4-FFF2-40B4-BE49-F238E27FC236}">
                <a16:creationId xmlns:a16="http://schemas.microsoft.com/office/drawing/2014/main" id="{7BACD687-5C59-505F-9C66-14A5A6C61F47}"/>
              </a:ext>
            </a:extLst>
          </p:cNvPr>
          <p:cNvSpPr/>
          <p:nvPr/>
        </p:nvSpPr>
        <p:spPr bwMode="auto">
          <a:xfrm>
            <a:off x="6444795" y="4063961"/>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リソース</a:t>
            </a:r>
            <a:endParaRPr kumimoji="1" lang="en-US" altLang="ja-JP" sz="2400" dirty="0">
              <a:solidFill>
                <a:schemeClr val="tx1"/>
              </a:solidFill>
              <a:latin typeface="Yu Gothic UI" panose="020B0500000000000000" pitchFamily="34" charset="-128"/>
              <a:ea typeface="Yu Gothic UI" panose="020B0500000000000000" pitchFamily="34" charset="-128"/>
              <a:cs typeface="Segoe UI" pitchFamily="34" charset="0"/>
            </a:endParaRPr>
          </a:p>
          <a:p>
            <a:pPr defTabSz="932472" fontAlgn="base">
              <a:lnSpc>
                <a:spcPct val="90000"/>
              </a:lnSpc>
              <a:spcBef>
                <a:spcPct val="0"/>
              </a:spcBef>
              <a:spcAft>
                <a:spcPct val="0"/>
              </a:spcAft>
            </a:pPr>
            <a:r>
              <a:rPr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グループ</a:t>
            </a: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pic>
        <p:nvPicPr>
          <p:cNvPr id="66" name="Picture 110" descr="A picture containing furniture, table&#10;&#10;Description automatically generated">
            <a:extLst>
              <a:ext uri="{FF2B5EF4-FFF2-40B4-BE49-F238E27FC236}">
                <a16:creationId xmlns:a16="http://schemas.microsoft.com/office/drawing/2014/main" id="{57BBAE18-35E4-6770-0598-DA35269A42BE}"/>
              </a:ext>
            </a:extLst>
          </p:cNvPr>
          <p:cNvPicPr>
            <a:picLocks noChangeAspect="1"/>
          </p:cNvPicPr>
          <p:nvPr/>
        </p:nvPicPr>
        <p:blipFill>
          <a:blip r:embed="rId11"/>
          <a:stretch>
            <a:fillRect/>
          </a:stretch>
        </p:blipFill>
        <p:spPr>
          <a:xfrm>
            <a:off x="8939995" y="4159943"/>
            <a:ext cx="514823" cy="514823"/>
          </a:xfrm>
          <a:prstGeom prst="rect">
            <a:avLst/>
          </a:prstGeom>
        </p:spPr>
      </p:pic>
      <p:pic>
        <p:nvPicPr>
          <p:cNvPr id="67" name="Picture 110" descr="A picture containing furniture, table&#10;&#10;Description automatically generated">
            <a:extLst>
              <a:ext uri="{FF2B5EF4-FFF2-40B4-BE49-F238E27FC236}">
                <a16:creationId xmlns:a16="http://schemas.microsoft.com/office/drawing/2014/main" id="{FE39967C-6F7C-DE79-FC39-A53FD8E35622}"/>
              </a:ext>
            </a:extLst>
          </p:cNvPr>
          <p:cNvPicPr>
            <a:picLocks noChangeAspect="1"/>
          </p:cNvPicPr>
          <p:nvPr/>
        </p:nvPicPr>
        <p:blipFill>
          <a:blip r:embed="rId11"/>
          <a:stretch>
            <a:fillRect/>
          </a:stretch>
        </p:blipFill>
        <p:spPr>
          <a:xfrm>
            <a:off x="10170492" y="4159943"/>
            <a:ext cx="514823" cy="514823"/>
          </a:xfrm>
          <a:prstGeom prst="rect">
            <a:avLst/>
          </a:prstGeom>
        </p:spPr>
      </p:pic>
      <p:sp>
        <p:nvSpPr>
          <p:cNvPr id="68" name="左大かっこ 67">
            <a:extLst>
              <a:ext uri="{FF2B5EF4-FFF2-40B4-BE49-F238E27FC236}">
                <a16:creationId xmlns:a16="http://schemas.microsoft.com/office/drawing/2014/main" id="{FCB44B9F-E49A-5003-2724-630F83B10CF8}"/>
              </a:ext>
            </a:extLst>
          </p:cNvPr>
          <p:cNvSpPr/>
          <p:nvPr/>
        </p:nvSpPr>
        <p:spPr>
          <a:xfrm rot="5400000">
            <a:off x="9745155" y="3211573"/>
            <a:ext cx="129412" cy="175090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Yu Gothic UI" panose="020B0500000000000000" pitchFamily="34" charset="-128"/>
              <a:ea typeface="Yu Gothic UI" panose="020B0500000000000000" pitchFamily="34" charset="-128"/>
            </a:endParaRPr>
          </a:p>
        </p:txBody>
      </p:sp>
      <p:cxnSp>
        <p:nvCxnSpPr>
          <p:cNvPr id="69" name="直線コネクタ 68">
            <a:extLst>
              <a:ext uri="{FF2B5EF4-FFF2-40B4-BE49-F238E27FC236}">
                <a16:creationId xmlns:a16="http://schemas.microsoft.com/office/drawing/2014/main" id="{91884529-6B13-DD2A-F00C-88DFE88C5860}"/>
              </a:ext>
            </a:extLst>
          </p:cNvPr>
          <p:cNvCxnSpPr>
            <a:stCxn id="66" idx="2"/>
            <a:endCxn id="59" idx="1"/>
          </p:cNvCxnSpPr>
          <p:nvPr/>
        </p:nvCxnSpPr>
        <p:spPr>
          <a:xfrm>
            <a:off x="9197407" y="4674766"/>
            <a:ext cx="0" cy="182718"/>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2EB7EBBB-C5C0-0A48-AE60-145FFD5824C3}"/>
              </a:ext>
            </a:extLst>
          </p:cNvPr>
          <p:cNvCxnSpPr>
            <a:cxnSpLocks/>
            <a:stCxn id="67" idx="2"/>
            <a:endCxn id="64" idx="1"/>
          </p:cNvCxnSpPr>
          <p:nvPr/>
        </p:nvCxnSpPr>
        <p:spPr>
          <a:xfrm>
            <a:off x="10427904" y="4674766"/>
            <a:ext cx="0" cy="177592"/>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1" name="正方形/長方形 70">
            <a:extLst>
              <a:ext uri="{FF2B5EF4-FFF2-40B4-BE49-F238E27FC236}">
                <a16:creationId xmlns:a16="http://schemas.microsoft.com/office/drawing/2014/main" id="{66677B37-03D6-4FBA-68FD-04E1B6BB5FE7}"/>
              </a:ext>
            </a:extLst>
          </p:cNvPr>
          <p:cNvSpPr/>
          <p:nvPr/>
        </p:nvSpPr>
        <p:spPr bwMode="auto">
          <a:xfrm>
            <a:off x="6444795" y="3238812"/>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rPr>
              <a:t>サブスクリプション</a:t>
            </a:r>
          </a:p>
        </p:txBody>
      </p:sp>
      <p:pic>
        <p:nvPicPr>
          <p:cNvPr id="72" name="図 53">
            <a:extLst>
              <a:ext uri="{FF2B5EF4-FFF2-40B4-BE49-F238E27FC236}">
                <a16:creationId xmlns:a16="http://schemas.microsoft.com/office/drawing/2014/main" id="{9D3FD87C-45AD-9FF1-871B-FC7C4F6F0844}"/>
              </a:ext>
            </a:extLst>
          </p:cNvPr>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633682" y="3301035"/>
            <a:ext cx="352358" cy="563773"/>
          </a:xfrm>
          <a:prstGeom prst="rect">
            <a:avLst/>
          </a:prstGeom>
        </p:spPr>
      </p:pic>
      <p:cxnSp>
        <p:nvCxnSpPr>
          <p:cNvPr id="73" name="直線コネクタ 72">
            <a:extLst>
              <a:ext uri="{FF2B5EF4-FFF2-40B4-BE49-F238E27FC236}">
                <a16:creationId xmlns:a16="http://schemas.microsoft.com/office/drawing/2014/main" id="{52968B5F-16E1-9506-47B3-5A709E74CC16}"/>
              </a:ext>
            </a:extLst>
          </p:cNvPr>
          <p:cNvCxnSpPr>
            <a:cxnSpLocks/>
            <a:stCxn id="72" idx="2"/>
            <a:endCxn id="68" idx="1"/>
          </p:cNvCxnSpPr>
          <p:nvPr/>
        </p:nvCxnSpPr>
        <p:spPr>
          <a:xfrm>
            <a:off x="9809861" y="3864808"/>
            <a:ext cx="0" cy="157513"/>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6FD509BD-38A9-7833-7222-6A624FDBCE09}"/>
              </a:ext>
            </a:extLst>
          </p:cNvPr>
          <p:cNvCxnSpPr>
            <a:cxnSpLocks/>
          </p:cNvCxnSpPr>
          <p:nvPr/>
        </p:nvCxnSpPr>
        <p:spPr>
          <a:xfrm>
            <a:off x="9495683" y="4417353"/>
            <a:ext cx="625359" cy="0"/>
          </a:xfrm>
          <a:prstGeom prst="line">
            <a:avLst/>
          </a:prstGeom>
          <a:ln w="19050">
            <a:solidFill>
              <a:schemeClr val="tx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81" name="正方形/長方形 80">
            <a:extLst>
              <a:ext uri="{FF2B5EF4-FFF2-40B4-BE49-F238E27FC236}">
                <a16:creationId xmlns:a16="http://schemas.microsoft.com/office/drawing/2014/main" id="{2FCFF8E8-9809-CD72-AC6B-BB87D9C4D071}"/>
              </a:ext>
            </a:extLst>
          </p:cNvPr>
          <p:cNvSpPr/>
          <p:nvPr/>
        </p:nvSpPr>
        <p:spPr bwMode="auto">
          <a:xfrm>
            <a:off x="6444491" y="2445289"/>
            <a:ext cx="4663436" cy="63730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kumimoji="1" lang="ja-JP" altLang="en-US" sz="2400">
                <a:solidFill>
                  <a:schemeClr val="tx1"/>
                </a:solidFill>
                <a:latin typeface="Yu Gothic UI" panose="020B0500000000000000" pitchFamily="34" charset="-128"/>
                <a:ea typeface="Yu Gothic UI" panose="020B0500000000000000" pitchFamily="34" charset="-128"/>
                <a:cs typeface="Segoe UI" pitchFamily="34" charset="0"/>
              </a:rPr>
              <a:t>管理グループ</a:t>
            </a:r>
            <a:endParaRPr kumimoji="1" lang="ja-JP" altLang="en-US" sz="2400" dirty="0">
              <a:solidFill>
                <a:schemeClr val="tx1"/>
              </a:solidFill>
              <a:latin typeface="Yu Gothic UI" panose="020B0500000000000000" pitchFamily="34" charset="-128"/>
              <a:ea typeface="Yu Gothic UI" panose="020B0500000000000000" pitchFamily="34" charset="-128"/>
              <a:cs typeface="Segoe UI" pitchFamily="34" charset="0"/>
            </a:endParaRPr>
          </a:p>
        </p:txBody>
      </p:sp>
      <p:pic>
        <p:nvPicPr>
          <p:cNvPr id="86" name="グラフィックス 85">
            <a:extLst>
              <a:ext uri="{FF2B5EF4-FFF2-40B4-BE49-F238E27FC236}">
                <a16:creationId xmlns:a16="http://schemas.microsoft.com/office/drawing/2014/main" id="{AA659932-2862-6275-C465-4BD49C8EAD3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573683" y="2533346"/>
            <a:ext cx="469358" cy="469358"/>
          </a:xfrm>
          <a:prstGeom prst="rect">
            <a:avLst/>
          </a:prstGeom>
        </p:spPr>
      </p:pic>
      <p:sp>
        <p:nvSpPr>
          <p:cNvPr id="87" name="リード">
            <a:extLst>
              <a:ext uri="{FF2B5EF4-FFF2-40B4-BE49-F238E27FC236}">
                <a16:creationId xmlns:a16="http://schemas.microsoft.com/office/drawing/2014/main" id="{514ABE0E-8507-2309-F346-4B59E518C8DB}"/>
              </a:ext>
            </a:extLst>
          </p:cNvPr>
          <p:cNvSpPr>
            <a:spLocks noGrp="1"/>
          </p:cNvSpPr>
          <p:nvPr>
            <p:ph idx="1"/>
          </p:nvPr>
        </p:nvSpPr>
        <p:spPr>
          <a:xfrm>
            <a:off x="838200" y="1328082"/>
            <a:ext cx="10515600" cy="437699"/>
          </a:xfrm>
        </p:spPr>
        <p:txBody>
          <a:bodyPr>
            <a:normAutofit/>
          </a:bodyPr>
          <a:lstStyle/>
          <a:p>
            <a:pPr marL="0" indent="0">
              <a:buNone/>
            </a:pPr>
            <a:r>
              <a:rPr kumimoji="1" lang="ja-JP" altLang="en-US" sz="2000" dirty="0"/>
              <a:t>Azure Policy は「定義 → まとめ → 割り当て → 評価」の流れでガードレールを実装します。</a:t>
            </a:r>
          </a:p>
        </p:txBody>
      </p:sp>
      <p:sp>
        <p:nvSpPr>
          <p:cNvPr id="88" name="角丸四角形 87">
            <a:extLst>
              <a:ext uri="{FF2B5EF4-FFF2-40B4-BE49-F238E27FC236}">
                <a16:creationId xmlns:a16="http://schemas.microsoft.com/office/drawing/2014/main" id="{C60DDEDE-009D-81DF-15CB-E6BF6BF3ACA1}"/>
              </a:ext>
            </a:extLst>
          </p:cNvPr>
          <p:cNvSpPr/>
          <p:nvPr/>
        </p:nvSpPr>
        <p:spPr>
          <a:xfrm>
            <a:off x="1958392" y="2787267"/>
            <a:ext cx="2936204" cy="2603380"/>
          </a:xfrm>
          <a:prstGeom prst="roundRect">
            <a:avLst>
              <a:gd name="adj" fmla="val 578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4" name="グラフィックス 83">
            <a:extLst>
              <a:ext uri="{FF2B5EF4-FFF2-40B4-BE49-F238E27FC236}">
                <a16:creationId xmlns:a16="http://schemas.microsoft.com/office/drawing/2014/main" id="{D91A7E29-0392-0D3F-AB7E-A1621356CC7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792259" y="2416472"/>
            <a:ext cx="332266" cy="332266"/>
          </a:xfrm>
          <a:prstGeom prst="rect">
            <a:avLst/>
          </a:prstGeom>
        </p:spPr>
      </p:pic>
      <p:sp>
        <p:nvSpPr>
          <p:cNvPr id="89" name="正方形/長方形 88">
            <a:extLst>
              <a:ext uri="{FF2B5EF4-FFF2-40B4-BE49-F238E27FC236}">
                <a16:creationId xmlns:a16="http://schemas.microsoft.com/office/drawing/2014/main" id="{05F926C0-E2DC-BFE4-EECF-7D1E5B0523DD}"/>
              </a:ext>
            </a:extLst>
          </p:cNvPr>
          <p:cNvSpPr/>
          <p:nvPr/>
        </p:nvSpPr>
        <p:spPr>
          <a:xfrm>
            <a:off x="2255168" y="3130494"/>
            <a:ext cx="2346593" cy="396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ポリシー</a:t>
            </a:r>
          </a:p>
        </p:txBody>
      </p:sp>
      <p:sp>
        <p:nvSpPr>
          <p:cNvPr id="90" name="正方形/長方形 89">
            <a:extLst>
              <a:ext uri="{FF2B5EF4-FFF2-40B4-BE49-F238E27FC236}">
                <a16:creationId xmlns:a16="http://schemas.microsoft.com/office/drawing/2014/main" id="{37C23F7A-3A43-594E-A276-4FE44C4F87FE}"/>
              </a:ext>
            </a:extLst>
          </p:cNvPr>
          <p:cNvSpPr/>
          <p:nvPr/>
        </p:nvSpPr>
        <p:spPr>
          <a:xfrm>
            <a:off x="2255168" y="3633097"/>
            <a:ext cx="2346593" cy="396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ポリシー</a:t>
            </a:r>
          </a:p>
        </p:txBody>
      </p:sp>
      <p:sp>
        <p:nvSpPr>
          <p:cNvPr id="91" name="正方形/長方形 90">
            <a:extLst>
              <a:ext uri="{FF2B5EF4-FFF2-40B4-BE49-F238E27FC236}">
                <a16:creationId xmlns:a16="http://schemas.microsoft.com/office/drawing/2014/main" id="{1FC18A98-1798-E768-8D64-D0A22D84D94D}"/>
              </a:ext>
            </a:extLst>
          </p:cNvPr>
          <p:cNvSpPr/>
          <p:nvPr/>
        </p:nvSpPr>
        <p:spPr>
          <a:xfrm>
            <a:off x="2252542" y="4162752"/>
            <a:ext cx="2346593" cy="396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ポリシー</a:t>
            </a:r>
          </a:p>
        </p:txBody>
      </p:sp>
      <p:sp>
        <p:nvSpPr>
          <p:cNvPr id="92" name="正方形/長方形 91">
            <a:extLst>
              <a:ext uri="{FF2B5EF4-FFF2-40B4-BE49-F238E27FC236}">
                <a16:creationId xmlns:a16="http://schemas.microsoft.com/office/drawing/2014/main" id="{2389F960-ADB1-555C-1E9A-A4231BF98C0D}"/>
              </a:ext>
            </a:extLst>
          </p:cNvPr>
          <p:cNvSpPr/>
          <p:nvPr/>
        </p:nvSpPr>
        <p:spPr>
          <a:xfrm>
            <a:off x="2252541" y="4723015"/>
            <a:ext cx="2346593" cy="396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ポリシー</a:t>
            </a:r>
          </a:p>
        </p:txBody>
      </p:sp>
      <p:sp>
        <p:nvSpPr>
          <p:cNvPr id="93" name="左中かっこ 92">
            <a:extLst>
              <a:ext uri="{FF2B5EF4-FFF2-40B4-BE49-F238E27FC236}">
                <a16:creationId xmlns:a16="http://schemas.microsoft.com/office/drawing/2014/main" id="{155FDFB4-DD5C-BA13-3BA6-2452D98EF1D7}"/>
              </a:ext>
            </a:extLst>
          </p:cNvPr>
          <p:cNvSpPr/>
          <p:nvPr/>
        </p:nvSpPr>
        <p:spPr>
          <a:xfrm>
            <a:off x="1652530" y="3002704"/>
            <a:ext cx="139729" cy="21167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4" name="テキスト ボックス 93">
            <a:extLst>
              <a:ext uri="{FF2B5EF4-FFF2-40B4-BE49-F238E27FC236}">
                <a16:creationId xmlns:a16="http://schemas.microsoft.com/office/drawing/2014/main" id="{8907C918-EF20-64A3-B0A1-FA7CD533D7A0}"/>
              </a:ext>
            </a:extLst>
          </p:cNvPr>
          <p:cNvSpPr txBox="1"/>
          <p:nvPr/>
        </p:nvSpPr>
        <p:spPr>
          <a:xfrm>
            <a:off x="172351" y="3717816"/>
            <a:ext cx="1410159" cy="664797"/>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①</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利用するポリシーを一つ一つピックアップ</a:t>
            </a:r>
          </a:p>
        </p:txBody>
      </p:sp>
      <p:sp>
        <p:nvSpPr>
          <p:cNvPr id="95" name="テキスト ボックス 94">
            <a:extLst>
              <a:ext uri="{FF2B5EF4-FFF2-40B4-BE49-F238E27FC236}">
                <a16:creationId xmlns:a16="http://schemas.microsoft.com/office/drawing/2014/main" id="{E489665C-CB75-E13D-B2B2-0FF533AE46F3}"/>
              </a:ext>
            </a:extLst>
          </p:cNvPr>
          <p:cNvSpPr txBox="1"/>
          <p:nvPr/>
        </p:nvSpPr>
        <p:spPr>
          <a:xfrm flipH="1">
            <a:off x="2495550" y="2701796"/>
            <a:ext cx="1657744" cy="221599"/>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イニシアチブ</a:t>
            </a:r>
          </a:p>
        </p:txBody>
      </p:sp>
      <p:sp>
        <p:nvSpPr>
          <p:cNvPr id="96" name="テキスト ボックス 95">
            <a:extLst>
              <a:ext uri="{FF2B5EF4-FFF2-40B4-BE49-F238E27FC236}">
                <a16:creationId xmlns:a16="http://schemas.microsoft.com/office/drawing/2014/main" id="{9DEB6696-2967-37E8-23C7-19778830C1AE}"/>
              </a:ext>
            </a:extLst>
          </p:cNvPr>
          <p:cNvSpPr txBox="1"/>
          <p:nvPr/>
        </p:nvSpPr>
        <p:spPr>
          <a:xfrm>
            <a:off x="2495550" y="2040569"/>
            <a:ext cx="2151461" cy="4431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②</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利用するポリシー群をイニシアチブとしてグルーピング</a:t>
            </a:r>
          </a:p>
        </p:txBody>
      </p:sp>
      <p:cxnSp>
        <p:nvCxnSpPr>
          <p:cNvPr id="98" name="直線矢印コネクタ 97">
            <a:extLst>
              <a:ext uri="{FF2B5EF4-FFF2-40B4-BE49-F238E27FC236}">
                <a16:creationId xmlns:a16="http://schemas.microsoft.com/office/drawing/2014/main" id="{75326B17-9244-0B01-37D2-5AB7AB679578}"/>
              </a:ext>
            </a:extLst>
          </p:cNvPr>
          <p:cNvCxnSpPr/>
          <p:nvPr/>
        </p:nvCxnSpPr>
        <p:spPr>
          <a:xfrm flipV="1">
            <a:off x="5162550" y="2812595"/>
            <a:ext cx="1084014" cy="1274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C14DED41-E69A-D96B-B93C-D45B2DAFE3FB}"/>
              </a:ext>
            </a:extLst>
          </p:cNvPr>
          <p:cNvCxnSpPr>
            <a:cxnSpLocks/>
          </p:cNvCxnSpPr>
          <p:nvPr/>
        </p:nvCxnSpPr>
        <p:spPr>
          <a:xfrm flipV="1">
            <a:off x="5157325" y="3526954"/>
            <a:ext cx="1057258" cy="632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直線矢印コネクタ 101">
            <a:extLst>
              <a:ext uri="{FF2B5EF4-FFF2-40B4-BE49-F238E27FC236}">
                <a16:creationId xmlns:a16="http://schemas.microsoft.com/office/drawing/2014/main" id="{DEE86526-85F8-0DF1-3B1D-8357E53A56C2}"/>
              </a:ext>
            </a:extLst>
          </p:cNvPr>
          <p:cNvCxnSpPr>
            <a:cxnSpLocks/>
          </p:cNvCxnSpPr>
          <p:nvPr/>
        </p:nvCxnSpPr>
        <p:spPr>
          <a:xfrm>
            <a:off x="5157325" y="4241494"/>
            <a:ext cx="992009" cy="175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線矢印コネクタ 104">
            <a:extLst>
              <a:ext uri="{FF2B5EF4-FFF2-40B4-BE49-F238E27FC236}">
                <a16:creationId xmlns:a16="http://schemas.microsoft.com/office/drawing/2014/main" id="{8E791A01-2B25-4DA2-18DC-19323CAFEC58}"/>
              </a:ext>
            </a:extLst>
          </p:cNvPr>
          <p:cNvCxnSpPr>
            <a:cxnSpLocks/>
          </p:cNvCxnSpPr>
          <p:nvPr/>
        </p:nvCxnSpPr>
        <p:spPr>
          <a:xfrm>
            <a:off x="5188746" y="4329423"/>
            <a:ext cx="1057818" cy="935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テキスト ボックス 107">
            <a:extLst>
              <a:ext uri="{FF2B5EF4-FFF2-40B4-BE49-F238E27FC236}">
                <a16:creationId xmlns:a16="http://schemas.microsoft.com/office/drawing/2014/main" id="{BFC7BF33-B500-41AA-49F4-82A8BC125AC2}"/>
              </a:ext>
            </a:extLst>
          </p:cNvPr>
          <p:cNvSpPr txBox="1"/>
          <p:nvPr/>
        </p:nvSpPr>
        <p:spPr>
          <a:xfrm>
            <a:off x="5253717" y="1992960"/>
            <a:ext cx="1172961" cy="886397"/>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③</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適用対象のスコープを選択し、割り当て</a:t>
            </a:r>
          </a:p>
        </p:txBody>
      </p:sp>
      <p:sp>
        <p:nvSpPr>
          <p:cNvPr id="109" name="テキスト ボックス 108">
            <a:extLst>
              <a:ext uri="{FF2B5EF4-FFF2-40B4-BE49-F238E27FC236}">
                <a16:creationId xmlns:a16="http://schemas.microsoft.com/office/drawing/2014/main" id="{7ADF8D6B-AD30-AA04-F350-E7F5E87B4B4D}"/>
              </a:ext>
            </a:extLst>
          </p:cNvPr>
          <p:cNvSpPr txBox="1"/>
          <p:nvPr/>
        </p:nvSpPr>
        <p:spPr>
          <a:xfrm>
            <a:off x="6558827" y="5748507"/>
            <a:ext cx="4663436" cy="664797"/>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④ Azure Policy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は後述の効果ごとに、適用時や更新時や</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24</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時間ごとのサイクリックなどのタイミングで、リソースの状態を評価</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1088802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460A6-6F23-7FF0-CB3C-CBA9D81E607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7D27A35-3379-D2F2-9AF5-5DB8B596ECA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Azure Policy の効果</a:t>
            </a:r>
            <a:r>
              <a:rPr lang="en-US" altLang="ja-JP" sz="2000" dirty="0"/>
              <a:t> (Effect)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90DA798-EBBE-51DB-5F74-4DF3113267C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F9C8478-B899-FE9A-F823-13F19ABED67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87" name="リード">
            <a:extLst>
              <a:ext uri="{FF2B5EF4-FFF2-40B4-BE49-F238E27FC236}">
                <a16:creationId xmlns:a16="http://schemas.microsoft.com/office/drawing/2014/main" id="{848AAEB5-34C2-A62D-D1E6-7FFF72E9D629}"/>
              </a:ext>
            </a:extLst>
          </p:cNvPr>
          <p:cNvSpPr>
            <a:spLocks noGrp="1"/>
          </p:cNvSpPr>
          <p:nvPr>
            <p:ph idx="1"/>
          </p:nvPr>
        </p:nvSpPr>
        <p:spPr>
          <a:xfrm>
            <a:off x="838200" y="1328082"/>
            <a:ext cx="10515600" cy="1022985"/>
          </a:xfrm>
        </p:spPr>
        <p:txBody>
          <a:bodyPr>
            <a:normAutofit/>
          </a:bodyPr>
          <a:lstStyle/>
          <a:p>
            <a:pPr marL="0" indent="0">
              <a:buNone/>
            </a:pPr>
            <a:r>
              <a:rPr kumimoji="1" lang="ja-JP" altLang="en-US" sz="2000" dirty="0"/>
              <a:t>Azure </a:t>
            </a:r>
            <a:r>
              <a:rPr kumimoji="1" lang="ja-JP" altLang="en-US" sz="2000"/>
              <a:t>Policy で定義に違反しているリソースを見つけた場合に効果</a:t>
            </a:r>
            <a:r>
              <a:rPr kumimoji="1" lang="en-US" altLang="ja-JP" sz="2000" dirty="0"/>
              <a:t> (Effect) </a:t>
            </a:r>
            <a:r>
              <a:rPr kumimoji="1" lang="ja-JP" altLang="en-US" sz="2000"/>
              <a:t>を適用することができる。</a:t>
            </a:r>
            <a:endParaRPr kumimoji="1" lang="en-US" altLang="ja-JP" sz="2000" dirty="0"/>
          </a:p>
          <a:p>
            <a:pPr marL="0" indent="0">
              <a:buNone/>
            </a:pPr>
            <a:r>
              <a:rPr kumimoji="1" lang="ja-JP" altLang="en-US" sz="2000"/>
              <a:t>主な効果は以下のものだが、順次増加していっている</a:t>
            </a:r>
            <a:endParaRPr kumimoji="1" lang="ja-JP" altLang="en-US" sz="2000" dirty="0"/>
          </a:p>
        </p:txBody>
      </p:sp>
      <p:graphicFrame>
        <p:nvGraphicFramePr>
          <p:cNvPr id="3" name="tbl">
            <a:extLst>
              <a:ext uri="{FF2B5EF4-FFF2-40B4-BE49-F238E27FC236}">
                <a16:creationId xmlns:a16="http://schemas.microsoft.com/office/drawing/2014/main" id="{12AECA02-804F-46F5-07CF-AFDB4E12C88B}"/>
              </a:ext>
            </a:extLst>
          </p:cNvPr>
          <p:cNvGraphicFramePr>
            <a:graphicFrameLocks noGrp="1"/>
          </p:cNvGraphicFramePr>
          <p:nvPr>
            <p:extLst>
              <p:ext uri="{D42A27DB-BD31-4B8C-83A1-F6EECF244321}">
                <p14:modId xmlns:p14="http://schemas.microsoft.com/office/powerpoint/2010/main" val="451639983"/>
              </p:ext>
            </p:extLst>
          </p:nvPr>
        </p:nvGraphicFramePr>
        <p:xfrm>
          <a:off x="838200" y="2280000"/>
          <a:ext cx="10515600" cy="3969998"/>
        </p:xfrm>
        <a:graphic>
          <a:graphicData uri="http://schemas.openxmlformats.org/drawingml/2006/table">
            <a:tbl>
              <a:tblPr firstRow="1" bandRow="1">
                <a:tableStyleId>{5C22544A-7EE6-4342-B048-85BDC9FD1C3A}</a:tableStyleId>
              </a:tblPr>
              <a:tblGrid>
                <a:gridCol w="2313432">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gridCol w="3785616">
                  <a:extLst>
                    <a:ext uri="{9D8B030D-6E8A-4147-A177-3AD203B41FA5}">
                      <a16:colId xmlns:a16="http://schemas.microsoft.com/office/drawing/2014/main" val="20002"/>
                    </a:ext>
                  </a:extLst>
                </a:gridCol>
              </a:tblGrid>
              <a:tr h="470000">
                <a:tc>
                  <a:txBody>
                    <a:bodyPr/>
                    <a:lstStyle/>
                    <a:p>
                      <a:pPr marL="0" indent="0" algn="ctr">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効果 (Effect)</a:t>
                      </a:r>
                    </a:p>
                  </a:txBody>
                  <a:tcPr marL="82296" marR="82296" marT="36576" marB="36576" anchor="ctr"/>
                </a:tc>
                <a:tc>
                  <a:txBody>
                    <a:bodyPr/>
                    <a:lstStyle/>
                    <a:p>
                      <a:pPr marL="0" indent="0" algn="l">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動作</a:t>
                      </a:r>
                    </a:p>
                  </a:txBody>
                  <a:tcPr marL="82296" marR="82296" marT="36576" marB="36576" anchor="ctr"/>
                </a:tc>
                <a:tc>
                  <a:txBody>
                    <a:bodyPr/>
                    <a:lstStyle/>
                    <a:p>
                      <a:pPr marL="0" indent="0" algn="l">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主な使いどころ</a:t>
                      </a:r>
                    </a:p>
                  </a:txBody>
                  <a:tcPr marL="82296" marR="82296" marT="36576" marB="36576" anchor="ctr"/>
                </a:tc>
                <a:extLst>
                  <a:ext uri="{0D108BD9-81ED-4DB2-BD59-A6C34878D82A}">
                    <a16:rowId xmlns:a16="http://schemas.microsoft.com/office/drawing/2014/main" val="10000"/>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Audit</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非準拠でも作成を許可し、記録のみ残す</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まず現状を把握・可視化したいとき</a:t>
                      </a:r>
                    </a:p>
                  </a:txBody>
                  <a:tcPr marL="82296" marR="82296" marT="36576" marB="36576" anchor="ctr"/>
                </a:tc>
                <a:extLst>
                  <a:ext uri="{0D108BD9-81ED-4DB2-BD59-A6C34878D82A}">
                    <a16:rowId xmlns:a16="http://schemas.microsoft.com/office/drawing/2014/main" val="10001"/>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Deny</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非準拠な作成・変更をブロックする</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危険な構成を確実に禁止したいとき</a:t>
                      </a:r>
                    </a:p>
                  </a:txBody>
                  <a:tcPr marL="82296" marR="82296" marT="36576" marB="36576" anchor="ctr"/>
                </a:tc>
                <a:extLst>
                  <a:ext uri="{0D108BD9-81ED-4DB2-BD59-A6C34878D82A}">
                    <a16:rowId xmlns:a16="http://schemas.microsoft.com/office/drawing/2014/main" val="10002"/>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DeployIfNotExists</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不足している設定を自動で展開する</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診断設定や Defender を自動有効化</a:t>
                      </a:r>
                    </a:p>
                  </a:txBody>
                  <a:tcPr marL="82296" marR="82296" marT="36576" marB="36576" anchor="ctr"/>
                </a:tc>
                <a:extLst>
                  <a:ext uri="{0D108BD9-81ED-4DB2-BD59-A6C34878D82A}">
                    <a16:rowId xmlns:a16="http://schemas.microsoft.com/office/drawing/2014/main" val="10003"/>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Modify</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作成時にプロパティを追加・変更する</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タグ付与や TLS 設定の強制</a:t>
                      </a:r>
                    </a:p>
                  </a:txBody>
                  <a:tcPr marL="82296" marR="82296" marT="36576" marB="36576" anchor="ctr"/>
                </a:tc>
                <a:extLst>
                  <a:ext uri="{0D108BD9-81ED-4DB2-BD59-A6C34878D82A}">
                    <a16:rowId xmlns:a16="http://schemas.microsoft.com/office/drawing/2014/main" val="10004"/>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Append</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必要な設定値を自動で付加する</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許可された値を自動補完</a:t>
                      </a:r>
                    </a:p>
                  </a:txBody>
                  <a:tcPr marL="82296" marR="82296" marT="36576" marB="36576" anchor="ctr"/>
                </a:tc>
                <a:extLst>
                  <a:ext uri="{0D108BD9-81ED-4DB2-BD59-A6C34878D82A}">
                    <a16:rowId xmlns:a16="http://schemas.microsoft.com/office/drawing/2014/main" val="10005"/>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Disabled</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ルールを一時的に無効化する</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例外運用・段階的な導入</a:t>
                      </a:r>
                    </a:p>
                  </a:txBody>
                  <a:tcPr marL="82296" marR="82296" marT="36576" marB="36576"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81461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E7DA-E98E-0028-5D95-D287B9A609B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46FED4-894F-652E-4A1C-3506FB0A250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カテゴリ別ビルトイン ポリシー例 ① ネットワーク・ID</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FBEFE41-6D8D-3F40-2FDF-FC4DFEA5FE5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CCDC9EE-7AA0-FC9F-31AA-4DB934E02ED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87" name="リード">
            <a:extLst>
              <a:ext uri="{FF2B5EF4-FFF2-40B4-BE49-F238E27FC236}">
                <a16:creationId xmlns:a16="http://schemas.microsoft.com/office/drawing/2014/main" id="{C77991D1-137F-6ADC-3204-EA6B5C3C4716}"/>
              </a:ext>
            </a:extLst>
          </p:cNvPr>
          <p:cNvSpPr>
            <a:spLocks noGrp="1"/>
          </p:cNvSpPr>
          <p:nvPr>
            <p:ph idx="1"/>
          </p:nvPr>
        </p:nvSpPr>
        <p:spPr>
          <a:xfrm>
            <a:off x="838200" y="1328082"/>
            <a:ext cx="10515600" cy="1022985"/>
          </a:xfrm>
        </p:spPr>
        <p:txBody>
          <a:bodyPr>
            <a:normAutofit/>
          </a:bodyPr>
          <a:lstStyle/>
          <a:p>
            <a:pPr marL="0" indent="0"/>
            <a:r>
              <a:rPr kumimoji="1" lang="ja-JP" altLang="en-US" sz="2000"/>
              <a:t>Azure には数百のビルトイン ポリシーが標準搭載されています。代表例をカテゴリ別にご紹介します（1/2）。</a:t>
            </a:r>
            <a:endParaRPr kumimoji="1" lang="ja-JP" altLang="en-US" sz="2000" dirty="0"/>
          </a:p>
        </p:txBody>
      </p:sp>
      <p:graphicFrame>
        <p:nvGraphicFramePr>
          <p:cNvPr id="5" name="tbl">
            <a:extLst>
              <a:ext uri="{FF2B5EF4-FFF2-40B4-BE49-F238E27FC236}">
                <a16:creationId xmlns:a16="http://schemas.microsoft.com/office/drawing/2014/main" id="{B5D93524-5D21-EEB2-389F-D5E18B5DA567}"/>
              </a:ext>
            </a:extLst>
          </p:cNvPr>
          <p:cNvGraphicFramePr>
            <a:graphicFrameLocks noGrp="1"/>
          </p:cNvGraphicFramePr>
          <p:nvPr>
            <p:extLst>
              <p:ext uri="{D42A27DB-BD31-4B8C-83A1-F6EECF244321}">
                <p14:modId xmlns:p14="http://schemas.microsoft.com/office/powerpoint/2010/main" val="2183445815"/>
              </p:ext>
            </p:extLst>
          </p:nvPr>
        </p:nvGraphicFramePr>
        <p:xfrm>
          <a:off x="838200" y="2280000"/>
          <a:ext cx="10515600" cy="396999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888736">
                  <a:extLst>
                    <a:ext uri="{9D8B030D-6E8A-4147-A177-3AD203B41FA5}">
                      <a16:colId xmlns:a16="http://schemas.microsoft.com/office/drawing/2014/main" val="20001"/>
                    </a:ext>
                  </a:extLst>
                </a:gridCol>
                <a:gridCol w="2523744">
                  <a:extLst>
                    <a:ext uri="{9D8B030D-6E8A-4147-A177-3AD203B41FA5}">
                      <a16:colId xmlns:a16="http://schemas.microsoft.com/office/drawing/2014/main" val="20002"/>
                    </a:ext>
                  </a:extLst>
                </a:gridCol>
              </a:tblGrid>
              <a:tr h="470000">
                <a:tc>
                  <a:txBody>
                    <a:bodyPr/>
                    <a:lstStyle/>
                    <a:p>
                      <a:pPr marL="0" indent="0" algn="ctr">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領域</a:t>
                      </a:r>
                    </a:p>
                  </a:txBody>
                  <a:tcPr marL="82296" marR="82296" marT="36576" marB="36576" anchor="ctr"/>
                </a:tc>
                <a:tc>
                  <a:txBody>
                    <a:bodyPr/>
                    <a:lstStyle/>
                    <a:p>
                      <a:pPr marL="0" indent="0" algn="l">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代表的なビルトイン ポリシーの例</a:t>
                      </a:r>
                    </a:p>
                  </a:txBody>
                  <a:tcPr marL="82296" marR="82296" marT="36576" marB="36576" anchor="ctr"/>
                </a:tc>
                <a:tc>
                  <a:txBody>
                    <a:bodyPr/>
                    <a:lstStyle/>
                    <a:p>
                      <a:pPr marL="0" indent="0" algn="ctr">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主な効果</a:t>
                      </a:r>
                    </a:p>
                  </a:txBody>
                  <a:tcPr marL="82296" marR="82296" marT="36576" marB="36576" anchor="ctr"/>
                </a:tc>
                <a:extLst>
                  <a:ext uri="{0D108BD9-81ED-4DB2-BD59-A6C34878D82A}">
                    <a16:rowId xmlns:a16="http://schemas.microsoft.com/office/drawing/2014/main" val="10000"/>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ネットワーク</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パブリック IP の作成を許可しない</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Deny</a:t>
                      </a:r>
                    </a:p>
                  </a:txBody>
                  <a:tcPr marL="82296" marR="82296" marT="36576" marB="36576" anchor="ctr"/>
                </a:tc>
                <a:extLst>
                  <a:ext uri="{0D108BD9-81ED-4DB2-BD59-A6C34878D82A}">
                    <a16:rowId xmlns:a16="http://schemas.microsoft.com/office/drawing/2014/main" val="10001"/>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ネットワーク</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NSG で RDP・SSH のインターネット公開を監査／制限</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Audit／Deny</a:t>
                      </a:r>
                    </a:p>
                  </a:txBody>
                  <a:tcPr marL="82296" marR="82296" marT="36576" marB="36576" anchor="ctr"/>
                </a:tc>
                <a:extLst>
                  <a:ext uri="{0D108BD9-81ED-4DB2-BD59-A6C34878D82A}">
                    <a16:rowId xmlns:a16="http://schemas.microsoft.com/office/drawing/2014/main" val="10002"/>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ネットワーク</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ストレージ・PaaS のパブリック ネットワーク アクセスを無効化</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Deny／Audit</a:t>
                      </a:r>
                    </a:p>
                  </a:txBody>
                  <a:tcPr marL="82296" marR="82296" marT="36576" marB="36576" anchor="ctr"/>
                </a:tc>
                <a:extLst>
                  <a:ext uri="{0D108BD9-81ED-4DB2-BD59-A6C34878D82A}">
                    <a16:rowId xmlns:a16="http://schemas.microsoft.com/office/drawing/2014/main" val="10003"/>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ネットワーク</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承認済みリージョン以外へのリソース作成を禁止</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Deny</a:t>
                      </a:r>
                    </a:p>
                  </a:txBody>
                  <a:tcPr marL="82296" marR="82296" marT="36576" marB="36576" anchor="ctr"/>
                </a:tc>
                <a:extLst>
                  <a:ext uri="{0D108BD9-81ED-4DB2-BD59-A6C34878D82A}">
                    <a16:rowId xmlns:a16="http://schemas.microsoft.com/office/drawing/2014/main" val="10004"/>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ID／アクセス</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仮想マシン等でマネージド ID の使用を強制</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Audit</a:t>
                      </a:r>
                    </a:p>
                  </a:txBody>
                  <a:tcPr marL="82296" marR="82296" marT="36576" marB="36576" anchor="ctr"/>
                </a:tc>
                <a:extLst>
                  <a:ext uri="{0D108BD9-81ED-4DB2-BD59-A6C34878D82A}">
                    <a16:rowId xmlns:a16="http://schemas.microsoft.com/office/drawing/2014/main" val="10005"/>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ID／アクセス</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サブスクリプションに複数の所有者を割り当て（単一障害点の回避）</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AuditIfNotExists</a:t>
                      </a:r>
                    </a:p>
                  </a:txBody>
                  <a:tcPr marL="82296" marR="82296" marT="36576" marB="36576"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08285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E2659-105E-4698-AF20-FEC3143AD2F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0ACED5C-567C-0965-7721-83D3DAD84A2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カテゴリ別ビルトイン ポリシー例 ② データ・ログ・コスト</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592C5C91-DC68-622A-5D8B-EF5806DB812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44A9F7D-FC10-11C1-22EB-FD72D8B864E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87" name="リード">
            <a:extLst>
              <a:ext uri="{FF2B5EF4-FFF2-40B4-BE49-F238E27FC236}">
                <a16:creationId xmlns:a16="http://schemas.microsoft.com/office/drawing/2014/main" id="{14FB7B05-9C3C-64B3-7254-4A1FCC196488}"/>
              </a:ext>
            </a:extLst>
          </p:cNvPr>
          <p:cNvSpPr>
            <a:spLocks noGrp="1"/>
          </p:cNvSpPr>
          <p:nvPr>
            <p:ph idx="1"/>
          </p:nvPr>
        </p:nvSpPr>
        <p:spPr>
          <a:xfrm>
            <a:off x="838200" y="1328082"/>
            <a:ext cx="10515600" cy="1022985"/>
          </a:xfrm>
        </p:spPr>
        <p:txBody>
          <a:bodyPr>
            <a:normAutofit/>
          </a:bodyPr>
          <a:lstStyle/>
          <a:p>
            <a:pPr marL="0" indent="0"/>
            <a:r>
              <a:rPr kumimoji="1" lang="ja-JP" altLang="en-US" sz="2000"/>
              <a:t>データ保護・ログ監視・コスト／タグ ガバナンスの代表例です（2/2）。</a:t>
            </a:r>
            <a:endParaRPr kumimoji="1" lang="ja-JP" altLang="en-US" sz="2000" dirty="0"/>
          </a:p>
        </p:txBody>
      </p:sp>
      <p:graphicFrame>
        <p:nvGraphicFramePr>
          <p:cNvPr id="3" name="tbl">
            <a:extLst>
              <a:ext uri="{FF2B5EF4-FFF2-40B4-BE49-F238E27FC236}">
                <a16:creationId xmlns:a16="http://schemas.microsoft.com/office/drawing/2014/main" id="{C49A6D79-C745-201A-4F8C-B68950766A92}"/>
              </a:ext>
            </a:extLst>
          </p:cNvPr>
          <p:cNvGraphicFramePr>
            <a:graphicFrameLocks noGrp="1"/>
          </p:cNvGraphicFramePr>
          <p:nvPr>
            <p:extLst>
              <p:ext uri="{D42A27DB-BD31-4B8C-83A1-F6EECF244321}">
                <p14:modId xmlns:p14="http://schemas.microsoft.com/office/powerpoint/2010/main" val="680737513"/>
              </p:ext>
            </p:extLst>
          </p:nvPr>
        </p:nvGraphicFramePr>
        <p:xfrm>
          <a:off x="838200" y="2280000"/>
          <a:ext cx="10515600" cy="396999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888736">
                  <a:extLst>
                    <a:ext uri="{9D8B030D-6E8A-4147-A177-3AD203B41FA5}">
                      <a16:colId xmlns:a16="http://schemas.microsoft.com/office/drawing/2014/main" val="20001"/>
                    </a:ext>
                  </a:extLst>
                </a:gridCol>
                <a:gridCol w="2523744">
                  <a:extLst>
                    <a:ext uri="{9D8B030D-6E8A-4147-A177-3AD203B41FA5}">
                      <a16:colId xmlns:a16="http://schemas.microsoft.com/office/drawing/2014/main" val="20002"/>
                    </a:ext>
                  </a:extLst>
                </a:gridCol>
              </a:tblGrid>
              <a:tr h="470000">
                <a:tc>
                  <a:txBody>
                    <a:bodyPr/>
                    <a:lstStyle/>
                    <a:p>
                      <a:pPr marL="0" indent="0" algn="ctr">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領域</a:t>
                      </a:r>
                    </a:p>
                  </a:txBody>
                  <a:tcPr marL="82296" marR="82296" marT="36576" marB="36576" anchor="ctr"/>
                </a:tc>
                <a:tc>
                  <a:txBody>
                    <a:bodyPr/>
                    <a:lstStyle/>
                    <a:p>
                      <a:pPr marL="0" indent="0" algn="l">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代表的なビルトイン ポリシーの例</a:t>
                      </a:r>
                    </a:p>
                  </a:txBody>
                  <a:tcPr marL="82296" marR="82296" marT="36576" marB="36576" anchor="ctr"/>
                </a:tc>
                <a:tc>
                  <a:txBody>
                    <a:bodyPr/>
                    <a:lstStyle/>
                    <a:p>
                      <a:pPr marL="0" indent="0" algn="ctr">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主な効果</a:t>
                      </a:r>
                    </a:p>
                  </a:txBody>
                  <a:tcPr marL="82296" marR="82296" marT="36576" marB="36576" anchor="ctr"/>
                </a:tc>
                <a:extLst>
                  <a:ext uri="{0D108BD9-81ED-4DB2-BD59-A6C34878D82A}">
                    <a16:rowId xmlns:a16="http://schemas.microsoft.com/office/drawing/2014/main" val="10000"/>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データ保護</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ストレージ・SQL で保存時暗号化・最新 TLS を強制</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Deny／Audit</a:t>
                      </a:r>
                    </a:p>
                  </a:txBody>
                  <a:tcPr marL="82296" marR="82296" marT="36576" marB="36576" anchor="ctr"/>
                </a:tc>
                <a:extLst>
                  <a:ext uri="{0D108BD9-81ED-4DB2-BD59-A6C34878D82A}">
                    <a16:rowId xmlns:a16="http://schemas.microsoft.com/office/drawing/2014/main" val="10001"/>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データ保護</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PaaS への接続を Private Link 経由に限定</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Audit／Deny</a:t>
                      </a:r>
                    </a:p>
                  </a:txBody>
                  <a:tcPr marL="82296" marR="82296" marT="36576" marB="36576" anchor="ctr"/>
                </a:tc>
                <a:extLst>
                  <a:ext uri="{0D108BD9-81ED-4DB2-BD59-A6C34878D82A}">
                    <a16:rowId xmlns:a16="http://schemas.microsoft.com/office/drawing/2014/main" val="10002"/>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ログ／監視</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リソースの診断設定を中央 Log Analytics へ自動送信</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DeployIfNotExists</a:t>
                      </a:r>
                    </a:p>
                  </a:txBody>
                  <a:tcPr marL="82296" marR="82296" marT="36576" marB="36576" anchor="ctr"/>
                </a:tc>
                <a:extLst>
                  <a:ext uri="{0D108BD9-81ED-4DB2-BD59-A6C34878D82A}">
                    <a16:rowId xmlns:a16="http://schemas.microsoft.com/office/drawing/2014/main" val="10003"/>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ログ／監視</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Microsoft Defender for Cloud の各プランを自動有効化</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DeployIfNotExists</a:t>
                      </a:r>
                    </a:p>
                  </a:txBody>
                  <a:tcPr marL="82296" marR="82296" marT="36576" marB="36576" anchor="ctr"/>
                </a:tc>
                <a:extLst>
                  <a:ext uri="{0D108BD9-81ED-4DB2-BD59-A6C34878D82A}">
                    <a16:rowId xmlns:a16="http://schemas.microsoft.com/office/drawing/2014/main" val="10004"/>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コスト／タグ</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必須タグ（コストセンター等）の付与を強制／RG から継承</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Modify／Deny</a:t>
                      </a:r>
                    </a:p>
                  </a:txBody>
                  <a:tcPr marL="82296" marR="82296" marT="36576" marB="36576" anchor="ctr"/>
                </a:tc>
                <a:extLst>
                  <a:ext uri="{0D108BD9-81ED-4DB2-BD59-A6C34878D82A}">
                    <a16:rowId xmlns:a16="http://schemas.microsoft.com/office/drawing/2014/main" val="10005"/>
                  </a:ext>
                </a:extLst>
              </a:tr>
              <a:tr h="583333">
                <a:tc>
                  <a:txBody>
                    <a:bodyPr/>
                    <a:lstStyle/>
                    <a:p>
                      <a:pPr marL="0" indent="0" algn="ctr">
                        <a:spcBef>
                          <a:spcPts val="0"/>
                        </a:spcBef>
                        <a:spcAft>
                          <a:spcPts val="0"/>
                        </a:spcAft>
                        <a:buNone/>
                      </a:pPr>
                      <a:r>
                        <a:rPr kumimoji="1" lang="ja-JP" altLang="en-US" sz="1600" b="1" dirty="0">
                          <a:solidFill>
                            <a:srgbClr val="3B3B3B"/>
                          </a:solidFill>
                          <a:latin typeface="Yu Gothic UI" panose="020B0500000000000000" pitchFamily="34" charset="-128"/>
                          <a:ea typeface="Yu Gothic UI" panose="020B0500000000000000" pitchFamily="34" charset="-128"/>
                        </a:rPr>
                        <a:t>コスト／タグ</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許可した VM SKU・リソース種類のみに制限</a:t>
                      </a:r>
                    </a:p>
                  </a:txBody>
                  <a:tcPr marL="82296" marR="82296" marT="36576" marB="36576" anchor="ctr"/>
                </a:tc>
                <a:tc>
                  <a:txBody>
                    <a:bodyPr/>
                    <a:lstStyle/>
                    <a:p>
                      <a:pPr marL="0" indent="0" algn="ctr">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Deny</a:t>
                      </a:r>
                    </a:p>
                  </a:txBody>
                  <a:tcPr marL="82296" marR="82296" marT="36576" marB="36576"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42221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AFD1-E80C-3A13-D7FE-C9D0E24E9E0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6E38DEB-966B-9705-6B8A-A7CF30964D0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ビルトイン イニシアチブ（ポリシーセット）</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FD660874-2221-77B0-8343-130CFF9C904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D7A96A0-CC47-4D99-470B-792A47267F7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87" name="リード">
            <a:extLst>
              <a:ext uri="{FF2B5EF4-FFF2-40B4-BE49-F238E27FC236}">
                <a16:creationId xmlns:a16="http://schemas.microsoft.com/office/drawing/2014/main" id="{34B89239-3AD4-FC61-C8DD-8311EB53D9AD}"/>
              </a:ext>
            </a:extLst>
          </p:cNvPr>
          <p:cNvSpPr>
            <a:spLocks noGrp="1"/>
          </p:cNvSpPr>
          <p:nvPr>
            <p:ph idx="1"/>
          </p:nvPr>
        </p:nvSpPr>
        <p:spPr>
          <a:xfrm>
            <a:off x="838200" y="1328082"/>
            <a:ext cx="10515600" cy="1022985"/>
          </a:xfrm>
        </p:spPr>
        <p:txBody>
          <a:bodyPr>
            <a:normAutofit/>
          </a:bodyPr>
          <a:lstStyle/>
          <a:p>
            <a:pPr marL="0" indent="0"/>
            <a:r>
              <a:rPr kumimoji="1" lang="ja-JP" altLang="en-US" sz="2000"/>
              <a:t>複数ポリシーを束ねた「イニシアチブ」を使えば、業界標準への準拠を一括で評価できます。</a:t>
            </a:r>
            <a:endParaRPr kumimoji="1" lang="ja-JP" altLang="en-US" sz="2000" dirty="0"/>
          </a:p>
        </p:txBody>
      </p:sp>
      <p:graphicFrame>
        <p:nvGraphicFramePr>
          <p:cNvPr id="5" name="tbl">
            <a:extLst>
              <a:ext uri="{FF2B5EF4-FFF2-40B4-BE49-F238E27FC236}">
                <a16:creationId xmlns:a16="http://schemas.microsoft.com/office/drawing/2014/main" id="{D4DBC07A-E1C0-130E-D038-FDFB7BAB2125}"/>
              </a:ext>
            </a:extLst>
          </p:cNvPr>
          <p:cNvGraphicFramePr>
            <a:graphicFrameLocks noGrp="1"/>
          </p:cNvGraphicFramePr>
          <p:nvPr>
            <p:extLst>
              <p:ext uri="{D42A27DB-BD31-4B8C-83A1-F6EECF244321}">
                <p14:modId xmlns:p14="http://schemas.microsoft.com/office/powerpoint/2010/main" val="1196735313"/>
              </p:ext>
            </p:extLst>
          </p:nvPr>
        </p:nvGraphicFramePr>
        <p:xfrm>
          <a:off x="838200" y="2280000"/>
          <a:ext cx="10515600" cy="397000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tblGrid>
              <a:tr h="470000">
                <a:tc>
                  <a:txBody>
                    <a:bodyPr/>
                    <a:lstStyle/>
                    <a:p>
                      <a:pPr marL="0" indent="0" algn="l">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イニシアチブ</a:t>
                      </a:r>
                    </a:p>
                  </a:txBody>
                  <a:tcPr marL="82296" marR="82296" marT="36576" marB="36576" anchor="ctr"/>
                </a:tc>
                <a:tc>
                  <a:txBody>
                    <a:bodyPr/>
                    <a:lstStyle/>
                    <a:p>
                      <a:pPr marL="0" indent="0" algn="l">
                        <a:spcBef>
                          <a:spcPts val="0"/>
                        </a:spcBef>
                        <a:spcAft>
                          <a:spcPts val="0"/>
                        </a:spcAft>
                        <a:buNone/>
                      </a:pPr>
                      <a:r>
                        <a:rPr kumimoji="1" lang="ja-JP" altLang="en-US" sz="1600" b="1" dirty="0">
                          <a:solidFill>
                            <a:srgbClr val="FFFFFF"/>
                          </a:solidFill>
                          <a:latin typeface="Yu Gothic UI" panose="020B0500000000000000" pitchFamily="34" charset="-128"/>
                          <a:ea typeface="Yu Gothic UI" panose="020B0500000000000000" pitchFamily="34" charset="-128"/>
                        </a:rPr>
                        <a:t>位置づけ</a:t>
                      </a:r>
                    </a:p>
                  </a:txBody>
                  <a:tcPr marL="82296" marR="82296" marT="36576" marB="36576" anchor="ctr"/>
                </a:tc>
                <a:extLst>
                  <a:ext uri="{0D108BD9-81ED-4DB2-BD59-A6C34878D82A}">
                    <a16:rowId xmlns:a16="http://schemas.microsoft.com/office/drawing/2014/main" val="10000"/>
                  </a:ext>
                </a:extLst>
              </a:tr>
              <a:tr h="700000">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Microsoft Cloud Security Benchmark (MCSB)</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Azure 既定のセキュリティ ベースライン。Defender for Cloud で自動評価</a:t>
                      </a:r>
                    </a:p>
                  </a:txBody>
                  <a:tcPr marL="82296" marR="82296" marT="36576" marB="36576" anchor="ctr"/>
                </a:tc>
                <a:extLst>
                  <a:ext uri="{0D108BD9-81ED-4DB2-BD59-A6C34878D82A}">
                    <a16:rowId xmlns:a16="http://schemas.microsoft.com/office/drawing/2014/main" val="10001"/>
                  </a:ext>
                </a:extLst>
              </a:tr>
              <a:tr h="700000">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CIS Microsoft Azure Foundations Benchmark</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CIS による構成ベンチマーク</a:t>
                      </a:r>
                    </a:p>
                  </a:txBody>
                  <a:tcPr marL="82296" marR="82296" marT="36576" marB="36576" anchor="ctr"/>
                </a:tc>
                <a:extLst>
                  <a:ext uri="{0D108BD9-81ED-4DB2-BD59-A6C34878D82A}">
                    <a16:rowId xmlns:a16="http://schemas.microsoft.com/office/drawing/2014/main" val="10002"/>
                  </a:ext>
                </a:extLst>
              </a:tr>
              <a:tr h="700000">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NIST SP 800-53 Rev. 5</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米国政府系の包括的な統制フレームワーク</a:t>
                      </a:r>
                    </a:p>
                  </a:txBody>
                  <a:tcPr marL="82296" marR="82296" marT="36576" marB="36576" anchor="ctr"/>
                </a:tc>
                <a:extLst>
                  <a:ext uri="{0D108BD9-81ED-4DB2-BD59-A6C34878D82A}">
                    <a16:rowId xmlns:a16="http://schemas.microsoft.com/office/drawing/2014/main" val="10003"/>
                  </a:ext>
                </a:extLst>
              </a:tr>
              <a:tr h="700000">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ISO/IEC 27001:2013</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情報セキュリティ マネジメントの国際規格</a:t>
                      </a:r>
                    </a:p>
                  </a:txBody>
                  <a:tcPr marL="82296" marR="82296" marT="36576" marB="36576" anchor="ctr"/>
                </a:tc>
                <a:extLst>
                  <a:ext uri="{0D108BD9-81ED-4DB2-BD59-A6C34878D82A}">
                    <a16:rowId xmlns:a16="http://schemas.microsoft.com/office/drawing/2014/main" val="10004"/>
                  </a:ext>
                </a:extLst>
              </a:tr>
              <a:tr h="700000">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PCI DSS v4</a:t>
                      </a:r>
                    </a:p>
                  </a:txBody>
                  <a:tcPr marL="82296" marR="82296" marT="36576" marB="36576" anchor="ctr"/>
                </a:tc>
                <a:tc>
                  <a:txBody>
                    <a:bodyPr/>
                    <a:lstStyle/>
                    <a:p>
                      <a:pPr marL="0" indent="0" algn="l">
                        <a:spcBef>
                          <a:spcPts val="0"/>
                        </a:spcBef>
                        <a:spcAft>
                          <a:spcPts val="0"/>
                        </a:spcAft>
                        <a:buNone/>
                      </a:pPr>
                      <a:r>
                        <a:rPr kumimoji="1" lang="ja-JP" altLang="en-US" sz="1600" dirty="0">
                          <a:solidFill>
                            <a:srgbClr val="3B3B3B"/>
                          </a:solidFill>
                          <a:latin typeface="Yu Gothic UI" panose="020B0500000000000000" pitchFamily="34" charset="-128"/>
                          <a:ea typeface="Yu Gothic UI" panose="020B0500000000000000" pitchFamily="34" charset="-128"/>
                        </a:rPr>
                        <a:t>クレジットカード業界のデータ保護基準</a:t>
                      </a:r>
                    </a:p>
                  </a:txBody>
                  <a:tcPr marL="82296" marR="82296" marT="36576" marB="36576" anchor="ctr"/>
                </a:tc>
                <a:extLst>
                  <a:ext uri="{0D108BD9-81ED-4DB2-BD59-A6C34878D82A}">
                    <a16:rowId xmlns:a16="http://schemas.microsoft.com/office/drawing/2014/main" val="10005"/>
                  </a:ext>
                </a:extLst>
              </a:tr>
            </a:tbl>
          </a:graphicData>
        </a:graphic>
      </p:graphicFrame>
      <p:sp>
        <p:nvSpPr>
          <p:cNvPr id="6" name="四角形吹き出し 5">
            <a:extLst>
              <a:ext uri="{FF2B5EF4-FFF2-40B4-BE49-F238E27FC236}">
                <a16:creationId xmlns:a16="http://schemas.microsoft.com/office/drawing/2014/main" id="{7564D17C-C0DB-36D3-9D25-3C8CBBFBB3C5}"/>
              </a:ext>
            </a:extLst>
          </p:cNvPr>
          <p:cNvSpPr/>
          <p:nvPr/>
        </p:nvSpPr>
        <p:spPr>
          <a:xfrm>
            <a:off x="7370284" y="1663547"/>
            <a:ext cx="3426246" cy="848299"/>
          </a:xfrm>
          <a:prstGeom prst="wedgeRectCallout">
            <a:avLst>
              <a:gd name="adj1" fmla="val -122119"/>
              <a:gd name="adj2" fmla="val 108243"/>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MCSB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は後述の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Defender for Cloud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CSPM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の評価内容に使われており、</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Defender for Cloud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CSPM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でリソースの設定値の評価から始めることがおすすめ</a:t>
            </a:r>
          </a:p>
        </p:txBody>
      </p:sp>
    </p:spTree>
    <p:extLst>
      <p:ext uri="{BB962C8B-B14F-4D97-AF65-F5344CB8AC3E}">
        <p14:creationId xmlns:p14="http://schemas.microsoft.com/office/powerpoint/2010/main" val="3134422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1373-8FB0-CE6C-58BA-097CFCBD3D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131B12-E246-C0E9-7E3E-92E5549997DC}"/>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a:t>
            </a:r>
            <a:r>
              <a:rPr lang="en" sz="1800" b="1" dirty="0">
                <a:solidFill>
                  <a:srgbClr val="4472C4"/>
                </a:solidFill>
              </a:rPr>
              <a:t>3</a:t>
            </a:r>
            <a:endParaRPr lang="en" sz="1800" b="1" i="0" dirty="0">
              <a:solidFill>
                <a:srgbClr val="4472C4"/>
              </a:solidFill>
              <a:latin typeface="Yu Gothic UI"/>
              <a:ea typeface="Yu Gothic UI"/>
              <a:cs typeface="Yu Gothic UI"/>
            </a:endParaRPr>
          </a:p>
          <a:p>
            <a:pPr marL="0" indent="0">
              <a:buNone/>
            </a:pP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のセキュリティサービス</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a:buNone/>
            </a:pPr>
            <a:r>
              <a:rPr lang="en" sz="1400" b="0" i="0" dirty="0">
                <a:solidFill>
                  <a:srgbClr val="595959"/>
                </a:solidFill>
                <a:latin typeface="Yu Gothic UI"/>
                <a:ea typeface="Yu Gothic UI"/>
                <a:cs typeface="Yu Gothic UI"/>
              </a:rPr>
              <a:t>Security</a:t>
            </a:r>
          </a:p>
        </p:txBody>
      </p:sp>
    </p:spTree>
    <p:extLst>
      <p:ext uri="{BB962C8B-B14F-4D97-AF65-F5344CB8AC3E}">
        <p14:creationId xmlns:p14="http://schemas.microsoft.com/office/powerpoint/2010/main" val="1301920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07D46-E667-54CA-71D4-620F527AD2A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80A7D97-E32F-2B60-838C-0F0A57FE96A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Microsoft Defender for Cloud</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B0FF5654-462B-7CA1-A2DB-A19191E1CAF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58E1699-79CF-0E6B-73F9-449AE5CEF7F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0" name="コンテンツ プレースホルダー 5">
            <a:extLst>
              <a:ext uri="{FF2B5EF4-FFF2-40B4-BE49-F238E27FC236}">
                <a16:creationId xmlns:a16="http://schemas.microsoft.com/office/drawing/2014/main" id="{D9DB6B1A-EA21-94CA-7B7D-E96BE16CC491}"/>
              </a:ext>
            </a:extLst>
          </p:cNvPr>
          <p:cNvSpPr txBox="1">
            <a:spLocks/>
          </p:cNvSpPr>
          <p:nvPr/>
        </p:nvSpPr>
        <p:spPr>
          <a:xfrm>
            <a:off x="584200" y="1359610"/>
            <a:ext cx="4252205"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FontTx/>
              <a:buNone/>
            </a:pP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Microsoft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では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Azure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だけではなく他社クラウドも含めて包括的にセキュリティ対策をおこなうソリューションとして</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Microsoft Defender for Cloud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を提供しています。</a:t>
            </a:r>
          </a:p>
        </p:txBody>
      </p:sp>
      <p:sp>
        <p:nvSpPr>
          <p:cNvPr id="11" name="Oval 48">
            <a:extLst>
              <a:ext uri="{FF2B5EF4-FFF2-40B4-BE49-F238E27FC236}">
                <a16:creationId xmlns:a16="http://schemas.microsoft.com/office/drawing/2014/main" id="{7C6BE9B5-15CD-5C91-98F0-814B8EB3994E}"/>
              </a:ext>
              <a:ext uri="{C183D7F6-B498-43B3-948B-1728B52AA6E4}">
                <adec:decorative xmlns:adec="http://schemas.microsoft.com/office/drawing/2017/decorative" val="1"/>
              </a:ext>
            </a:extLst>
          </p:cNvPr>
          <p:cNvSpPr/>
          <p:nvPr/>
        </p:nvSpPr>
        <p:spPr bwMode="auto">
          <a:xfrm>
            <a:off x="5557251" y="2591265"/>
            <a:ext cx="3867084" cy="3867085"/>
          </a:xfrm>
          <a:prstGeom prst="ellipse">
            <a:avLst/>
          </a:prstGeom>
          <a:solidFill>
            <a:srgbClr val="F2F2F2"/>
          </a:solidFill>
          <a:ln w="38100" cap="flat">
            <a:noFill/>
            <a:prstDash val="solid"/>
            <a:miter/>
          </a:ln>
          <a:effectLst/>
        </p:spPr>
        <p:txBody>
          <a:bodyPr wrap="square" rtlCol="0" anchor="ctr">
            <a:noAutofit/>
          </a:bodyPr>
          <a:lstStyle/>
          <a:p>
            <a:pPr algn="ctr" defTabSz="914225" fontAlgn="base">
              <a:spcBef>
                <a:spcPct val="0"/>
              </a:spcBef>
              <a:spcAft>
                <a:spcPct val="0"/>
              </a:spcAft>
              <a:defRPr/>
            </a:pPr>
            <a:endParaRPr lang="en-US" sz="1100" err="1">
              <a:solidFill>
                <a:srgbClr val="000000"/>
              </a:solidFill>
              <a:latin typeface="Yu Gothic UI" panose="020B0500000000000000" pitchFamily="50" charset="-128"/>
              <a:ea typeface="Yu Gothic UI" panose="020B0500000000000000" pitchFamily="50" charset="-128"/>
            </a:endParaRPr>
          </a:p>
        </p:txBody>
      </p:sp>
      <p:sp>
        <p:nvSpPr>
          <p:cNvPr id="19" name="Oval 5">
            <a:extLst>
              <a:ext uri="{FF2B5EF4-FFF2-40B4-BE49-F238E27FC236}">
                <a16:creationId xmlns:a16="http://schemas.microsoft.com/office/drawing/2014/main" id="{2375B4DC-87C6-6B93-101F-851CE25BBFDA}"/>
              </a:ext>
              <a:ext uri="{C183D7F6-B498-43B3-948B-1728B52AA6E4}">
                <adec:decorative xmlns:adec="http://schemas.microsoft.com/office/drawing/2017/decorative" val="1"/>
              </a:ext>
            </a:extLst>
          </p:cNvPr>
          <p:cNvSpPr/>
          <p:nvPr/>
        </p:nvSpPr>
        <p:spPr bwMode="auto">
          <a:xfrm>
            <a:off x="5880134" y="2914149"/>
            <a:ext cx="3221318" cy="3221318"/>
          </a:xfrm>
          <a:prstGeom prst="ellipse">
            <a:avLst/>
          </a:prstGeom>
          <a:gradFill flip="none" rotWithShape="1">
            <a:gsLst>
              <a:gs pos="98000">
                <a:schemeClr val="accent1"/>
              </a:gs>
              <a:gs pos="0">
                <a:schemeClr val="accent3"/>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endParaRPr lang="en-US" sz="2000" err="1">
              <a:solidFill>
                <a:srgbClr val="FFFFFF"/>
              </a:solidFill>
              <a:latin typeface="Yu Gothic UI" panose="020B0500000000000000" pitchFamily="50" charset="-128"/>
              <a:ea typeface="Yu Gothic UI" panose="020B0500000000000000" pitchFamily="50" charset="-128"/>
              <a:cs typeface="Segoe UI" pitchFamily="34" charset="0"/>
            </a:endParaRPr>
          </a:p>
        </p:txBody>
      </p:sp>
      <p:sp>
        <p:nvSpPr>
          <p:cNvPr id="20" name="TextBox 35">
            <a:extLst>
              <a:ext uri="{FF2B5EF4-FFF2-40B4-BE49-F238E27FC236}">
                <a16:creationId xmlns:a16="http://schemas.microsoft.com/office/drawing/2014/main" id="{A4562219-C7F2-042C-2CC4-A99BE60C62CD}"/>
              </a:ext>
            </a:extLst>
          </p:cNvPr>
          <p:cNvSpPr txBox="1"/>
          <p:nvPr/>
        </p:nvSpPr>
        <p:spPr>
          <a:xfrm>
            <a:off x="3434974" y="4289729"/>
            <a:ext cx="1983537" cy="275200"/>
          </a:xfrm>
          <a:prstGeom prst="rect">
            <a:avLst/>
          </a:prstGeom>
          <a:noFill/>
        </p:spPr>
        <p:txBody>
          <a:bodyPr wrap="none">
            <a:spAutoFit/>
          </a:bodyPr>
          <a:lstStyle/>
          <a:p>
            <a:pPr marL="0" lvl="1" algn="ctr" defTabSz="914225">
              <a:spcAft>
                <a:spcPts val="1200"/>
              </a:spcAft>
              <a:defRPr/>
            </a:pPr>
            <a:r>
              <a:rPr lang="en-US" altLang="ja" sz="1200" b="1" kern="0">
                <a:gradFill>
                  <a:gsLst>
                    <a:gs pos="0">
                      <a:srgbClr val="000000"/>
                    </a:gs>
                    <a:gs pos="100000">
                      <a:srgbClr val="000000"/>
                    </a:gs>
                  </a:gsLst>
                  <a:lin ang="5400000" scaled="1"/>
                </a:gradFill>
                <a:latin typeface="Yu Gothic UI" panose="020B0500000000000000" pitchFamily="50" charset="-128"/>
                <a:ea typeface="Yu Gothic UI" panose="020B0500000000000000" pitchFamily="50" charset="-128"/>
                <a:cs typeface="Segoe UI" panose="020B0502040204020203" pitchFamily="34" charset="0"/>
              </a:rPr>
              <a:t>AppSec + CI/CD</a:t>
            </a:r>
            <a:r>
              <a:rPr lang="ja" altLang="en-US" sz="1200" b="1" kern="0">
                <a:gradFill>
                  <a:gsLst>
                    <a:gs pos="0">
                      <a:srgbClr val="000000"/>
                    </a:gs>
                    <a:gs pos="100000">
                      <a:srgbClr val="000000"/>
                    </a:gs>
                  </a:gsLst>
                  <a:lin ang="5400000" scaled="1"/>
                </a:gradFill>
                <a:latin typeface="Yu Gothic UI" panose="020B0500000000000000" pitchFamily="50" charset="-128"/>
                <a:ea typeface="Yu Gothic UI" panose="020B0500000000000000" pitchFamily="50" charset="-128"/>
                <a:cs typeface="Segoe UI" panose="020B0502040204020203" pitchFamily="34" charset="0"/>
              </a:rPr>
              <a:t>セキュリティ</a:t>
            </a:r>
          </a:p>
        </p:txBody>
      </p:sp>
      <p:sp>
        <p:nvSpPr>
          <p:cNvPr id="23" name="TextBox 38">
            <a:extLst>
              <a:ext uri="{FF2B5EF4-FFF2-40B4-BE49-F238E27FC236}">
                <a16:creationId xmlns:a16="http://schemas.microsoft.com/office/drawing/2014/main" id="{4B8A3E46-D7AD-365F-7712-C6A0A81D2DF6}"/>
              </a:ext>
            </a:extLst>
          </p:cNvPr>
          <p:cNvSpPr txBox="1"/>
          <p:nvPr/>
        </p:nvSpPr>
        <p:spPr>
          <a:xfrm>
            <a:off x="2797534" y="4575098"/>
            <a:ext cx="3258419" cy="529942"/>
          </a:xfrm>
          <a:prstGeom prst="rect">
            <a:avLst/>
          </a:prstGeom>
          <a:noFill/>
        </p:spPr>
        <p:txBody>
          <a:bodyPr wrap="square" tIns="91427" bIns="91427" anchor="ctr" anchorCtr="0">
            <a:spAutoFit/>
          </a:bodyPr>
          <a:lstStyle/>
          <a:p>
            <a:pPr algn="ctr" defTabSz="914225">
              <a:defRPr/>
            </a:pPr>
            <a:r>
              <a:rPr lang="ja" altLang="en-US" sz="2200" b="1" kern="0">
                <a:gradFill>
                  <a:gsLst>
                    <a:gs pos="100000">
                      <a:srgbClr val="0078D4"/>
                    </a:gs>
                    <a:gs pos="0">
                      <a:srgbClr val="0078D4"/>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安全な開発を実現</a:t>
            </a:r>
          </a:p>
        </p:txBody>
      </p:sp>
      <p:sp>
        <p:nvSpPr>
          <p:cNvPr id="24" name="TextBox 39">
            <a:extLst>
              <a:ext uri="{FF2B5EF4-FFF2-40B4-BE49-F238E27FC236}">
                <a16:creationId xmlns:a16="http://schemas.microsoft.com/office/drawing/2014/main" id="{350A9D0E-F4BF-5D1B-CEFB-457A9EA26BDC}"/>
              </a:ext>
            </a:extLst>
          </p:cNvPr>
          <p:cNvSpPr txBox="1"/>
          <p:nvPr/>
        </p:nvSpPr>
        <p:spPr>
          <a:xfrm>
            <a:off x="3270612" y="5173910"/>
            <a:ext cx="2312260" cy="690577"/>
          </a:xfrm>
          <a:prstGeom prst="rect">
            <a:avLst/>
          </a:prstGeom>
          <a:noFill/>
        </p:spPr>
        <p:txBody>
          <a:bodyPr wrap="square">
            <a:spAutoFit/>
          </a:bodyPr>
          <a:lstStyle/>
          <a:p>
            <a:pPr marL="0" lvl="1" algn="ctr" defTabSz="914225">
              <a:defRPr/>
            </a:pP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コードの脆弱性、設定ミス、</a:t>
            </a:r>
            <a:endParaRPr lang="en-US" altLang="ja"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endParaRPr>
          </a:p>
          <a:p>
            <a:pPr marL="0" lvl="1" algn="ctr" defTabSz="914225">
              <a:defRPr/>
            </a:pP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シークレットを</a:t>
            </a:r>
            <a:r>
              <a:rPr lang="ja-JP"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検出</a:t>
            </a: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し、</a:t>
            </a:r>
            <a:endParaRPr lang="en-US" altLang="ja"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endParaRPr>
          </a:p>
          <a:p>
            <a:pPr marL="0" lvl="1" algn="ctr" defTabSz="914225">
              <a:defRPr/>
            </a:pP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ソフトウェアサプライチェーンを保護</a:t>
            </a:r>
          </a:p>
        </p:txBody>
      </p:sp>
      <p:sp>
        <p:nvSpPr>
          <p:cNvPr id="25" name="TextBox 31">
            <a:extLst>
              <a:ext uri="{FF2B5EF4-FFF2-40B4-BE49-F238E27FC236}">
                <a16:creationId xmlns:a16="http://schemas.microsoft.com/office/drawing/2014/main" id="{04CCF51B-EFE2-F369-F52B-0CBB525720A8}"/>
              </a:ext>
            </a:extLst>
          </p:cNvPr>
          <p:cNvSpPr txBox="1"/>
          <p:nvPr/>
        </p:nvSpPr>
        <p:spPr>
          <a:xfrm>
            <a:off x="6895040" y="1284484"/>
            <a:ext cx="1191504" cy="275200"/>
          </a:xfrm>
          <a:prstGeom prst="rect">
            <a:avLst/>
          </a:prstGeom>
          <a:noFill/>
        </p:spPr>
        <p:txBody>
          <a:bodyPr wrap="none">
            <a:spAutoFit/>
          </a:bodyPr>
          <a:lstStyle/>
          <a:p>
            <a:pPr marL="0" lvl="1" algn="ctr" defTabSz="914225">
              <a:spcAft>
                <a:spcPts val="1200"/>
              </a:spcAft>
              <a:defRPr/>
            </a:pPr>
            <a:r>
              <a:rPr lang="en-US" altLang="ja" sz="1200" b="1" kern="0">
                <a:gradFill>
                  <a:gsLst>
                    <a:gs pos="0">
                      <a:srgbClr val="000000"/>
                    </a:gs>
                    <a:gs pos="100000">
                      <a:srgbClr val="000000"/>
                    </a:gs>
                  </a:gsLst>
                  <a:lin ang="5400000" scaled="1"/>
                </a:gradFill>
                <a:latin typeface="Yu Gothic UI" panose="020B0500000000000000" pitchFamily="50" charset="-128"/>
                <a:ea typeface="Yu Gothic UI" panose="020B0500000000000000" pitchFamily="50" charset="-128"/>
                <a:cs typeface="Segoe UI" panose="020B0502040204020203" pitchFamily="34" charset="0"/>
              </a:rPr>
              <a:t>CSPM + CIEM </a:t>
            </a:r>
          </a:p>
        </p:txBody>
      </p:sp>
      <p:sp>
        <p:nvSpPr>
          <p:cNvPr id="26" name="Title 40">
            <a:extLst>
              <a:ext uri="{FF2B5EF4-FFF2-40B4-BE49-F238E27FC236}">
                <a16:creationId xmlns:a16="http://schemas.microsoft.com/office/drawing/2014/main" id="{F0CB37A8-339F-4636-6048-263EA9084AB6}"/>
              </a:ext>
            </a:extLst>
          </p:cNvPr>
          <p:cNvSpPr txBox="1">
            <a:spLocks/>
          </p:cNvSpPr>
          <p:nvPr/>
        </p:nvSpPr>
        <p:spPr>
          <a:xfrm>
            <a:off x="5681668" y="1519238"/>
            <a:ext cx="3618250" cy="437622"/>
          </a:xfrm>
          <a:prstGeom prst="rect">
            <a:avLst/>
          </a:prstGeom>
          <a:noFill/>
          <a:ln>
            <a:noFill/>
            <a:prstDash/>
          </a:ln>
          <a:effectLst/>
        </p:spPr>
        <p:txBody>
          <a:bodyPr rot="0" spcFirstLastPara="0" vertOverflow="overflow" horzOverflow="overflow" vert="horz" wrap="square" lIns="91427" tIns="45713" rIns="91427" bIns="45713"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1"/>
                </a:solidFill>
                <a:effectLst/>
                <a:latin typeface="+mj-lt"/>
                <a:ea typeface="+mn-ea"/>
                <a:cs typeface="Segoe UI" pitchFamily="34" charset="0"/>
              </a:defRPr>
            </a:lvl1pPr>
          </a:lstStyle>
          <a:p>
            <a:pPr algn="ctr" defTabSz="914225">
              <a:spcBef>
                <a:spcPts val="0"/>
              </a:spcBef>
              <a:defRPr/>
            </a:pPr>
            <a:r>
              <a:rPr lang="ja" altLang="en-US" sz="2200" b="1" kern="0" spc="0">
                <a:ln>
                  <a:noFill/>
                </a:ln>
                <a:gradFill flip="none" rotWithShape="1">
                  <a:gsLst>
                    <a:gs pos="0">
                      <a:srgbClr val="107C10"/>
                    </a:gs>
                    <a:gs pos="100000">
                      <a:srgbClr val="107C10"/>
                    </a:gs>
                  </a:gsLst>
                  <a:lin ang="0" scaled="1"/>
                  <a:tileRect/>
                </a:gradFill>
                <a:latin typeface="Yu Gothic UI" panose="020B0500000000000000" pitchFamily="50" charset="-128"/>
                <a:ea typeface="Yu Gothic UI" panose="020B0500000000000000" pitchFamily="50" charset="-128"/>
              </a:rPr>
              <a:t>リスクの継続的な低減</a:t>
            </a:r>
          </a:p>
        </p:txBody>
      </p:sp>
      <p:sp>
        <p:nvSpPr>
          <p:cNvPr id="27" name="TextBox 41">
            <a:extLst>
              <a:ext uri="{FF2B5EF4-FFF2-40B4-BE49-F238E27FC236}">
                <a16:creationId xmlns:a16="http://schemas.microsoft.com/office/drawing/2014/main" id="{5E7BB766-E112-75B1-0F2F-38DF218E6183}"/>
              </a:ext>
            </a:extLst>
          </p:cNvPr>
          <p:cNvSpPr txBox="1"/>
          <p:nvPr/>
        </p:nvSpPr>
        <p:spPr>
          <a:xfrm>
            <a:off x="5113781" y="1915091"/>
            <a:ext cx="4754023" cy="490556"/>
          </a:xfrm>
          <a:prstGeom prst="rect">
            <a:avLst/>
          </a:prstGeom>
          <a:noFill/>
        </p:spPr>
        <p:txBody>
          <a:bodyPr wrap="square">
            <a:spAutoFit/>
          </a:bodyPr>
          <a:lstStyle/>
          <a:p>
            <a:pPr marL="0" lvl="1" algn="ctr" defTabSz="914225">
              <a:spcAft>
                <a:spcPts val="3000"/>
              </a:spcAft>
              <a:defRPr/>
            </a:pP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クラウドアプリケーションのライフサイクル全体にわたるコンテキストに応じた優先順位付けされたセキュリティ態勢管理</a:t>
            </a:r>
          </a:p>
        </p:txBody>
      </p:sp>
      <p:sp>
        <p:nvSpPr>
          <p:cNvPr id="28" name="TextBox 34">
            <a:extLst>
              <a:ext uri="{FF2B5EF4-FFF2-40B4-BE49-F238E27FC236}">
                <a16:creationId xmlns:a16="http://schemas.microsoft.com/office/drawing/2014/main" id="{F51A0B23-3126-B471-135E-51B51A4361B7}"/>
              </a:ext>
            </a:extLst>
          </p:cNvPr>
          <p:cNvSpPr txBox="1"/>
          <p:nvPr/>
        </p:nvSpPr>
        <p:spPr>
          <a:xfrm>
            <a:off x="10021457" y="4243521"/>
            <a:ext cx="1013419" cy="276999"/>
          </a:xfrm>
          <a:prstGeom prst="rect">
            <a:avLst/>
          </a:prstGeom>
          <a:noFill/>
        </p:spPr>
        <p:txBody>
          <a:bodyPr wrap="none">
            <a:spAutoFit/>
          </a:bodyPr>
          <a:lstStyle/>
          <a:p>
            <a:pPr marL="0" lvl="1" algn="ctr" defTabSz="914225">
              <a:spcAft>
                <a:spcPts val="1200"/>
              </a:spcAft>
              <a:defRPr/>
            </a:pPr>
            <a:r>
              <a:rPr lang="en-US" altLang="ja" sz="1200" b="1" kern="0">
                <a:gradFill>
                  <a:gsLst>
                    <a:gs pos="0">
                      <a:srgbClr val="000000"/>
                    </a:gs>
                    <a:gs pos="100000">
                      <a:srgbClr val="000000"/>
                    </a:gs>
                  </a:gsLst>
                  <a:lin ang="5400000" scaled="1"/>
                </a:gradFill>
                <a:latin typeface="Yu Gothic UI" panose="020B0500000000000000" pitchFamily="50" charset="-128"/>
                <a:ea typeface="Yu Gothic UI" panose="020B0500000000000000" pitchFamily="50" charset="-128"/>
                <a:cs typeface="Segoe UI" panose="020B0502040204020203" pitchFamily="34" charset="0"/>
              </a:rPr>
              <a:t>CWP + CDR</a:t>
            </a:r>
          </a:p>
        </p:txBody>
      </p:sp>
      <p:sp>
        <p:nvSpPr>
          <p:cNvPr id="29" name="TextBox 32">
            <a:extLst>
              <a:ext uri="{FF2B5EF4-FFF2-40B4-BE49-F238E27FC236}">
                <a16:creationId xmlns:a16="http://schemas.microsoft.com/office/drawing/2014/main" id="{090DFC5E-525B-ADF3-E0FD-F419672DA529}"/>
              </a:ext>
            </a:extLst>
          </p:cNvPr>
          <p:cNvSpPr txBox="1"/>
          <p:nvPr/>
        </p:nvSpPr>
        <p:spPr>
          <a:xfrm>
            <a:off x="8864330" y="4402447"/>
            <a:ext cx="3327670" cy="875244"/>
          </a:xfrm>
          <a:prstGeom prst="rect">
            <a:avLst/>
          </a:prstGeom>
          <a:noFill/>
        </p:spPr>
        <p:txBody>
          <a:bodyPr wrap="square" tIns="91427" bIns="91427" anchor="ctr" anchorCtr="0">
            <a:spAutoFit/>
          </a:bodyPr>
          <a:lstStyle/>
          <a:p>
            <a:pPr algn="ctr" defTabSz="914225">
              <a:defRPr/>
            </a:pPr>
            <a:r>
              <a:rPr lang="ja" altLang="en-US" sz="2200" b="1" kern="0">
                <a:gradFill>
                  <a:gsLst>
                    <a:gs pos="100000">
                      <a:srgbClr val="0078D4"/>
                    </a:gs>
                    <a:gs pos="0">
                      <a:srgbClr val="0078D4"/>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脅威をより迅速に</a:t>
            </a:r>
            <a:br>
              <a:rPr lang="en-US" sz="2200" b="1" kern="0">
                <a:gradFill>
                  <a:gsLst>
                    <a:gs pos="100000">
                      <a:srgbClr val="0078D4"/>
                    </a:gs>
                    <a:gs pos="0">
                      <a:srgbClr val="0078D4"/>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br>
            <a:r>
              <a:rPr lang="ja" altLang="en-US" sz="2200" b="1" kern="0">
                <a:gradFill>
                  <a:gsLst>
                    <a:gs pos="100000">
                      <a:srgbClr val="0078D4"/>
                    </a:gs>
                    <a:gs pos="0">
                      <a:srgbClr val="0078D4"/>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修復 </a:t>
            </a:r>
          </a:p>
        </p:txBody>
      </p:sp>
      <p:sp>
        <p:nvSpPr>
          <p:cNvPr id="30" name="TextBox 33">
            <a:extLst>
              <a:ext uri="{FF2B5EF4-FFF2-40B4-BE49-F238E27FC236}">
                <a16:creationId xmlns:a16="http://schemas.microsoft.com/office/drawing/2014/main" id="{46F9C6FF-E792-5929-549A-F9F990D82E31}"/>
              </a:ext>
            </a:extLst>
          </p:cNvPr>
          <p:cNvSpPr txBox="1"/>
          <p:nvPr/>
        </p:nvSpPr>
        <p:spPr>
          <a:xfrm>
            <a:off x="9391985" y="5173910"/>
            <a:ext cx="2417589" cy="690577"/>
          </a:xfrm>
          <a:prstGeom prst="rect">
            <a:avLst/>
          </a:prstGeom>
          <a:noFill/>
        </p:spPr>
        <p:txBody>
          <a:bodyPr wrap="square">
            <a:spAutoFit/>
          </a:bodyPr>
          <a:lstStyle/>
          <a:p>
            <a:pPr marL="0" lvl="1" algn="ctr" defTabSz="914225">
              <a:spcAft>
                <a:spcPts val="3000"/>
              </a:spcAft>
              <a:defRPr/>
            </a:pP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統合された</a:t>
            </a:r>
            <a:r>
              <a:rPr lang="en-US" altLang="ja"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XDR</a:t>
            </a: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エクスペリエンスで</a:t>
            </a:r>
            <a:br>
              <a:rPr 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b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、クラウドワークロード、データ、</a:t>
            </a:r>
            <a:r>
              <a:rPr lang="en-US" altLang="ja"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API</a:t>
            </a:r>
            <a:r>
              <a:rPr lang="ja" altLang="en-US" sz="1300" kern="0">
                <a:gradFill flip="none" rotWithShape="1">
                  <a:gsLst>
                    <a:gs pos="25904">
                      <a:srgbClr val="2F2F2F"/>
                    </a:gs>
                    <a:gs pos="46000">
                      <a:srgbClr val="2F2F2F"/>
                    </a:gs>
                  </a:gsLst>
                  <a:lin ang="2700000" scaled="1"/>
                  <a:tileRect/>
                </a:gradFill>
                <a:latin typeface="Yu Gothic UI" panose="020B0500000000000000" pitchFamily="50" charset="-128"/>
                <a:ea typeface="Yu Gothic UI" panose="020B0500000000000000" pitchFamily="50" charset="-128"/>
                <a:cs typeface="Segoe UI" panose="020B0502040204020203" pitchFamily="34" charset="0"/>
              </a:rPr>
              <a:t>をほぼリアルタイムで検出して対応 </a:t>
            </a:r>
          </a:p>
        </p:txBody>
      </p:sp>
      <p:sp>
        <p:nvSpPr>
          <p:cNvPr id="32" name="Oval 55">
            <a:extLst>
              <a:ext uri="{FF2B5EF4-FFF2-40B4-BE49-F238E27FC236}">
                <a16:creationId xmlns:a16="http://schemas.microsoft.com/office/drawing/2014/main" id="{DA61C4EA-37D2-5F59-2A78-1CE50176704F}"/>
              </a:ext>
              <a:ext uri="{C183D7F6-B498-43B3-948B-1728B52AA6E4}">
                <adec:decorative xmlns:adec="http://schemas.microsoft.com/office/drawing/2017/decorative" val="1"/>
              </a:ext>
            </a:extLst>
          </p:cNvPr>
          <p:cNvSpPr/>
          <p:nvPr/>
        </p:nvSpPr>
        <p:spPr bwMode="auto">
          <a:xfrm>
            <a:off x="6145016" y="3179030"/>
            <a:ext cx="2691554" cy="2691555"/>
          </a:xfrm>
          <a:prstGeom prst="ellipse">
            <a:avLst/>
          </a:prstGeom>
          <a:solidFill>
            <a:schemeClr val="bg1"/>
          </a:solidFill>
          <a:ln w="38100" cap="flat">
            <a:noFill/>
            <a:prstDash val="solid"/>
            <a:miter/>
          </a:ln>
          <a:effectLst>
            <a:outerShdw blurRad="254000" sx="110000" sy="110000" algn="ctr" rotWithShape="0">
              <a:prstClr val="black">
                <a:alpha val="5000"/>
              </a:prstClr>
            </a:outerShdw>
          </a:effectLst>
        </p:spPr>
        <p:txBody>
          <a:bodyPr wrap="square" rtlCol="0" anchor="ctr">
            <a:noAutofit/>
          </a:bodyPr>
          <a:lstStyle/>
          <a:p>
            <a:pPr algn="ctr" defTabSz="914225" fontAlgn="base">
              <a:spcBef>
                <a:spcPct val="0"/>
              </a:spcBef>
              <a:spcAft>
                <a:spcPct val="0"/>
              </a:spcAft>
              <a:defRPr/>
            </a:pPr>
            <a:endParaRPr lang="en-US" sz="1100" err="1">
              <a:solidFill>
                <a:srgbClr val="000000"/>
              </a:solidFill>
              <a:latin typeface="Yu Gothic UI" panose="020B0500000000000000" pitchFamily="50" charset="-128"/>
              <a:ea typeface="Yu Gothic UI" panose="020B0500000000000000" pitchFamily="50" charset="-128"/>
            </a:endParaRPr>
          </a:p>
        </p:txBody>
      </p:sp>
      <p:grpSp>
        <p:nvGrpSpPr>
          <p:cNvPr id="33" name="Group 56">
            <a:extLst>
              <a:ext uri="{FF2B5EF4-FFF2-40B4-BE49-F238E27FC236}">
                <a16:creationId xmlns:a16="http://schemas.microsoft.com/office/drawing/2014/main" id="{10029607-F08E-0540-D772-A696575183E1}"/>
              </a:ext>
              <a:ext uri="{C183D7F6-B498-43B3-948B-1728B52AA6E4}">
                <adec:decorative xmlns:adec="http://schemas.microsoft.com/office/drawing/2017/decorative" val="1"/>
              </a:ext>
            </a:extLst>
          </p:cNvPr>
          <p:cNvGrpSpPr/>
          <p:nvPr/>
        </p:nvGrpSpPr>
        <p:grpSpPr>
          <a:xfrm>
            <a:off x="5772862" y="4383329"/>
            <a:ext cx="913484" cy="913484"/>
            <a:chOff x="3809269" y="3842072"/>
            <a:chExt cx="1215935" cy="1215935"/>
          </a:xfrm>
        </p:grpSpPr>
        <p:sp>
          <p:nvSpPr>
            <p:cNvPr id="35" name="Oval 72">
              <a:extLst>
                <a:ext uri="{FF2B5EF4-FFF2-40B4-BE49-F238E27FC236}">
                  <a16:creationId xmlns:a16="http://schemas.microsoft.com/office/drawing/2014/main" id="{4F2D9F1A-0C19-CE62-827A-BA785BA45F5E}"/>
                </a:ext>
              </a:extLst>
            </p:cNvPr>
            <p:cNvSpPr>
              <a:spLocks/>
            </p:cNvSpPr>
            <p:nvPr/>
          </p:nvSpPr>
          <p:spPr bwMode="auto">
            <a:xfrm>
              <a:off x="3809269" y="3842072"/>
              <a:ext cx="1215935" cy="1215935"/>
            </a:xfrm>
            <a:prstGeom prst="ellipse">
              <a:avLst/>
            </a:prstGeom>
            <a:solidFill>
              <a:schemeClr val="bg1"/>
            </a:solidFill>
            <a:ln w="38100">
              <a:solidFill>
                <a:schemeClr val="accent1"/>
              </a:solidFill>
              <a:headEnd type="none" w="med" len="med"/>
              <a:tailEnd type="none" w="med" len="med"/>
            </a:ln>
            <a:effectLst>
              <a:outerShdw blurRad="254000" dist="190500" dir="5400000" algn="ctr" rotWithShape="0">
                <a:schemeClr val="tx1">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146284" rIns="91427" bIns="146284" numCol="1" spcCol="0" rtlCol="0" fromWordArt="0" anchor="ctr" anchorCtr="0" forceAA="0" compatLnSpc="1">
              <a:prstTxWarp prst="textNoShape">
                <a:avLst/>
              </a:prstTxWarp>
              <a:noAutofit/>
            </a:bodyPr>
            <a:lstStyle/>
            <a:p>
              <a:pPr defTabSz="932293" fontAlgn="base">
                <a:spcBef>
                  <a:spcPct val="0"/>
                </a:spcBef>
                <a:spcAft>
                  <a:spcPct val="0"/>
                </a:spcAft>
                <a:defRPr/>
              </a:pPr>
              <a:endParaRPr lang="en-US" sz="900" b="1">
                <a:gradFill>
                  <a:gsLst>
                    <a:gs pos="0">
                      <a:srgbClr val="FFFFFF"/>
                    </a:gs>
                    <a:gs pos="100000">
                      <a:srgbClr val="FFFFFF"/>
                    </a:gs>
                  </a:gsLst>
                  <a:lin ang="5400000" scaled="1"/>
                </a:gradFill>
                <a:latin typeface="Yu Gothic UI" panose="020B0500000000000000" pitchFamily="50" charset="-128"/>
                <a:ea typeface="Yu Gothic UI" panose="020B0500000000000000" pitchFamily="50" charset="-128"/>
                <a:cs typeface="Segoe UI" pitchFamily="34" charset="0"/>
              </a:endParaRPr>
            </a:p>
          </p:txBody>
        </p:sp>
        <p:sp>
          <p:nvSpPr>
            <p:cNvPr id="36" name="Embed_ECCE">
              <a:extLst>
                <a:ext uri="{FF2B5EF4-FFF2-40B4-BE49-F238E27FC236}">
                  <a16:creationId xmlns:a16="http://schemas.microsoft.com/office/drawing/2014/main" id="{DE98F92E-58D9-FBAB-86ED-533592B95811}"/>
                </a:ext>
              </a:extLst>
            </p:cNvPr>
            <p:cNvSpPr>
              <a:spLocks noChangeAspect="1" noEditPoints="1"/>
            </p:cNvSpPr>
            <p:nvPr/>
          </p:nvSpPr>
          <p:spPr bwMode="auto">
            <a:xfrm>
              <a:off x="4130388" y="4204078"/>
              <a:ext cx="573697" cy="491922"/>
            </a:xfrm>
            <a:custGeom>
              <a:avLst/>
              <a:gdLst>
                <a:gd name="T0" fmla="*/ 672 w 3136"/>
                <a:gd name="T1" fmla="*/ 2017 h 2689"/>
                <a:gd name="T2" fmla="*/ 0 w 3136"/>
                <a:gd name="T3" fmla="*/ 1345 h 2689"/>
                <a:gd name="T4" fmla="*/ 672 w 3136"/>
                <a:gd name="T5" fmla="*/ 672 h 2689"/>
                <a:gd name="T6" fmla="*/ 2464 w 3136"/>
                <a:gd name="T7" fmla="*/ 2017 h 2689"/>
                <a:gd name="T8" fmla="*/ 3136 w 3136"/>
                <a:gd name="T9" fmla="*/ 1345 h 2689"/>
                <a:gd name="T10" fmla="*/ 2464 w 3136"/>
                <a:gd name="T11" fmla="*/ 672 h 2689"/>
                <a:gd name="T12" fmla="*/ 1121 w 3136"/>
                <a:gd name="T13" fmla="*/ 2689 h 2689"/>
                <a:gd name="T14" fmla="*/ 2017 w 3136"/>
                <a:gd name="T15" fmla="*/ 0 h 26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6" h="2689">
                  <a:moveTo>
                    <a:pt x="672" y="2017"/>
                  </a:moveTo>
                  <a:lnTo>
                    <a:pt x="0" y="1345"/>
                  </a:lnTo>
                  <a:lnTo>
                    <a:pt x="672" y="672"/>
                  </a:lnTo>
                  <a:moveTo>
                    <a:pt x="2464" y="2017"/>
                  </a:moveTo>
                  <a:lnTo>
                    <a:pt x="3136" y="1345"/>
                  </a:lnTo>
                  <a:lnTo>
                    <a:pt x="2464" y="672"/>
                  </a:lnTo>
                  <a:moveTo>
                    <a:pt x="1121" y="2689"/>
                  </a:moveTo>
                  <a:lnTo>
                    <a:pt x="2017" y="0"/>
                  </a:lnTo>
                </a:path>
              </a:pathLst>
            </a:custGeom>
            <a:grpFill/>
            <a:ln w="34925"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p>
              <a:pPr defTabSz="914225">
                <a:defRPr/>
              </a:pPr>
              <a:endParaRPr lang="en-US" sz="1200">
                <a:gradFill>
                  <a:gsLst>
                    <a:gs pos="0">
                      <a:srgbClr val="505050"/>
                    </a:gs>
                    <a:gs pos="100000">
                      <a:srgbClr val="505050"/>
                    </a:gs>
                  </a:gsLst>
                  <a:lin ang="5400000" scaled="1"/>
                </a:gradFill>
                <a:latin typeface="Yu Gothic UI" panose="020B0500000000000000" pitchFamily="50" charset="-128"/>
                <a:ea typeface="Yu Gothic UI" panose="020B0500000000000000" pitchFamily="50" charset="-128"/>
              </a:endParaRPr>
            </a:p>
          </p:txBody>
        </p:sp>
      </p:grpSp>
      <p:grpSp>
        <p:nvGrpSpPr>
          <p:cNvPr id="37" name="Group 57">
            <a:extLst>
              <a:ext uri="{FF2B5EF4-FFF2-40B4-BE49-F238E27FC236}">
                <a16:creationId xmlns:a16="http://schemas.microsoft.com/office/drawing/2014/main" id="{018A6D6B-4051-2DEF-DCAE-BF129180FBEC}"/>
              </a:ext>
              <a:ext uri="{C183D7F6-B498-43B3-948B-1728B52AA6E4}">
                <adec:decorative xmlns:adec="http://schemas.microsoft.com/office/drawing/2017/decorative" val="1"/>
              </a:ext>
            </a:extLst>
          </p:cNvPr>
          <p:cNvGrpSpPr/>
          <p:nvPr/>
        </p:nvGrpSpPr>
        <p:grpSpPr>
          <a:xfrm>
            <a:off x="8296998" y="4383329"/>
            <a:ext cx="913484" cy="913484"/>
            <a:chOff x="7169139" y="3842072"/>
            <a:chExt cx="1215935" cy="1215935"/>
          </a:xfrm>
          <a:solidFill>
            <a:schemeClr val="accent2"/>
          </a:solidFill>
        </p:grpSpPr>
        <p:sp>
          <p:nvSpPr>
            <p:cNvPr id="38" name="Oval 68">
              <a:extLst>
                <a:ext uri="{FF2B5EF4-FFF2-40B4-BE49-F238E27FC236}">
                  <a16:creationId xmlns:a16="http://schemas.microsoft.com/office/drawing/2014/main" id="{5F55F169-206E-0068-FC6E-53AEE93AD229}"/>
                </a:ext>
              </a:extLst>
            </p:cNvPr>
            <p:cNvSpPr>
              <a:spLocks/>
            </p:cNvSpPr>
            <p:nvPr/>
          </p:nvSpPr>
          <p:spPr bwMode="auto">
            <a:xfrm>
              <a:off x="7169139" y="3842072"/>
              <a:ext cx="1215935" cy="1215935"/>
            </a:xfrm>
            <a:prstGeom prst="ellipse">
              <a:avLst/>
            </a:prstGeom>
            <a:solidFill>
              <a:schemeClr val="bg1"/>
            </a:solidFill>
            <a:ln w="38100">
              <a:solidFill>
                <a:schemeClr val="accent1"/>
              </a:solidFill>
              <a:headEnd type="none" w="med" len="med"/>
              <a:tailEnd type="none" w="med" len="med"/>
            </a:ln>
            <a:effectLst>
              <a:outerShdw blurRad="254000" dist="190500" dir="5400000" algn="ctr" rotWithShape="0">
                <a:schemeClr val="tx1">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146284" rIns="91427" bIns="146284" numCol="1" spcCol="0" rtlCol="0" fromWordArt="0" anchor="ctr" anchorCtr="0" forceAA="0" compatLnSpc="1">
              <a:prstTxWarp prst="textNoShape">
                <a:avLst/>
              </a:prstTxWarp>
              <a:noAutofit/>
            </a:bodyPr>
            <a:lstStyle/>
            <a:p>
              <a:pPr defTabSz="932293" fontAlgn="base">
                <a:spcBef>
                  <a:spcPct val="0"/>
                </a:spcBef>
                <a:spcAft>
                  <a:spcPct val="0"/>
                </a:spcAft>
                <a:defRPr/>
              </a:pPr>
              <a:endParaRPr lang="en-US" sz="900" b="1">
                <a:gradFill>
                  <a:gsLst>
                    <a:gs pos="0">
                      <a:srgbClr val="FFFFFF"/>
                    </a:gs>
                    <a:gs pos="100000">
                      <a:srgbClr val="FFFFFF"/>
                    </a:gs>
                  </a:gsLst>
                  <a:lin ang="5400000" scaled="1"/>
                </a:gradFill>
                <a:latin typeface="Yu Gothic UI" panose="020B0500000000000000" pitchFamily="50" charset="-128"/>
                <a:ea typeface="Yu Gothic UI" panose="020B0500000000000000" pitchFamily="50" charset="-128"/>
                <a:cs typeface="Segoe UI" pitchFamily="34" charset="0"/>
              </a:endParaRPr>
            </a:p>
          </p:txBody>
        </p:sp>
        <p:grpSp>
          <p:nvGrpSpPr>
            <p:cNvPr id="39" name="Group 69">
              <a:extLst>
                <a:ext uri="{FF2B5EF4-FFF2-40B4-BE49-F238E27FC236}">
                  <a16:creationId xmlns:a16="http://schemas.microsoft.com/office/drawing/2014/main" id="{7584ECDF-430E-9236-A8AB-7F0BF9ECBBE9}"/>
                </a:ext>
              </a:extLst>
            </p:cNvPr>
            <p:cNvGrpSpPr/>
            <p:nvPr/>
          </p:nvGrpSpPr>
          <p:grpSpPr>
            <a:xfrm>
              <a:off x="7497210" y="4143262"/>
              <a:ext cx="559792" cy="613554"/>
              <a:chOff x="4902068" y="3140500"/>
              <a:chExt cx="670543" cy="734940"/>
            </a:xfrm>
            <a:grpFill/>
          </p:grpSpPr>
          <p:sp>
            <p:nvSpPr>
              <p:cNvPr id="40" name="Shield_EA18">
                <a:extLst>
                  <a:ext uri="{FF2B5EF4-FFF2-40B4-BE49-F238E27FC236}">
                    <a16:creationId xmlns:a16="http://schemas.microsoft.com/office/drawing/2014/main" id="{40BFD63A-4FFE-9B68-9FA6-E7FEE40ACF4D}"/>
                  </a:ext>
                </a:extLst>
              </p:cNvPr>
              <p:cNvSpPr>
                <a:spLocks noChangeAspect="1"/>
              </p:cNvSpPr>
              <p:nvPr/>
            </p:nvSpPr>
            <p:spPr bwMode="auto">
              <a:xfrm>
                <a:off x="5261075" y="3543758"/>
                <a:ext cx="311536" cy="331682"/>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34925"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p>
                <a:pPr defTabSz="914225">
                  <a:defRPr/>
                </a:pPr>
                <a:endParaRPr lang="en-US" sz="1200">
                  <a:gradFill>
                    <a:gsLst>
                      <a:gs pos="0">
                        <a:srgbClr val="505050"/>
                      </a:gs>
                      <a:gs pos="100000">
                        <a:srgbClr val="505050"/>
                      </a:gs>
                    </a:gsLst>
                    <a:lin ang="5400000" scaled="1"/>
                  </a:gradFill>
                  <a:latin typeface="Yu Gothic UI" panose="020B0500000000000000" pitchFamily="50" charset="-128"/>
                  <a:ea typeface="Yu Gothic UI" panose="020B0500000000000000" pitchFamily="50" charset="-128"/>
                </a:endParaRPr>
              </a:p>
            </p:txBody>
          </p:sp>
          <p:sp>
            <p:nvSpPr>
              <p:cNvPr id="41" name="Graphic 24">
                <a:extLst>
                  <a:ext uri="{FF2B5EF4-FFF2-40B4-BE49-F238E27FC236}">
                    <a16:creationId xmlns:a16="http://schemas.microsoft.com/office/drawing/2014/main" id="{3B0C4C84-EBA3-7549-D329-6D1554B5CA4D}"/>
                  </a:ext>
                </a:extLst>
              </p:cNvPr>
              <p:cNvSpPr/>
              <p:nvPr/>
            </p:nvSpPr>
            <p:spPr>
              <a:xfrm>
                <a:off x="4902068" y="3140500"/>
                <a:ext cx="497685" cy="646516"/>
              </a:xfrm>
              <a:custGeom>
                <a:avLst/>
                <a:gdLst>
                  <a:gd name="connsiteX0" fmla="*/ 296929 w 497685"/>
                  <a:gd name="connsiteY0" fmla="*/ 644667 h 646516"/>
                  <a:gd name="connsiteX1" fmla="*/ 248738 w 497685"/>
                  <a:gd name="connsiteY1" fmla="*/ 646516 h 646516"/>
                  <a:gd name="connsiteX2" fmla="*/ 0 w 497685"/>
                  <a:gd name="connsiteY2" fmla="*/ 547098 h 646516"/>
                  <a:gd name="connsiteX3" fmla="*/ 0 w 497685"/>
                  <a:gd name="connsiteY3" fmla="*/ 124195 h 646516"/>
                  <a:gd name="connsiteX4" fmla="*/ 8166 w 497685"/>
                  <a:gd name="connsiteY4" fmla="*/ 124195 h 646516"/>
                  <a:gd name="connsiteX5" fmla="*/ 248773 w 497685"/>
                  <a:gd name="connsiteY5" fmla="*/ 198872 h 646516"/>
                  <a:gd name="connsiteX6" fmla="*/ 489554 w 497685"/>
                  <a:gd name="connsiteY6" fmla="*/ 124195 h 646516"/>
                  <a:gd name="connsiteX7" fmla="*/ 497685 w 497685"/>
                  <a:gd name="connsiteY7" fmla="*/ 124195 h 646516"/>
                  <a:gd name="connsiteX8" fmla="*/ 497685 w 497685"/>
                  <a:gd name="connsiteY8" fmla="*/ 300279 h 646516"/>
                  <a:gd name="connsiteX9" fmla="*/ 248773 w 497685"/>
                  <a:gd name="connsiteY9" fmla="*/ 0 h 646516"/>
                  <a:gd name="connsiteX10" fmla="*/ 35 w 497685"/>
                  <a:gd name="connsiteY10" fmla="*/ 99418 h 646516"/>
                  <a:gd name="connsiteX11" fmla="*/ 248773 w 497685"/>
                  <a:gd name="connsiteY11" fmla="*/ 198837 h 646516"/>
                  <a:gd name="connsiteX12" fmla="*/ 497685 w 497685"/>
                  <a:gd name="connsiteY12" fmla="*/ 99418 h 646516"/>
                  <a:gd name="connsiteX13" fmla="*/ 248773 w 497685"/>
                  <a:gd name="connsiteY13" fmla="*/ 0 h 646516"/>
                  <a:gd name="connsiteX14" fmla="*/ 248773 w 497685"/>
                  <a:gd name="connsiteY14" fmla="*/ 0 h 64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7685" h="646516">
                    <a:moveTo>
                      <a:pt x="296929" y="644667"/>
                    </a:moveTo>
                    <a:cubicBezTo>
                      <a:pt x="281331" y="645888"/>
                      <a:pt x="265244" y="646516"/>
                      <a:pt x="248738" y="646516"/>
                    </a:cubicBezTo>
                    <a:cubicBezTo>
                      <a:pt x="111388" y="646516"/>
                      <a:pt x="0" y="602164"/>
                      <a:pt x="0" y="547098"/>
                    </a:cubicBezTo>
                    <a:lnTo>
                      <a:pt x="0" y="124195"/>
                    </a:lnTo>
                    <a:lnTo>
                      <a:pt x="8166" y="124195"/>
                    </a:lnTo>
                    <a:cubicBezTo>
                      <a:pt x="35698" y="167186"/>
                      <a:pt x="133023" y="198872"/>
                      <a:pt x="248773" y="198872"/>
                    </a:cubicBezTo>
                    <a:cubicBezTo>
                      <a:pt x="364522" y="198872"/>
                      <a:pt x="461812" y="167186"/>
                      <a:pt x="489554" y="124195"/>
                    </a:cubicBezTo>
                    <a:lnTo>
                      <a:pt x="497685" y="124195"/>
                    </a:lnTo>
                    <a:lnTo>
                      <a:pt x="497685" y="300279"/>
                    </a:lnTo>
                    <a:moveTo>
                      <a:pt x="248773" y="0"/>
                    </a:moveTo>
                    <a:cubicBezTo>
                      <a:pt x="111423" y="0"/>
                      <a:pt x="35" y="44353"/>
                      <a:pt x="35" y="99418"/>
                    </a:cubicBezTo>
                    <a:cubicBezTo>
                      <a:pt x="35" y="154484"/>
                      <a:pt x="111423" y="198837"/>
                      <a:pt x="248773" y="198837"/>
                    </a:cubicBezTo>
                    <a:cubicBezTo>
                      <a:pt x="386123" y="198837"/>
                      <a:pt x="497685" y="154275"/>
                      <a:pt x="497685" y="99418"/>
                    </a:cubicBezTo>
                    <a:cubicBezTo>
                      <a:pt x="497685" y="44562"/>
                      <a:pt x="386298" y="0"/>
                      <a:pt x="248773" y="0"/>
                    </a:cubicBezTo>
                    <a:lnTo>
                      <a:pt x="248773" y="0"/>
                    </a:lnTo>
                    <a:close/>
                  </a:path>
                </a:pathLst>
              </a:custGeom>
              <a:noFill/>
              <a:ln w="34925"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p>
                <a:pPr defTabSz="914225">
                  <a:defRPr/>
                </a:pPr>
                <a:endParaRPr lang="en-US" sz="1200">
                  <a:gradFill>
                    <a:gsLst>
                      <a:gs pos="0">
                        <a:srgbClr val="505050"/>
                      </a:gs>
                      <a:gs pos="100000">
                        <a:srgbClr val="505050"/>
                      </a:gs>
                    </a:gsLst>
                    <a:lin ang="5400000" scaled="1"/>
                  </a:gradFill>
                  <a:latin typeface="Yu Gothic UI" panose="020B0500000000000000" pitchFamily="50" charset="-128"/>
                  <a:ea typeface="Yu Gothic UI" panose="020B0500000000000000" pitchFamily="50" charset="-128"/>
                </a:endParaRPr>
              </a:p>
            </p:txBody>
          </p:sp>
        </p:grpSp>
      </p:grpSp>
      <p:grpSp>
        <p:nvGrpSpPr>
          <p:cNvPr id="42" name="Group 59">
            <a:extLst>
              <a:ext uri="{FF2B5EF4-FFF2-40B4-BE49-F238E27FC236}">
                <a16:creationId xmlns:a16="http://schemas.microsoft.com/office/drawing/2014/main" id="{346D0732-FE70-42E2-E4E3-09A25F03D262}"/>
              </a:ext>
              <a:ext uri="{C183D7F6-B498-43B3-948B-1728B52AA6E4}">
                <adec:decorative xmlns:adec="http://schemas.microsoft.com/office/drawing/2017/decorative" val="1"/>
              </a:ext>
            </a:extLst>
          </p:cNvPr>
          <p:cNvGrpSpPr/>
          <p:nvPr/>
        </p:nvGrpSpPr>
        <p:grpSpPr>
          <a:xfrm>
            <a:off x="7035736" y="2720314"/>
            <a:ext cx="910112" cy="910112"/>
            <a:chOff x="5659748" y="2993245"/>
            <a:chExt cx="867620" cy="867620"/>
          </a:xfrm>
          <a:solidFill>
            <a:schemeClr val="bg1"/>
          </a:solidFill>
        </p:grpSpPr>
        <p:sp>
          <p:nvSpPr>
            <p:cNvPr id="43" name="Oval 64">
              <a:extLst>
                <a:ext uri="{FF2B5EF4-FFF2-40B4-BE49-F238E27FC236}">
                  <a16:creationId xmlns:a16="http://schemas.microsoft.com/office/drawing/2014/main" id="{54E30F93-9911-DA75-E5C8-0669D80124B3}"/>
                </a:ext>
              </a:extLst>
            </p:cNvPr>
            <p:cNvSpPr>
              <a:spLocks/>
            </p:cNvSpPr>
            <p:nvPr/>
          </p:nvSpPr>
          <p:spPr bwMode="auto">
            <a:xfrm>
              <a:off x="5659748" y="2993245"/>
              <a:ext cx="867620" cy="867620"/>
            </a:xfrm>
            <a:prstGeom prst="ellipse">
              <a:avLst/>
            </a:prstGeom>
            <a:solidFill>
              <a:schemeClr val="bg1"/>
            </a:solidFill>
            <a:ln w="38100">
              <a:solidFill>
                <a:schemeClr val="accent3"/>
              </a:solidFill>
              <a:headEnd type="none" w="med" len="med"/>
              <a:tailEnd type="none" w="med" len="med"/>
            </a:ln>
            <a:effectLst>
              <a:outerShdw blurRad="254000" dist="190500" dir="5400000" algn="ctr" rotWithShape="0">
                <a:schemeClr val="tx1">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146284" rIns="91427" bIns="146284" numCol="1" spcCol="0" rtlCol="0" fromWordArt="0" anchor="ctr" anchorCtr="0" forceAA="0" compatLnSpc="1">
              <a:prstTxWarp prst="textNoShape">
                <a:avLst/>
              </a:prstTxWarp>
              <a:noAutofit/>
            </a:bodyPr>
            <a:lstStyle/>
            <a:p>
              <a:pPr defTabSz="932293" fontAlgn="base">
                <a:spcBef>
                  <a:spcPct val="0"/>
                </a:spcBef>
                <a:spcAft>
                  <a:spcPct val="0"/>
                </a:spcAft>
                <a:defRPr/>
              </a:pPr>
              <a:endParaRPr lang="en-US" sz="900" b="1">
                <a:gradFill>
                  <a:gsLst>
                    <a:gs pos="0">
                      <a:srgbClr val="FFFFFF"/>
                    </a:gs>
                    <a:gs pos="100000">
                      <a:srgbClr val="FFFFFF"/>
                    </a:gs>
                  </a:gsLst>
                  <a:lin ang="5400000" scaled="1"/>
                </a:gradFill>
                <a:latin typeface="Yu Gothic UI" panose="020B0500000000000000" pitchFamily="50" charset="-128"/>
                <a:ea typeface="Yu Gothic UI" panose="020B0500000000000000" pitchFamily="50" charset="-128"/>
                <a:cs typeface="Segoe UI" pitchFamily="34" charset="0"/>
              </a:endParaRPr>
            </a:p>
          </p:txBody>
        </p:sp>
        <p:grpSp>
          <p:nvGrpSpPr>
            <p:cNvPr id="45" name="Group 65">
              <a:extLst>
                <a:ext uri="{FF2B5EF4-FFF2-40B4-BE49-F238E27FC236}">
                  <a16:creationId xmlns:a16="http://schemas.microsoft.com/office/drawing/2014/main" id="{4CAFC090-AFCA-5B68-B5DF-06246A3A1081}"/>
                </a:ext>
              </a:extLst>
            </p:cNvPr>
            <p:cNvGrpSpPr/>
            <p:nvPr/>
          </p:nvGrpSpPr>
          <p:grpSpPr>
            <a:xfrm>
              <a:off x="5804197" y="3213709"/>
              <a:ext cx="581939" cy="426692"/>
              <a:chOff x="5104499" y="3177656"/>
              <a:chExt cx="1251751" cy="917814"/>
            </a:xfrm>
            <a:grpFill/>
          </p:grpSpPr>
          <p:sp>
            <p:nvSpPr>
              <p:cNvPr id="49" name="cloud">
                <a:extLst>
                  <a:ext uri="{FF2B5EF4-FFF2-40B4-BE49-F238E27FC236}">
                    <a16:creationId xmlns:a16="http://schemas.microsoft.com/office/drawing/2014/main" id="{02AE8E30-0973-D9C6-98E8-1079728EF581}"/>
                  </a:ext>
                </a:extLst>
              </p:cNvPr>
              <p:cNvSpPr>
                <a:spLocks noChangeAspect="1"/>
              </p:cNvSpPr>
              <p:nvPr/>
            </p:nvSpPr>
            <p:spPr bwMode="auto">
              <a:xfrm>
                <a:off x="5104499" y="3177656"/>
                <a:ext cx="1251751" cy="792093"/>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 name="connsiteX0" fmla="*/ 8169 w 10000"/>
                  <a:gd name="connsiteY0" fmla="*/ 9954 h 10000"/>
                  <a:gd name="connsiteX1" fmla="*/ 8169 w 10000"/>
                  <a:gd name="connsiteY1" fmla="*/ 10000 h 10000"/>
                  <a:gd name="connsiteX2" fmla="*/ 6082 w 10000"/>
                  <a:gd name="connsiteY2" fmla="*/ 9987 h 10000"/>
                  <a:gd name="connsiteX3" fmla="*/ 2558 w 10000"/>
                  <a:gd name="connsiteY3" fmla="*/ 10000 h 10000"/>
                  <a:gd name="connsiteX4" fmla="*/ 2558 w 10000"/>
                  <a:gd name="connsiteY4" fmla="*/ 10000 h 10000"/>
                  <a:gd name="connsiteX5" fmla="*/ 2500 w 10000"/>
                  <a:gd name="connsiteY5" fmla="*/ 10000 h 10000"/>
                  <a:gd name="connsiteX6" fmla="*/ 0 w 10000"/>
                  <a:gd name="connsiteY6" fmla="*/ 5991 h 10000"/>
                  <a:gd name="connsiteX7" fmla="*/ 2500 w 10000"/>
                  <a:gd name="connsiteY7" fmla="*/ 2028 h 10000"/>
                  <a:gd name="connsiteX8" fmla="*/ 3023 w 10000"/>
                  <a:gd name="connsiteY8" fmla="*/ 2074 h 10000"/>
                  <a:gd name="connsiteX9" fmla="*/ 5349 w 10000"/>
                  <a:gd name="connsiteY9" fmla="*/ 0 h 10000"/>
                  <a:gd name="connsiteX10" fmla="*/ 8081 w 10000"/>
                  <a:gd name="connsiteY10" fmla="*/ 3917 h 10000"/>
                  <a:gd name="connsiteX11" fmla="*/ 8081 w 10000"/>
                  <a:gd name="connsiteY11" fmla="*/ 3917 h 10000"/>
                  <a:gd name="connsiteX12" fmla="*/ 10000 w 10000"/>
                  <a:gd name="connsiteY12" fmla="*/ 6959 h 10000"/>
                  <a:gd name="connsiteX13" fmla="*/ 8169 w 10000"/>
                  <a:gd name="connsiteY13" fmla="*/ 9954 h 10000"/>
                  <a:gd name="connsiteX0" fmla="*/ 6082 w 10000"/>
                  <a:gd name="connsiteY0" fmla="*/ 9987 h 11141"/>
                  <a:gd name="connsiteX1" fmla="*/ 2558 w 10000"/>
                  <a:gd name="connsiteY1" fmla="*/ 10000 h 11141"/>
                  <a:gd name="connsiteX2" fmla="*/ 2558 w 10000"/>
                  <a:gd name="connsiteY2" fmla="*/ 10000 h 11141"/>
                  <a:gd name="connsiteX3" fmla="*/ 2500 w 10000"/>
                  <a:gd name="connsiteY3" fmla="*/ 10000 h 11141"/>
                  <a:gd name="connsiteX4" fmla="*/ 0 w 10000"/>
                  <a:gd name="connsiteY4" fmla="*/ 5991 h 11141"/>
                  <a:gd name="connsiteX5" fmla="*/ 2500 w 10000"/>
                  <a:gd name="connsiteY5" fmla="*/ 2028 h 11141"/>
                  <a:gd name="connsiteX6" fmla="*/ 3023 w 10000"/>
                  <a:gd name="connsiteY6" fmla="*/ 2074 h 11141"/>
                  <a:gd name="connsiteX7" fmla="*/ 5349 w 10000"/>
                  <a:gd name="connsiteY7" fmla="*/ 0 h 11141"/>
                  <a:gd name="connsiteX8" fmla="*/ 8081 w 10000"/>
                  <a:gd name="connsiteY8" fmla="*/ 3917 h 11141"/>
                  <a:gd name="connsiteX9" fmla="*/ 8081 w 10000"/>
                  <a:gd name="connsiteY9" fmla="*/ 3917 h 11141"/>
                  <a:gd name="connsiteX10" fmla="*/ 10000 w 10000"/>
                  <a:gd name="connsiteY10" fmla="*/ 6959 h 11141"/>
                  <a:gd name="connsiteX11" fmla="*/ 8169 w 10000"/>
                  <a:gd name="connsiteY11" fmla="*/ 9954 h 11141"/>
                  <a:gd name="connsiteX12" fmla="*/ 8169 w 10000"/>
                  <a:gd name="connsiteY12" fmla="*/ 10000 h 11141"/>
                  <a:gd name="connsiteX13" fmla="*/ 6812 w 10000"/>
                  <a:gd name="connsiteY13" fmla="*/ 11141 h 11141"/>
                  <a:gd name="connsiteX0" fmla="*/ 6082 w 10000"/>
                  <a:gd name="connsiteY0" fmla="*/ 9987 h 10000"/>
                  <a:gd name="connsiteX1" fmla="*/ 2558 w 10000"/>
                  <a:gd name="connsiteY1" fmla="*/ 10000 h 10000"/>
                  <a:gd name="connsiteX2" fmla="*/ 2558 w 10000"/>
                  <a:gd name="connsiteY2" fmla="*/ 10000 h 10000"/>
                  <a:gd name="connsiteX3" fmla="*/ 2500 w 10000"/>
                  <a:gd name="connsiteY3" fmla="*/ 10000 h 10000"/>
                  <a:gd name="connsiteX4" fmla="*/ 0 w 10000"/>
                  <a:gd name="connsiteY4" fmla="*/ 5991 h 10000"/>
                  <a:gd name="connsiteX5" fmla="*/ 2500 w 10000"/>
                  <a:gd name="connsiteY5" fmla="*/ 2028 h 10000"/>
                  <a:gd name="connsiteX6" fmla="*/ 3023 w 10000"/>
                  <a:gd name="connsiteY6" fmla="*/ 2074 h 10000"/>
                  <a:gd name="connsiteX7" fmla="*/ 5349 w 10000"/>
                  <a:gd name="connsiteY7" fmla="*/ 0 h 10000"/>
                  <a:gd name="connsiteX8" fmla="*/ 8081 w 10000"/>
                  <a:gd name="connsiteY8" fmla="*/ 3917 h 10000"/>
                  <a:gd name="connsiteX9" fmla="*/ 8081 w 10000"/>
                  <a:gd name="connsiteY9" fmla="*/ 3917 h 10000"/>
                  <a:gd name="connsiteX10" fmla="*/ 10000 w 10000"/>
                  <a:gd name="connsiteY10" fmla="*/ 6959 h 10000"/>
                  <a:gd name="connsiteX11" fmla="*/ 8169 w 10000"/>
                  <a:gd name="connsiteY11" fmla="*/ 9954 h 10000"/>
                  <a:gd name="connsiteX12" fmla="*/ 8169 w 10000"/>
                  <a:gd name="connsiteY12" fmla="*/ 10000 h 10000"/>
                  <a:gd name="connsiteX0" fmla="*/ 5245 w 10000"/>
                  <a:gd name="connsiteY0" fmla="*/ 10027 h 10027"/>
                  <a:gd name="connsiteX1" fmla="*/ 2558 w 10000"/>
                  <a:gd name="connsiteY1" fmla="*/ 10000 h 10027"/>
                  <a:gd name="connsiteX2" fmla="*/ 2558 w 10000"/>
                  <a:gd name="connsiteY2" fmla="*/ 10000 h 10027"/>
                  <a:gd name="connsiteX3" fmla="*/ 2500 w 10000"/>
                  <a:gd name="connsiteY3" fmla="*/ 10000 h 10027"/>
                  <a:gd name="connsiteX4" fmla="*/ 0 w 10000"/>
                  <a:gd name="connsiteY4" fmla="*/ 5991 h 10027"/>
                  <a:gd name="connsiteX5" fmla="*/ 2500 w 10000"/>
                  <a:gd name="connsiteY5" fmla="*/ 2028 h 10027"/>
                  <a:gd name="connsiteX6" fmla="*/ 3023 w 10000"/>
                  <a:gd name="connsiteY6" fmla="*/ 2074 h 10027"/>
                  <a:gd name="connsiteX7" fmla="*/ 5349 w 10000"/>
                  <a:gd name="connsiteY7" fmla="*/ 0 h 10027"/>
                  <a:gd name="connsiteX8" fmla="*/ 8081 w 10000"/>
                  <a:gd name="connsiteY8" fmla="*/ 3917 h 10027"/>
                  <a:gd name="connsiteX9" fmla="*/ 8081 w 10000"/>
                  <a:gd name="connsiteY9" fmla="*/ 3917 h 10027"/>
                  <a:gd name="connsiteX10" fmla="*/ 10000 w 10000"/>
                  <a:gd name="connsiteY10" fmla="*/ 6959 h 10027"/>
                  <a:gd name="connsiteX11" fmla="*/ 8169 w 10000"/>
                  <a:gd name="connsiteY11" fmla="*/ 9954 h 10027"/>
                  <a:gd name="connsiteX12" fmla="*/ 8169 w 10000"/>
                  <a:gd name="connsiteY12" fmla="*/ 10000 h 10027"/>
                  <a:gd name="connsiteX0" fmla="*/ 4129 w 10000"/>
                  <a:gd name="connsiteY0" fmla="*/ 10134 h 10134"/>
                  <a:gd name="connsiteX1" fmla="*/ 2558 w 10000"/>
                  <a:gd name="connsiteY1" fmla="*/ 10000 h 10134"/>
                  <a:gd name="connsiteX2" fmla="*/ 2558 w 10000"/>
                  <a:gd name="connsiteY2" fmla="*/ 10000 h 10134"/>
                  <a:gd name="connsiteX3" fmla="*/ 2500 w 10000"/>
                  <a:gd name="connsiteY3" fmla="*/ 10000 h 10134"/>
                  <a:gd name="connsiteX4" fmla="*/ 0 w 10000"/>
                  <a:gd name="connsiteY4" fmla="*/ 5991 h 10134"/>
                  <a:gd name="connsiteX5" fmla="*/ 2500 w 10000"/>
                  <a:gd name="connsiteY5" fmla="*/ 2028 h 10134"/>
                  <a:gd name="connsiteX6" fmla="*/ 3023 w 10000"/>
                  <a:gd name="connsiteY6" fmla="*/ 2074 h 10134"/>
                  <a:gd name="connsiteX7" fmla="*/ 5349 w 10000"/>
                  <a:gd name="connsiteY7" fmla="*/ 0 h 10134"/>
                  <a:gd name="connsiteX8" fmla="*/ 8081 w 10000"/>
                  <a:gd name="connsiteY8" fmla="*/ 3917 h 10134"/>
                  <a:gd name="connsiteX9" fmla="*/ 8081 w 10000"/>
                  <a:gd name="connsiteY9" fmla="*/ 3917 h 10134"/>
                  <a:gd name="connsiteX10" fmla="*/ 10000 w 10000"/>
                  <a:gd name="connsiteY10" fmla="*/ 6959 h 10134"/>
                  <a:gd name="connsiteX11" fmla="*/ 8169 w 10000"/>
                  <a:gd name="connsiteY11" fmla="*/ 9954 h 10134"/>
                  <a:gd name="connsiteX12" fmla="*/ 8169 w 10000"/>
                  <a:gd name="connsiteY12" fmla="*/ 10000 h 10134"/>
                  <a:gd name="connsiteX0" fmla="*/ 4061 w 10000"/>
                  <a:gd name="connsiteY0" fmla="*/ 9974 h 10000"/>
                  <a:gd name="connsiteX1" fmla="*/ 2558 w 10000"/>
                  <a:gd name="connsiteY1" fmla="*/ 10000 h 10000"/>
                  <a:gd name="connsiteX2" fmla="*/ 2558 w 10000"/>
                  <a:gd name="connsiteY2" fmla="*/ 10000 h 10000"/>
                  <a:gd name="connsiteX3" fmla="*/ 2500 w 10000"/>
                  <a:gd name="connsiteY3" fmla="*/ 10000 h 10000"/>
                  <a:gd name="connsiteX4" fmla="*/ 0 w 10000"/>
                  <a:gd name="connsiteY4" fmla="*/ 5991 h 10000"/>
                  <a:gd name="connsiteX5" fmla="*/ 2500 w 10000"/>
                  <a:gd name="connsiteY5" fmla="*/ 2028 h 10000"/>
                  <a:gd name="connsiteX6" fmla="*/ 3023 w 10000"/>
                  <a:gd name="connsiteY6" fmla="*/ 2074 h 10000"/>
                  <a:gd name="connsiteX7" fmla="*/ 5349 w 10000"/>
                  <a:gd name="connsiteY7" fmla="*/ 0 h 10000"/>
                  <a:gd name="connsiteX8" fmla="*/ 8081 w 10000"/>
                  <a:gd name="connsiteY8" fmla="*/ 3917 h 10000"/>
                  <a:gd name="connsiteX9" fmla="*/ 8081 w 10000"/>
                  <a:gd name="connsiteY9" fmla="*/ 3917 h 10000"/>
                  <a:gd name="connsiteX10" fmla="*/ 10000 w 10000"/>
                  <a:gd name="connsiteY10" fmla="*/ 6959 h 10000"/>
                  <a:gd name="connsiteX11" fmla="*/ 8169 w 10000"/>
                  <a:gd name="connsiteY11" fmla="*/ 9954 h 10000"/>
                  <a:gd name="connsiteX12" fmla="*/ 8169 w 10000"/>
                  <a:gd name="connsiteY12"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10000">
                    <a:moveTo>
                      <a:pt x="4061" y="9974"/>
                    </a:moveTo>
                    <a:lnTo>
                      <a:pt x="2558" y="10000"/>
                    </a:lnTo>
                    <a:lnTo>
                      <a:pt x="2558" y="10000"/>
                    </a:lnTo>
                    <a:lnTo>
                      <a:pt x="2500" y="10000"/>
                    </a:lnTo>
                    <a:cubicBezTo>
                      <a:pt x="1134" y="10000"/>
                      <a:pt x="0" y="8203"/>
                      <a:pt x="0" y="5991"/>
                    </a:cubicBezTo>
                    <a:cubicBezTo>
                      <a:pt x="0" y="3779"/>
                      <a:pt x="1134" y="2028"/>
                      <a:pt x="2500" y="2028"/>
                    </a:cubicBezTo>
                    <a:cubicBezTo>
                      <a:pt x="2674" y="2028"/>
                      <a:pt x="2849" y="2028"/>
                      <a:pt x="3023" y="2074"/>
                    </a:cubicBezTo>
                    <a:cubicBezTo>
                      <a:pt x="3517" y="829"/>
                      <a:pt x="4360" y="0"/>
                      <a:pt x="5349" y="0"/>
                    </a:cubicBezTo>
                    <a:cubicBezTo>
                      <a:pt x="6773" y="0"/>
                      <a:pt x="7936" y="1705"/>
                      <a:pt x="8081" y="3917"/>
                    </a:cubicBezTo>
                    <a:lnTo>
                      <a:pt x="8081" y="3917"/>
                    </a:lnTo>
                    <a:cubicBezTo>
                      <a:pt x="9157" y="3917"/>
                      <a:pt x="10000" y="5253"/>
                      <a:pt x="10000" y="6959"/>
                    </a:cubicBezTo>
                    <a:cubicBezTo>
                      <a:pt x="10000" y="8571"/>
                      <a:pt x="9186" y="9908"/>
                      <a:pt x="8169" y="9954"/>
                    </a:cubicBezTo>
                    <a:lnTo>
                      <a:pt x="8169" y="10000"/>
                    </a:lnTo>
                  </a:path>
                </a:pathLst>
              </a:custGeom>
              <a:grpFill/>
              <a:ln w="34925"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p>
                <a:pPr defTabSz="914225">
                  <a:defRPr/>
                </a:pPr>
                <a:endParaRPr lang="en-US" sz="1200">
                  <a:gradFill>
                    <a:gsLst>
                      <a:gs pos="0">
                        <a:srgbClr val="505050"/>
                      </a:gs>
                      <a:gs pos="100000">
                        <a:srgbClr val="505050"/>
                      </a:gs>
                    </a:gsLst>
                    <a:lin ang="5400000" scaled="1"/>
                  </a:gradFill>
                  <a:latin typeface="Yu Gothic UI" panose="020B0500000000000000" pitchFamily="50" charset="-128"/>
                  <a:ea typeface="Yu Gothic UI" panose="020B0500000000000000" pitchFamily="50" charset="-128"/>
                </a:endParaRPr>
              </a:p>
            </p:txBody>
          </p:sp>
          <p:sp>
            <p:nvSpPr>
              <p:cNvPr id="51" name="Graphic 15">
                <a:extLst>
                  <a:ext uri="{FF2B5EF4-FFF2-40B4-BE49-F238E27FC236}">
                    <a16:creationId xmlns:a16="http://schemas.microsoft.com/office/drawing/2014/main" id="{6B870B03-1C86-AF2A-729A-89E7234463BF}"/>
                  </a:ext>
                </a:extLst>
              </p:cNvPr>
              <p:cNvSpPr/>
              <p:nvPr/>
            </p:nvSpPr>
            <p:spPr>
              <a:xfrm>
                <a:off x="5689177" y="3768740"/>
                <a:ext cx="363197" cy="326730"/>
              </a:xfrm>
              <a:custGeom>
                <a:avLst/>
                <a:gdLst>
                  <a:gd name="connsiteX0" fmla="*/ 30170 w 273086"/>
                  <a:gd name="connsiteY0" fmla="*/ 85646 h 245667"/>
                  <a:gd name="connsiteX1" fmla="*/ 30170 w 273086"/>
                  <a:gd name="connsiteY1" fmla="*/ 245282 h 245667"/>
                  <a:gd name="connsiteX2" fmla="*/ 141305 w 273086"/>
                  <a:gd name="connsiteY2" fmla="*/ 213477 h 245667"/>
                  <a:gd name="connsiteX3" fmla="*/ 141305 w 273086"/>
                  <a:gd name="connsiteY3" fmla="*/ 245282 h 245667"/>
                  <a:gd name="connsiteX4" fmla="*/ -295 w 273086"/>
                  <a:gd name="connsiteY4" fmla="*/ 55181 h 245667"/>
                  <a:gd name="connsiteX5" fmla="*/ 30170 w 273086"/>
                  <a:gd name="connsiteY5" fmla="*/ 85646 h 245667"/>
                  <a:gd name="connsiteX6" fmla="*/ 60634 w 273086"/>
                  <a:gd name="connsiteY6" fmla="*/ 55181 h 245667"/>
                  <a:gd name="connsiteX7" fmla="*/ 30170 w 273086"/>
                  <a:gd name="connsiteY7" fmla="*/ 24717 h 245667"/>
                  <a:gd name="connsiteX8" fmla="*/ -295 w 273086"/>
                  <a:gd name="connsiteY8" fmla="*/ 55181 h 245667"/>
                  <a:gd name="connsiteX9" fmla="*/ 242204 w 273086"/>
                  <a:gd name="connsiteY9" fmla="*/ -386 h 245667"/>
                  <a:gd name="connsiteX10" fmla="*/ 242204 w 273086"/>
                  <a:gd name="connsiteY10" fmla="*/ 88084 h 245667"/>
                  <a:gd name="connsiteX11" fmla="*/ 110840 w 273086"/>
                  <a:gd name="connsiteY11" fmla="*/ 183743 h 245667"/>
                  <a:gd name="connsiteX12" fmla="*/ 141305 w 273086"/>
                  <a:gd name="connsiteY12" fmla="*/ 214208 h 245667"/>
                  <a:gd name="connsiteX13" fmla="*/ 171770 w 273086"/>
                  <a:gd name="connsiteY13" fmla="*/ 183743 h 245667"/>
                  <a:gd name="connsiteX14" fmla="*/ 141305 w 273086"/>
                  <a:gd name="connsiteY14" fmla="*/ 153278 h 245667"/>
                  <a:gd name="connsiteX15" fmla="*/ 110840 w 273086"/>
                  <a:gd name="connsiteY15" fmla="*/ 183743 h 245667"/>
                  <a:gd name="connsiteX16" fmla="*/ 211862 w 273086"/>
                  <a:gd name="connsiteY16" fmla="*/ 118548 h 245667"/>
                  <a:gd name="connsiteX17" fmla="*/ 242326 w 273086"/>
                  <a:gd name="connsiteY17" fmla="*/ 149013 h 245667"/>
                  <a:gd name="connsiteX18" fmla="*/ 272791 w 273086"/>
                  <a:gd name="connsiteY18" fmla="*/ 118548 h 245667"/>
                  <a:gd name="connsiteX19" fmla="*/ 242326 w 273086"/>
                  <a:gd name="connsiteY19" fmla="*/ 88084 h 245667"/>
                  <a:gd name="connsiteX20" fmla="*/ 211862 w 273086"/>
                  <a:gd name="connsiteY20" fmla="*/ 118548 h 245667"/>
                  <a:gd name="connsiteX21" fmla="*/ 30292 w 273086"/>
                  <a:gd name="connsiteY21" fmla="*/ -386 h 245667"/>
                  <a:gd name="connsiteX22" fmla="*/ 30292 w 273086"/>
                  <a:gd name="connsiteY22" fmla="*/ 24717 h 245667"/>
                  <a:gd name="connsiteX23" fmla="*/ 141427 w 273086"/>
                  <a:gd name="connsiteY23" fmla="*/ -386 h 245667"/>
                  <a:gd name="connsiteX24" fmla="*/ 141427 w 273086"/>
                  <a:gd name="connsiteY24" fmla="*/ 153278 h 245667"/>
                  <a:gd name="connsiteX25" fmla="*/ 242326 w 273086"/>
                  <a:gd name="connsiteY25" fmla="*/ 245282 h 245667"/>
                  <a:gd name="connsiteX26" fmla="*/ 242326 w 273086"/>
                  <a:gd name="connsiteY26" fmla="*/ 147794 h 24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3086" h="245667">
                    <a:moveTo>
                      <a:pt x="30170" y="85646"/>
                    </a:moveTo>
                    <a:lnTo>
                      <a:pt x="30170" y="245282"/>
                    </a:lnTo>
                    <a:moveTo>
                      <a:pt x="141305" y="213477"/>
                    </a:moveTo>
                    <a:lnTo>
                      <a:pt x="141305" y="245282"/>
                    </a:lnTo>
                    <a:moveTo>
                      <a:pt x="-295" y="55181"/>
                    </a:moveTo>
                    <a:cubicBezTo>
                      <a:pt x="-295" y="72010"/>
                      <a:pt x="13341" y="85646"/>
                      <a:pt x="30170" y="85646"/>
                    </a:cubicBezTo>
                    <a:cubicBezTo>
                      <a:pt x="46998" y="85646"/>
                      <a:pt x="60634" y="72010"/>
                      <a:pt x="60634" y="55181"/>
                    </a:cubicBezTo>
                    <a:cubicBezTo>
                      <a:pt x="60634" y="38353"/>
                      <a:pt x="46998" y="24717"/>
                      <a:pt x="30170" y="24717"/>
                    </a:cubicBezTo>
                    <a:cubicBezTo>
                      <a:pt x="13341" y="24717"/>
                      <a:pt x="-295" y="38353"/>
                      <a:pt x="-295" y="55181"/>
                    </a:cubicBezTo>
                    <a:close/>
                    <a:moveTo>
                      <a:pt x="242204" y="-386"/>
                    </a:moveTo>
                    <a:lnTo>
                      <a:pt x="242204" y="88084"/>
                    </a:lnTo>
                    <a:moveTo>
                      <a:pt x="110840" y="183743"/>
                    </a:moveTo>
                    <a:cubicBezTo>
                      <a:pt x="110840" y="200571"/>
                      <a:pt x="124477" y="214208"/>
                      <a:pt x="141305" y="214208"/>
                    </a:cubicBezTo>
                    <a:cubicBezTo>
                      <a:pt x="158134" y="214208"/>
                      <a:pt x="171770" y="200571"/>
                      <a:pt x="171770" y="183743"/>
                    </a:cubicBezTo>
                    <a:cubicBezTo>
                      <a:pt x="171770" y="166914"/>
                      <a:pt x="158134" y="153278"/>
                      <a:pt x="141305" y="153278"/>
                    </a:cubicBezTo>
                    <a:cubicBezTo>
                      <a:pt x="124477" y="153278"/>
                      <a:pt x="110840" y="166914"/>
                      <a:pt x="110840" y="183743"/>
                    </a:cubicBezTo>
                    <a:close/>
                    <a:moveTo>
                      <a:pt x="211862" y="118548"/>
                    </a:moveTo>
                    <a:cubicBezTo>
                      <a:pt x="211862" y="135377"/>
                      <a:pt x="225497" y="149013"/>
                      <a:pt x="242326" y="149013"/>
                    </a:cubicBezTo>
                    <a:cubicBezTo>
                      <a:pt x="259155" y="149013"/>
                      <a:pt x="272791" y="135377"/>
                      <a:pt x="272791" y="118548"/>
                    </a:cubicBezTo>
                    <a:cubicBezTo>
                      <a:pt x="272791" y="101719"/>
                      <a:pt x="259155" y="88084"/>
                      <a:pt x="242326" y="88084"/>
                    </a:cubicBezTo>
                    <a:cubicBezTo>
                      <a:pt x="225497" y="88084"/>
                      <a:pt x="211862" y="101719"/>
                      <a:pt x="211862" y="118548"/>
                    </a:cubicBezTo>
                    <a:close/>
                    <a:moveTo>
                      <a:pt x="30292" y="-386"/>
                    </a:moveTo>
                    <a:lnTo>
                      <a:pt x="30292" y="24717"/>
                    </a:lnTo>
                    <a:moveTo>
                      <a:pt x="141427" y="-386"/>
                    </a:moveTo>
                    <a:lnTo>
                      <a:pt x="141427" y="153278"/>
                    </a:lnTo>
                    <a:moveTo>
                      <a:pt x="242326" y="245282"/>
                    </a:moveTo>
                    <a:lnTo>
                      <a:pt x="242326" y="147794"/>
                    </a:lnTo>
                  </a:path>
                </a:pathLst>
              </a:custGeom>
              <a:grpFill/>
              <a:ln w="15875" cap="sq">
                <a:solidFill>
                  <a:schemeClr val="tx1"/>
                </a:solidFill>
                <a:prstDash val="solid"/>
                <a:miter lim="800000"/>
                <a:headEnd/>
                <a:tailEnd/>
              </a:ln>
            </p:spPr>
            <p:txBody>
              <a:bodyPr vert="horz" wrap="square" lIns="89630" tIns="44814" rIns="89630" bIns="44814" numCol="1" anchor="t" anchorCtr="0" compatLnSpc="1">
                <a:prstTxWarp prst="textNoShape">
                  <a:avLst/>
                </a:prstTxWarp>
              </a:bodyPr>
              <a:lstStyle/>
              <a:p>
                <a:pPr defTabSz="914225">
                  <a:defRPr/>
                </a:pPr>
                <a:endParaRPr lang="en-US" sz="1200">
                  <a:gradFill>
                    <a:gsLst>
                      <a:gs pos="0">
                        <a:srgbClr val="505050"/>
                      </a:gs>
                      <a:gs pos="100000">
                        <a:srgbClr val="505050"/>
                      </a:gs>
                    </a:gsLst>
                    <a:lin ang="5400000" scaled="1"/>
                  </a:gradFill>
                  <a:latin typeface="Yu Gothic UI" panose="020B0500000000000000" pitchFamily="50" charset="-128"/>
                  <a:ea typeface="Yu Gothic UI" panose="020B0500000000000000" pitchFamily="50" charset="-128"/>
                </a:endParaRPr>
              </a:p>
            </p:txBody>
          </p:sp>
        </p:grpSp>
      </p:grpSp>
      <p:sp>
        <p:nvSpPr>
          <p:cNvPr id="54" name="TextBox 60">
            <a:extLst>
              <a:ext uri="{FF2B5EF4-FFF2-40B4-BE49-F238E27FC236}">
                <a16:creationId xmlns:a16="http://schemas.microsoft.com/office/drawing/2014/main" id="{B70B7885-91C7-095C-B1A8-16D4FEA7B60F}"/>
              </a:ext>
              <a:ext uri="{C183D7F6-B498-43B3-948B-1728B52AA6E4}">
                <adec:decorative xmlns:adec="http://schemas.microsoft.com/office/drawing/2017/decorative" val="1"/>
              </a:ext>
            </a:extLst>
          </p:cNvPr>
          <p:cNvSpPr txBox="1"/>
          <p:nvPr/>
        </p:nvSpPr>
        <p:spPr>
          <a:xfrm>
            <a:off x="6515752" y="4722172"/>
            <a:ext cx="1932098" cy="724143"/>
          </a:xfrm>
          <a:prstGeom prst="rect">
            <a:avLst/>
          </a:prstGeom>
          <a:noFill/>
        </p:spPr>
        <p:txBody>
          <a:bodyPr wrap="square" anchor="ctr" anchorCtr="0">
            <a:spAutoFit/>
          </a:bodyPr>
          <a:lstStyle/>
          <a:p>
            <a:pPr marL="0" lvl="1" algn="ctr" defTabSz="914225">
              <a:defRPr/>
            </a:pPr>
            <a:r>
              <a:rPr lang="ja" altLang="en-US" sz="1372"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コードからランタイム</a:t>
            </a:r>
            <a:endParaRPr lang="en-US" altLang="ja" sz="1372"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endParaRPr>
          </a:p>
          <a:p>
            <a:pPr marL="0" lvl="1" algn="ctr" defTabSz="914225">
              <a:defRPr/>
            </a:pPr>
            <a:r>
              <a:rPr lang="ja" altLang="en-US" sz="1372"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までの包括的な</a:t>
            </a:r>
            <a:endParaRPr lang="en-US" altLang="ja" sz="1372"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endParaRPr>
          </a:p>
          <a:p>
            <a:pPr marL="0" lvl="1" algn="ctr" defTabSz="914225">
              <a:defRPr/>
            </a:pPr>
            <a:r>
              <a:rPr lang="ja" altLang="en-US" sz="1372"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セキュリティ</a:t>
            </a:r>
          </a:p>
        </p:txBody>
      </p:sp>
      <p:sp>
        <p:nvSpPr>
          <p:cNvPr id="57" name="Graphic 4">
            <a:extLst>
              <a:ext uri="{FF2B5EF4-FFF2-40B4-BE49-F238E27FC236}">
                <a16:creationId xmlns:a16="http://schemas.microsoft.com/office/drawing/2014/main" id="{82765E59-C97A-A78A-8F99-5A710D0E81FF}"/>
              </a:ext>
              <a:ext uri="{C183D7F6-B498-43B3-948B-1728B52AA6E4}">
                <adec:decorative xmlns:adec="http://schemas.microsoft.com/office/drawing/2017/decorative" val="1"/>
              </a:ext>
            </a:extLst>
          </p:cNvPr>
          <p:cNvSpPr/>
          <p:nvPr/>
        </p:nvSpPr>
        <p:spPr>
          <a:xfrm rot="8100000" flipH="1" flipV="1">
            <a:off x="6214067" y="3683063"/>
            <a:ext cx="74503" cy="12143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418">
              <a:defRPr/>
            </a:pPr>
            <a:endParaRPr lang="en-US" sz="1400" kern="0">
              <a:solidFill>
                <a:srgbClr val="000000"/>
              </a:solidFill>
              <a:latin typeface="Yu Gothic UI" panose="020B0500000000000000" pitchFamily="50" charset="-128"/>
              <a:ea typeface="Yu Gothic UI" panose="020B0500000000000000" pitchFamily="50" charset="-128"/>
            </a:endParaRPr>
          </a:p>
        </p:txBody>
      </p:sp>
      <p:sp>
        <p:nvSpPr>
          <p:cNvPr id="58" name="Graphic 4">
            <a:extLst>
              <a:ext uri="{FF2B5EF4-FFF2-40B4-BE49-F238E27FC236}">
                <a16:creationId xmlns:a16="http://schemas.microsoft.com/office/drawing/2014/main" id="{DD875700-5C16-7576-A53C-A9F1CC6D326C}"/>
              </a:ext>
              <a:ext uri="{C183D7F6-B498-43B3-948B-1728B52AA6E4}">
                <adec:decorative xmlns:adec="http://schemas.microsoft.com/office/drawing/2017/decorative" val="1"/>
              </a:ext>
            </a:extLst>
          </p:cNvPr>
          <p:cNvSpPr/>
          <p:nvPr/>
        </p:nvSpPr>
        <p:spPr>
          <a:xfrm rot="13500000" flipH="1" flipV="1">
            <a:off x="8711981" y="3683063"/>
            <a:ext cx="74503" cy="12143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418">
              <a:defRPr/>
            </a:pPr>
            <a:endParaRPr lang="en-US" sz="1400" kern="0">
              <a:solidFill>
                <a:srgbClr val="000000"/>
              </a:solidFill>
              <a:latin typeface="Yu Gothic UI" panose="020B0500000000000000" pitchFamily="50" charset="-128"/>
              <a:ea typeface="Yu Gothic UI" panose="020B0500000000000000" pitchFamily="50" charset="-128"/>
            </a:endParaRPr>
          </a:p>
        </p:txBody>
      </p:sp>
      <p:sp>
        <p:nvSpPr>
          <p:cNvPr id="59" name="Graphic 4">
            <a:extLst>
              <a:ext uri="{FF2B5EF4-FFF2-40B4-BE49-F238E27FC236}">
                <a16:creationId xmlns:a16="http://schemas.microsoft.com/office/drawing/2014/main" id="{0564FB9D-B0C0-B5A8-BEE7-16FC51D418DF}"/>
              </a:ext>
              <a:ext uri="{C183D7F6-B498-43B3-948B-1728B52AA6E4}">
                <adec:decorative xmlns:adec="http://schemas.microsoft.com/office/drawing/2017/decorative" val="1"/>
              </a:ext>
            </a:extLst>
          </p:cNvPr>
          <p:cNvSpPr/>
          <p:nvPr/>
        </p:nvSpPr>
        <p:spPr>
          <a:xfrm flipH="1" flipV="1">
            <a:off x="7475255" y="5921171"/>
            <a:ext cx="74503" cy="12143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418">
              <a:defRPr/>
            </a:pPr>
            <a:endParaRPr lang="en-US" sz="1400" kern="0">
              <a:solidFill>
                <a:srgbClr val="000000"/>
              </a:solidFill>
              <a:latin typeface="Yu Gothic UI" panose="020B0500000000000000" pitchFamily="50" charset="-128"/>
              <a:ea typeface="Yu Gothic UI" panose="020B0500000000000000" pitchFamily="50" charset="-128"/>
            </a:endParaRPr>
          </a:p>
        </p:txBody>
      </p:sp>
      <p:grpSp>
        <p:nvGrpSpPr>
          <p:cNvPr id="60" name="Group 75">
            <a:extLst>
              <a:ext uri="{FF2B5EF4-FFF2-40B4-BE49-F238E27FC236}">
                <a16:creationId xmlns:a16="http://schemas.microsoft.com/office/drawing/2014/main" id="{E9F9237F-1863-83A7-7510-5DC5670ACE6D}"/>
              </a:ext>
              <a:ext uri="{C183D7F6-B498-43B3-948B-1728B52AA6E4}">
                <adec:decorative xmlns:adec="http://schemas.microsoft.com/office/drawing/2017/decorative" val="1"/>
              </a:ext>
            </a:extLst>
          </p:cNvPr>
          <p:cNvGrpSpPr/>
          <p:nvPr/>
        </p:nvGrpSpPr>
        <p:grpSpPr>
          <a:xfrm>
            <a:off x="4350237" y="6154585"/>
            <a:ext cx="6281111" cy="650395"/>
            <a:chOff x="1772401" y="7571721"/>
            <a:chExt cx="8647199" cy="895398"/>
          </a:xfrm>
        </p:grpSpPr>
        <p:sp>
          <p:nvSpPr>
            <p:cNvPr id="61" name="Rectangle: Rounded Corners 76" descr="マルチクラウドアイコン:Amazon Web Services、Azure、Google Cloud Platform">
              <a:extLst>
                <a:ext uri="{FF2B5EF4-FFF2-40B4-BE49-F238E27FC236}">
                  <a16:creationId xmlns:a16="http://schemas.microsoft.com/office/drawing/2014/main" id="{A86D98DF-904F-1392-7827-D36876D26F8A}"/>
                </a:ext>
              </a:extLst>
            </p:cNvPr>
            <p:cNvSpPr/>
            <p:nvPr/>
          </p:nvSpPr>
          <p:spPr bwMode="auto">
            <a:xfrm>
              <a:off x="1772401" y="7696168"/>
              <a:ext cx="8647199" cy="655536"/>
            </a:xfrm>
            <a:prstGeom prst="roundRect">
              <a:avLst>
                <a:gd name="adj" fmla="val 50000"/>
              </a:avLst>
            </a:prstGeom>
            <a:solidFill>
              <a:schemeClr val="bg1"/>
            </a:solidFill>
            <a:ln w="69850" cap="flat">
              <a:noFill/>
              <a:prstDash val="solid"/>
              <a:miter/>
            </a:ln>
            <a:effectLst>
              <a:outerShdw blurRad="254000" algn="ctr" rotWithShape="0">
                <a:prstClr val="black">
                  <a:alpha val="10000"/>
                </a:prstClr>
              </a:outerShdw>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marL="228556" indent="-228556" defTabSz="932563">
                <a:spcBef>
                  <a:spcPct val="20000"/>
                </a:spcBef>
                <a:buSzPct val="90000"/>
                <a:buFont typeface="Wingdings" panose="05000000000000000000" pitchFamily="2" charset="2"/>
                <a:buChar char=""/>
                <a:defRPr/>
              </a:pPr>
              <a:endParaRPr lang="en-US" sz="2800" err="1">
                <a:solidFill>
                  <a:srgbClr val="000000"/>
                </a:solidFill>
                <a:latin typeface="Segoe UI"/>
                <a:ea typeface="游ゴシック"/>
                <a:cs typeface="Segoe UI" panose="020B0502040204020203" pitchFamily="34" charset="0"/>
              </a:endParaRPr>
            </a:p>
          </p:txBody>
        </p:sp>
        <p:pic>
          <p:nvPicPr>
            <p:cNvPr id="62" name="Graphic 80">
              <a:extLst>
                <a:ext uri="{FF2B5EF4-FFF2-40B4-BE49-F238E27FC236}">
                  <a16:creationId xmlns:a16="http://schemas.microsoft.com/office/drawing/2014/main" id="{E93C9CFD-8A84-E9B9-EA10-183C26F8F39A}"/>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309677" y="7860983"/>
              <a:ext cx="516364" cy="342067"/>
            </a:xfrm>
            <a:prstGeom prst="rect">
              <a:avLst/>
            </a:prstGeom>
            <a:effectLst/>
          </p:spPr>
        </p:pic>
        <p:pic>
          <p:nvPicPr>
            <p:cNvPr id="63" name="Graphic 81">
              <a:extLst>
                <a:ext uri="{FF2B5EF4-FFF2-40B4-BE49-F238E27FC236}">
                  <a16:creationId xmlns:a16="http://schemas.microsoft.com/office/drawing/2014/main" id="{9EC4C4E0-BFDC-EB0E-7D52-08A151E00766}"/>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03994" y="7799854"/>
              <a:ext cx="382824" cy="423604"/>
            </a:xfrm>
            <a:prstGeom prst="rect">
              <a:avLst/>
            </a:prstGeom>
            <a:effectLst/>
          </p:spPr>
        </p:pic>
        <p:pic>
          <p:nvPicPr>
            <p:cNvPr id="64" name="Graphic 82">
              <a:extLst>
                <a:ext uri="{FF2B5EF4-FFF2-40B4-BE49-F238E27FC236}">
                  <a16:creationId xmlns:a16="http://schemas.microsoft.com/office/drawing/2014/main" id="{97607E38-F4A4-D609-38D5-719B76D028C2}"/>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64771" y="7682116"/>
              <a:ext cx="699676" cy="687279"/>
            </a:xfrm>
            <a:prstGeom prst="rect">
              <a:avLst/>
            </a:prstGeom>
            <a:effectLst/>
          </p:spPr>
        </p:pic>
        <p:pic>
          <p:nvPicPr>
            <p:cNvPr id="65" name="Picture 83">
              <a:extLst>
                <a:ext uri="{FF2B5EF4-FFF2-40B4-BE49-F238E27FC236}">
                  <a16:creationId xmlns:a16="http://schemas.microsoft.com/office/drawing/2014/main" id="{EC8CA3F1-CAD1-982A-6AC9-AE5F9B8B012E}"/>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918056" y="7792686"/>
              <a:ext cx="453468" cy="453468"/>
            </a:xfrm>
            <a:prstGeom prst="rect">
              <a:avLst/>
            </a:prstGeom>
          </p:spPr>
        </p:pic>
        <p:pic>
          <p:nvPicPr>
            <p:cNvPr id="66" name="Graphic 84">
              <a:extLst>
                <a:ext uri="{FF2B5EF4-FFF2-40B4-BE49-F238E27FC236}">
                  <a16:creationId xmlns:a16="http://schemas.microsoft.com/office/drawing/2014/main" id="{6D932A2A-C98D-53DA-BB73-775E1FF7B90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42400" y="7774272"/>
              <a:ext cx="497703" cy="497703"/>
            </a:xfrm>
            <a:prstGeom prst="rect">
              <a:avLst/>
            </a:prstGeom>
          </p:spPr>
        </p:pic>
        <p:pic>
          <p:nvPicPr>
            <p:cNvPr id="67" name="Picture 85">
              <a:extLst>
                <a:ext uri="{FF2B5EF4-FFF2-40B4-BE49-F238E27FC236}">
                  <a16:creationId xmlns:a16="http://schemas.microsoft.com/office/drawing/2014/main" id="{901E22AA-24CB-83EC-666D-A50F6FE9EC65}"/>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49476" y="7571721"/>
              <a:ext cx="895398" cy="895398"/>
            </a:xfrm>
            <a:prstGeom prst="rect">
              <a:avLst/>
            </a:prstGeom>
          </p:spPr>
        </p:pic>
      </p:grpSp>
      <p:sp>
        <p:nvSpPr>
          <p:cNvPr id="68" name="TextBox 60">
            <a:extLst>
              <a:ext uri="{FF2B5EF4-FFF2-40B4-BE49-F238E27FC236}">
                <a16:creationId xmlns:a16="http://schemas.microsoft.com/office/drawing/2014/main" id="{4B324BC9-BC3D-33F7-5A7E-AB7A8C3CB211}"/>
              </a:ext>
              <a:ext uri="{C183D7F6-B498-43B3-948B-1728B52AA6E4}">
                <adec:decorative xmlns:adec="http://schemas.microsoft.com/office/drawing/2017/decorative" val="1"/>
              </a:ext>
            </a:extLst>
          </p:cNvPr>
          <p:cNvSpPr txBox="1"/>
          <p:nvPr/>
        </p:nvSpPr>
        <p:spPr>
          <a:xfrm>
            <a:off x="6540986" y="3627637"/>
            <a:ext cx="1932098" cy="995697"/>
          </a:xfrm>
          <a:prstGeom prst="rect">
            <a:avLst/>
          </a:prstGeom>
          <a:noFill/>
        </p:spPr>
        <p:txBody>
          <a:bodyPr wrap="square" anchor="ctr" anchorCtr="0">
            <a:spAutoFit/>
          </a:bodyPr>
          <a:lstStyle/>
          <a:p>
            <a:pPr marL="0" lvl="1" algn="ctr" defTabSz="914225">
              <a:defRPr/>
            </a:pPr>
            <a:r>
              <a:rPr lang="en-US" altLang="ja" sz="1961"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Microsoft Defender</a:t>
            </a:r>
          </a:p>
          <a:p>
            <a:pPr marL="0" lvl="1" algn="ctr" defTabSz="914225">
              <a:defRPr/>
            </a:pPr>
            <a:r>
              <a:rPr lang="en-US" altLang="ja" sz="1961"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rPr>
              <a:t>for Cloud</a:t>
            </a:r>
            <a:endParaRPr lang="ja" altLang="en-US" sz="1961" b="1" kern="0">
              <a:gradFill>
                <a:gsLst>
                  <a:gs pos="84000">
                    <a:srgbClr val="000000"/>
                  </a:gs>
                  <a:gs pos="54000">
                    <a:srgbClr val="000000"/>
                  </a:gs>
                </a:gsLst>
                <a:lin ang="2700000" scaled="1"/>
              </a:gradFill>
              <a:latin typeface="Yu Gothic UI" panose="020B0500000000000000" pitchFamily="50" charset="-128"/>
              <a:ea typeface="Yu Gothic UI" panose="020B0500000000000000" pitchFamily="50" charset="-128"/>
              <a:cs typeface="Segoe UI" panose="020B0502040204020203" pitchFamily="34" charset="0"/>
            </a:endParaRPr>
          </a:p>
        </p:txBody>
      </p:sp>
    </p:spTree>
    <p:extLst>
      <p:ext uri="{BB962C8B-B14F-4D97-AF65-F5344CB8AC3E}">
        <p14:creationId xmlns:p14="http://schemas.microsoft.com/office/powerpoint/2010/main" val="936991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C2751-BC9A-1DB4-B717-4FD7EC8F7AB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6AB8D4E-7DEE-6873-3AC3-33688B51276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Microsoft Defender for Cloud </a:t>
            </a:r>
            <a:r>
              <a:rPr lang="ja-JP" altLang="en-US" sz="2000">
                <a:latin typeface="Yu Gothic UI" panose="020B0500000000000000" pitchFamily="50" charset="-128"/>
                <a:ea typeface="Yu Gothic UI" panose="020B0500000000000000" pitchFamily="50" charset="-128"/>
              </a:rPr>
              <a:t>の特徴</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105FE6F9-8D80-D5F2-1E13-913825D8B95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2A3A530-2BA3-FE68-744F-8B9BA1F348C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テキスト ボックス 10">
            <a:extLst>
              <a:ext uri="{FF2B5EF4-FFF2-40B4-BE49-F238E27FC236}">
                <a16:creationId xmlns:a16="http://schemas.microsoft.com/office/drawing/2014/main" id="{FBA62159-EF6E-6A30-FB6A-3DEF4387FE53}"/>
              </a:ext>
            </a:extLst>
          </p:cNvPr>
          <p:cNvSpPr txBox="1"/>
          <p:nvPr/>
        </p:nvSpPr>
        <p:spPr>
          <a:xfrm>
            <a:off x="619086" y="1196214"/>
            <a:ext cx="6762996" cy="461665"/>
          </a:xfrm>
          <a:prstGeom prst="rect">
            <a:avLst/>
          </a:prstGeom>
          <a:noFill/>
        </p:spPr>
        <p:txBody>
          <a:bodyPr wrap="square">
            <a:spAutoFit/>
          </a:bodyPr>
          <a:lstStyle/>
          <a:p>
            <a:r>
              <a:rPr lang="ja-JP" altLang="en-US" sz="2400" dirty="0">
                <a:solidFill>
                  <a:schemeClr val="accent1"/>
                </a:solidFill>
                <a:latin typeface="Yu Gothic UI" panose="020B0500000000000000" pitchFamily="50" charset="-128"/>
                <a:ea typeface="Yu Gothic UI" panose="020B0500000000000000" pitchFamily="50" charset="-128"/>
              </a:rPr>
              <a:t>マイクロソフトセキュリティの優位性</a:t>
            </a:r>
            <a:endParaRPr lang="ja-JP" altLang="en-US" sz="2000" dirty="0"/>
          </a:p>
        </p:txBody>
      </p:sp>
      <p:sp>
        <p:nvSpPr>
          <p:cNvPr id="12" name="Rectangle: Rounded Corners 7">
            <a:extLst>
              <a:ext uri="{FF2B5EF4-FFF2-40B4-BE49-F238E27FC236}">
                <a16:creationId xmlns:a16="http://schemas.microsoft.com/office/drawing/2014/main" id="{C7B6F35F-D28D-A81F-B767-1B2CE1F67C0F}"/>
              </a:ext>
            </a:extLst>
          </p:cNvPr>
          <p:cNvSpPr/>
          <p:nvPr/>
        </p:nvSpPr>
        <p:spPr bwMode="auto">
          <a:xfrm>
            <a:off x="695491" y="2219689"/>
            <a:ext cx="2651384" cy="4563308"/>
          </a:xfrm>
          <a:prstGeom prst="roundRect">
            <a:avLst>
              <a:gd name="adj" fmla="val 3720"/>
            </a:avLst>
          </a:prstGeom>
          <a:solidFill>
            <a:schemeClr val="bg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1200"/>
              </a:spcAft>
              <a:buClrTx/>
              <a:buSzTx/>
              <a:buFontTx/>
              <a:buNone/>
              <a:tabLst/>
              <a:defRPr/>
            </a:pP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3" name="Rectangle: Rounded Corners 8">
            <a:extLst>
              <a:ext uri="{FF2B5EF4-FFF2-40B4-BE49-F238E27FC236}">
                <a16:creationId xmlns:a16="http://schemas.microsoft.com/office/drawing/2014/main" id="{E92C399C-D458-E403-65DF-BF4AB7B6EBFB}"/>
              </a:ext>
            </a:extLst>
          </p:cNvPr>
          <p:cNvSpPr/>
          <p:nvPr/>
        </p:nvSpPr>
        <p:spPr bwMode="auto">
          <a:xfrm>
            <a:off x="9106366" y="2218147"/>
            <a:ext cx="2651384" cy="4561575"/>
          </a:xfrm>
          <a:prstGeom prst="roundRect">
            <a:avLst>
              <a:gd name="adj" fmla="val 3720"/>
            </a:avLst>
          </a:prstGeom>
          <a:solidFill>
            <a:schemeClr val="bg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1200"/>
              </a:spcAft>
              <a:buClrTx/>
              <a:buSzTx/>
              <a:buFontTx/>
              <a:buNone/>
              <a:tabLst/>
              <a:defRPr/>
            </a:pP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4" name="Rectangle: Rounded Corners 9">
            <a:extLst>
              <a:ext uri="{FF2B5EF4-FFF2-40B4-BE49-F238E27FC236}">
                <a16:creationId xmlns:a16="http://schemas.microsoft.com/office/drawing/2014/main" id="{F42B0CCA-A850-B90E-5592-48A8E3F3DA88}"/>
              </a:ext>
            </a:extLst>
          </p:cNvPr>
          <p:cNvSpPr/>
          <p:nvPr/>
        </p:nvSpPr>
        <p:spPr bwMode="auto">
          <a:xfrm>
            <a:off x="3560397" y="2219688"/>
            <a:ext cx="2651384" cy="4560034"/>
          </a:xfrm>
          <a:prstGeom prst="roundRect">
            <a:avLst>
              <a:gd name="adj" fmla="val 3720"/>
            </a:avLst>
          </a:prstGeom>
          <a:solidFill>
            <a:schemeClr val="bg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3000"/>
              </a:spcAft>
              <a:buClrTx/>
              <a:buSzTx/>
              <a:buFontTx/>
              <a:buNone/>
              <a:tabLst/>
              <a:defRPr/>
            </a:pP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p:txBody>
      </p:sp>
      <p:grpSp>
        <p:nvGrpSpPr>
          <p:cNvPr id="15" name="Group 31">
            <a:extLst>
              <a:ext uri="{FF2B5EF4-FFF2-40B4-BE49-F238E27FC236}">
                <a16:creationId xmlns:a16="http://schemas.microsoft.com/office/drawing/2014/main" id="{A864BB95-B4DE-5101-4DF9-4619F1B076FC}"/>
              </a:ext>
              <a:ext uri="{C183D7F6-B498-43B3-948B-1728B52AA6E4}">
                <adec:decorative xmlns:adec="http://schemas.microsoft.com/office/drawing/2017/decorative" val="1"/>
              </a:ext>
            </a:extLst>
          </p:cNvPr>
          <p:cNvGrpSpPr/>
          <p:nvPr/>
        </p:nvGrpSpPr>
        <p:grpSpPr>
          <a:xfrm>
            <a:off x="1429797" y="1628301"/>
            <a:ext cx="1182774" cy="1182774"/>
            <a:chOff x="4110577" y="1714470"/>
            <a:chExt cx="1182942" cy="1182942"/>
          </a:xfrm>
        </p:grpSpPr>
        <p:sp>
          <p:nvSpPr>
            <p:cNvPr id="16" name="Oval 27">
              <a:extLst>
                <a:ext uri="{FF2B5EF4-FFF2-40B4-BE49-F238E27FC236}">
                  <a16:creationId xmlns:a16="http://schemas.microsoft.com/office/drawing/2014/main" id="{629E3190-9CC2-2CAC-5BC5-A14A54E6288C}"/>
                </a:ext>
              </a:extLst>
            </p:cNvPr>
            <p:cNvSpPr/>
            <p:nvPr/>
          </p:nvSpPr>
          <p:spPr bwMode="auto">
            <a:xfrm>
              <a:off x="4110577" y="1714470"/>
              <a:ext cx="1182942" cy="1182942"/>
            </a:xfrm>
            <a:prstGeom prst="ellipse">
              <a:avLst/>
            </a:prstGeom>
            <a:solidFill>
              <a:schemeClr val="accent1"/>
            </a:solid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7" name="Freeform: Shape 6">
              <a:extLst>
                <a:ext uri="{FF2B5EF4-FFF2-40B4-BE49-F238E27FC236}">
                  <a16:creationId xmlns:a16="http://schemas.microsoft.com/office/drawing/2014/main" id="{8E68C7EF-9FAD-7C60-39C1-55774CC51377}"/>
                </a:ext>
              </a:extLst>
            </p:cNvPr>
            <p:cNvSpPr/>
            <p:nvPr/>
          </p:nvSpPr>
          <p:spPr>
            <a:xfrm>
              <a:off x="4495946" y="2101407"/>
              <a:ext cx="416007" cy="405984"/>
            </a:xfrm>
            <a:custGeom>
              <a:avLst/>
              <a:gdLst>
                <a:gd name="connsiteX0" fmla="*/ 230208 w 308780"/>
                <a:gd name="connsiteY0" fmla="*/ 207658 h 301341"/>
                <a:gd name="connsiteX1" fmla="*/ 202385 w 308780"/>
                <a:gd name="connsiteY1" fmla="*/ 235867 h 301341"/>
                <a:gd name="connsiteX2" fmla="*/ 184128 w 308780"/>
                <a:gd name="connsiteY2" fmla="*/ 191952 h 301341"/>
                <a:gd name="connsiteX3" fmla="*/ 188189 w 308780"/>
                <a:gd name="connsiteY3" fmla="*/ 182934 h 301341"/>
                <a:gd name="connsiteX4" fmla="*/ 192250 w 308780"/>
                <a:gd name="connsiteY4" fmla="*/ 182057 h 301341"/>
                <a:gd name="connsiteX5" fmla="*/ 238616 w 308780"/>
                <a:gd name="connsiteY5" fmla="*/ 189915 h 301341"/>
                <a:gd name="connsiteX6" fmla="*/ 230208 w 308780"/>
                <a:gd name="connsiteY6" fmla="*/ 207658 h 301341"/>
                <a:gd name="connsiteX7" fmla="*/ 173680 w 308780"/>
                <a:gd name="connsiteY7" fmla="*/ 248085 h 301341"/>
                <a:gd name="connsiteX8" fmla="*/ 153391 w 308780"/>
                <a:gd name="connsiteY8" fmla="*/ 250419 h 301341"/>
                <a:gd name="connsiteX9" fmla="*/ 124126 w 308780"/>
                <a:gd name="connsiteY9" fmla="*/ 245743 h 301341"/>
                <a:gd name="connsiteX10" fmla="*/ 147005 w 308780"/>
                <a:gd name="connsiteY10" fmla="*/ 204162 h 301341"/>
                <a:gd name="connsiteX11" fmla="*/ 156286 w 308780"/>
                <a:gd name="connsiteY11" fmla="*/ 202115 h 301341"/>
                <a:gd name="connsiteX12" fmla="*/ 159768 w 308780"/>
                <a:gd name="connsiteY12" fmla="*/ 205324 h 301341"/>
                <a:gd name="connsiteX13" fmla="*/ 182087 w 308780"/>
                <a:gd name="connsiteY13" fmla="*/ 245743 h 301341"/>
                <a:gd name="connsiteX14" fmla="*/ 173689 w 308780"/>
                <a:gd name="connsiteY14" fmla="*/ 248085 h 301341"/>
                <a:gd name="connsiteX15" fmla="*/ 173680 w 308780"/>
                <a:gd name="connsiteY15" fmla="*/ 248085 h 301341"/>
                <a:gd name="connsiteX16" fmla="*/ 67918 w 308780"/>
                <a:gd name="connsiteY16" fmla="*/ 190201 h 301341"/>
                <a:gd name="connsiteX17" fmla="*/ 114000 w 308780"/>
                <a:gd name="connsiteY17" fmla="*/ 182352 h 301341"/>
                <a:gd name="connsiteX18" fmla="*/ 122114 w 308780"/>
                <a:gd name="connsiteY18" fmla="*/ 188457 h 301341"/>
                <a:gd name="connsiteX19" fmla="*/ 121819 w 308780"/>
                <a:gd name="connsiteY19" fmla="*/ 193133 h 301341"/>
                <a:gd name="connsiteX20" fmla="*/ 104140 w 308780"/>
                <a:gd name="connsiteY20" fmla="*/ 235867 h 301341"/>
                <a:gd name="connsiteX21" fmla="*/ 67918 w 308780"/>
                <a:gd name="connsiteY21" fmla="*/ 190201 h 301341"/>
                <a:gd name="connsiteX22" fmla="*/ 75739 w 308780"/>
                <a:gd name="connsiteY22" fmla="*/ 111391 h 301341"/>
                <a:gd name="connsiteX23" fmla="*/ 110223 w 308780"/>
                <a:gd name="connsiteY23" fmla="*/ 142210 h 301341"/>
                <a:gd name="connsiteX24" fmla="*/ 111096 w 308780"/>
                <a:gd name="connsiteY24" fmla="*/ 152972 h 301341"/>
                <a:gd name="connsiteX25" fmla="*/ 107605 w 308780"/>
                <a:gd name="connsiteY25" fmla="*/ 155315 h 301341"/>
                <a:gd name="connsiteX26" fmla="*/ 62709 w 308780"/>
                <a:gd name="connsiteY26" fmla="*/ 168390 h 301341"/>
                <a:gd name="connsiteX27" fmla="*/ 75739 w 308780"/>
                <a:gd name="connsiteY27" fmla="*/ 111391 h 301341"/>
                <a:gd name="connsiteX28" fmla="*/ 132836 w 308780"/>
                <a:gd name="connsiteY28" fmla="*/ 70086 h 301341"/>
                <a:gd name="connsiteX29" fmla="*/ 142108 w 308780"/>
                <a:gd name="connsiteY29" fmla="*/ 68344 h 301341"/>
                <a:gd name="connsiteX30" fmla="*/ 139498 w 308780"/>
                <a:gd name="connsiteY30" fmla="*/ 114877 h 301341"/>
                <a:gd name="connsiteX31" fmla="*/ 131669 w 308780"/>
                <a:gd name="connsiteY31" fmla="*/ 122421 h 301341"/>
                <a:gd name="connsiteX32" fmla="*/ 128178 w 308780"/>
                <a:gd name="connsiteY32" fmla="*/ 121553 h 301341"/>
                <a:gd name="connsiteX33" fmla="*/ 89641 w 308780"/>
                <a:gd name="connsiteY33" fmla="*/ 93907 h 301341"/>
                <a:gd name="connsiteX34" fmla="*/ 132817 w 308780"/>
                <a:gd name="connsiteY34" fmla="*/ 70059 h 301341"/>
                <a:gd name="connsiteX35" fmla="*/ 132836 w 308780"/>
                <a:gd name="connsiteY35" fmla="*/ 70086 h 301341"/>
                <a:gd name="connsiteX36" fmla="*/ 216876 w 308780"/>
                <a:gd name="connsiteY36" fmla="*/ 93934 h 301341"/>
                <a:gd name="connsiteX37" fmla="*/ 178908 w 308780"/>
                <a:gd name="connsiteY37" fmla="*/ 120982 h 301341"/>
                <a:gd name="connsiteX38" fmla="*/ 168764 w 308780"/>
                <a:gd name="connsiteY38" fmla="*/ 119238 h 301341"/>
                <a:gd name="connsiteX39" fmla="*/ 167321 w 308780"/>
                <a:gd name="connsiteY39" fmla="*/ 116039 h 301341"/>
                <a:gd name="connsiteX40" fmla="*/ 164721 w 308780"/>
                <a:gd name="connsiteY40" fmla="*/ 68630 h 301341"/>
                <a:gd name="connsiteX41" fmla="*/ 216876 w 308780"/>
                <a:gd name="connsiteY41" fmla="*/ 93934 h 301341"/>
                <a:gd name="connsiteX42" fmla="*/ 241813 w 308780"/>
                <a:gd name="connsiteY42" fmla="*/ 139019 h 301341"/>
                <a:gd name="connsiteX43" fmla="*/ 243835 w 308780"/>
                <a:gd name="connsiteY43" fmla="*/ 168390 h 301341"/>
                <a:gd name="connsiteX44" fmla="*/ 199491 w 308780"/>
                <a:gd name="connsiteY44" fmla="*/ 155591 h 301341"/>
                <a:gd name="connsiteX45" fmla="*/ 193986 w 308780"/>
                <a:gd name="connsiteY45" fmla="*/ 146295 h 301341"/>
                <a:gd name="connsiteX46" fmla="*/ 195723 w 308780"/>
                <a:gd name="connsiteY46" fmla="*/ 143095 h 301341"/>
                <a:gd name="connsiteX47" fmla="*/ 230787 w 308780"/>
                <a:gd name="connsiteY47" fmla="*/ 111391 h 301341"/>
                <a:gd name="connsiteX48" fmla="*/ 241804 w 308780"/>
                <a:gd name="connsiteY48" fmla="*/ 139038 h 301341"/>
                <a:gd name="connsiteX49" fmla="*/ 241813 w 308780"/>
                <a:gd name="connsiteY49" fmla="*/ 139019 h 301341"/>
                <a:gd name="connsiteX50" fmla="*/ 166154 w 308780"/>
                <a:gd name="connsiteY50" fmla="*/ 169267 h 301341"/>
                <a:gd name="connsiteX51" fmla="*/ 153410 w 308780"/>
                <a:gd name="connsiteY51" fmla="*/ 175381 h 301341"/>
                <a:gd name="connsiteX52" fmla="*/ 140656 w 308780"/>
                <a:gd name="connsiteY52" fmla="*/ 169267 h 301341"/>
                <a:gd name="connsiteX53" fmla="*/ 137468 w 308780"/>
                <a:gd name="connsiteY53" fmla="*/ 155591 h 301341"/>
                <a:gd name="connsiteX54" fmla="*/ 146169 w 308780"/>
                <a:gd name="connsiteY54" fmla="*/ 144544 h 301341"/>
                <a:gd name="connsiteX55" fmla="*/ 160366 w 308780"/>
                <a:gd name="connsiteY55" fmla="*/ 144544 h 301341"/>
                <a:gd name="connsiteX56" fmla="*/ 169058 w 308780"/>
                <a:gd name="connsiteY56" fmla="*/ 155591 h 301341"/>
                <a:gd name="connsiteX57" fmla="*/ 166154 w 308780"/>
                <a:gd name="connsiteY57" fmla="*/ 169267 h 301341"/>
                <a:gd name="connsiteX58" fmla="*/ 300336 w 308780"/>
                <a:gd name="connsiteY58" fmla="*/ 183515 h 301341"/>
                <a:gd name="connsiteX59" fmla="*/ 300051 w 308780"/>
                <a:gd name="connsiteY59" fmla="*/ 183515 h 301341"/>
                <a:gd name="connsiteX60" fmla="*/ 299472 w 308780"/>
                <a:gd name="connsiteY60" fmla="*/ 183229 h 301341"/>
                <a:gd name="connsiteX61" fmla="*/ 297726 w 308780"/>
                <a:gd name="connsiteY61" fmla="*/ 182934 h 301341"/>
                <a:gd name="connsiteX62" fmla="*/ 292222 w 308780"/>
                <a:gd name="connsiteY62" fmla="*/ 182352 h 301341"/>
                <a:gd name="connsiteX63" fmla="*/ 289328 w 308780"/>
                <a:gd name="connsiteY63" fmla="*/ 182057 h 301341"/>
                <a:gd name="connsiteX64" fmla="*/ 289033 w 308780"/>
                <a:gd name="connsiteY64" fmla="*/ 182057 h 301341"/>
                <a:gd name="connsiteX65" fmla="*/ 273385 w 308780"/>
                <a:gd name="connsiteY65" fmla="*/ 179439 h 301341"/>
                <a:gd name="connsiteX66" fmla="*/ 270197 w 308780"/>
                <a:gd name="connsiteY66" fmla="*/ 176248 h 301341"/>
                <a:gd name="connsiteX67" fmla="*/ 269903 w 308780"/>
                <a:gd name="connsiteY67" fmla="*/ 175666 h 301341"/>
                <a:gd name="connsiteX68" fmla="*/ 266135 w 308780"/>
                <a:gd name="connsiteY68" fmla="*/ 174495 h 301341"/>
                <a:gd name="connsiteX69" fmla="*/ 264105 w 308780"/>
                <a:gd name="connsiteY69" fmla="*/ 133487 h 301341"/>
                <a:gd name="connsiteX70" fmla="*/ 247878 w 308780"/>
                <a:gd name="connsiteY70" fmla="*/ 95382 h 301341"/>
                <a:gd name="connsiteX71" fmla="*/ 250781 w 308780"/>
                <a:gd name="connsiteY71" fmla="*/ 92772 h 301341"/>
                <a:gd name="connsiteX72" fmla="*/ 250781 w 308780"/>
                <a:gd name="connsiteY72" fmla="*/ 92192 h 301341"/>
                <a:gd name="connsiteX73" fmla="*/ 252224 w 308780"/>
                <a:gd name="connsiteY73" fmla="*/ 87821 h 301341"/>
                <a:gd name="connsiteX74" fmla="*/ 265272 w 308780"/>
                <a:gd name="connsiteY74" fmla="*/ 78820 h 301341"/>
                <a:gd name="connsiteX75" fmla="*/ 267882 w 308780"/>
                <a:gd name="connsiteY75" fmla="*/ 77362 h 301341"/>
                <a:gd name="connsiteX76" fmla="*/ 272806 w 308780"/>
                <a:gd name="connsiteY76" fmla="*/ 74458 h 301341"/>
                <a:gd name="connsiteX77" fmla="*/ 274249 w 308780"/>
                <a:gd name="connsiteY77" fmla="*/ 73286 h 301341"/>
                <a:gd name="connsiteX78" fmla="*/ 274828 w 308780"/>
                <a:gd name="connsiteY78" fmla="*/ 72705 h 301341"/>
                <a:gd name="connsiteX79" fmla="*/ 276859 w 308780"/>
                <a:gd name="connsiteY79" fmla="*/ 59620 h 301341"/>
                <a:gd name="connsiteX80" fmla="*/ 270197 w 308780"/>
                <a:gd name="connsiteY80" fmla="*/ 56420 h 301341"/>
                <a:gd name="connsiteX81" fmla="*/ 263821 w 308780"/>
                <a:gd name="connsiteY81" fmla="*/ 58762 h 301341"/>
                <a:gd name="connsiteX82" fmla="*/ 263242 w 308780"/>
                <a:gd name="connsiteY82" fmla="*/ 59343 h 301341"/>
                <a:gd name="connsiteX83" fmla="*/ 261799 w 308780"/>
                <a:gd name="connsiteY83" fmla="*/ 60506 h 301341"/>
                <a:gd name="connsiteX84" fmla="*/ 258031 w 308780"/>
                <a:gd name="connsiteY84" fmla="*/ 64572 h 301341"/>
                <a:gd name="connsiteX85" fmla="*/ 256001 w 308780"/>
                <a:gd name="connsiteY85" fmla="*/ 66619 h 301341"/>
                <a:gd name="connsiteX86" fmla="*/ 244405 w 308780"/>
                <a:gd name="connsiteY86" fmla="*/ 77086 h 301341"/>
                <a:gd name="connsiteX87" fmla="*/ 241804 w 308780"/>
                <a:gd name="connsiteY87" fmla="*/ 77953 h 301341"/>
                <a:gd name="connsiteX88" fmla="*/ 240067 w 308780"/>
                <a:gd name="connsiteY88" fmla="*/ 77667 h 301341"/>
                <a:gd name="connsiteX89" fmla="*/ 239488 w 308780"/>
                <a:gd name="connsiteY89" fmla="*/ 77667 h 301341"/>
                <a:gd name="connsiteX90" fmla="*/ 235997 w 308780"/>
                <a:gd name="connsiteY90" fmla="*/ 80000 h 301341"/>
                <a:gd name="connsiteX91" fmla="*/ 224107 w 308780"/>
                <a:gd name="connsiteY91" fmla="*/ 68925 h 301341"/>
                <a:gd name="connsiteX92" fmla="*/ 163544 w 308780"/>
                <a:gd name="connsiteY92" fmla="*/ 44782 h 301341"/>
                <a:gd name="connsiteX93" fmla="*/ 163251 w 308780"/>
                <a:gd name="connsiteY93" fmla="*/ 41001 h 301341"/>
                <a:gd name="connsiteX94" fmla="*/ 162672 w 308780"/>
                <a:gd name="connsiteY94" fmla="*/ 40420 h 301341"/>
                <a:gd name="connsiteX95" fmla="*/ 160347 w 308780"/>
                <a:gd name="connsiteY95" fmla="*/ 36639 h 301341"/>
                <a:gd name="connsiteX96" fmla="*/ 161220 w 308780"/>
                <a:gd name="connsiteY96" fmla="*/ 20934 h 301341"/>
                <a:gd name="connsiteX97" fmla="*/ 161220 w 308780"/>
                <a:gd name="connsiteY97" fmla="*/ 20639 h 301341"/>
                <a:gd name="connsiteX98" fmla="*/ 161799 w 308780"/>
                <a:gd name="connsiteY98" fmla="*/ 17735 h 301341"/>
                <a:gd name="connsiteX99" fmla="*/ 162663 w 308780"/>
                <a:gd name="connsiteY99" fmla="*/ 12211 h 301341"/>
                <a:gd name="connsiteX100" fmla="*/ 162663 w 308780"/>
                <a:gd name="connsiteY100" fmla="*/ 9592 h 301341"/>
                <a:gd name="connsiteX101" fmla="*/ 154567 w 308780"/>
                <a:gd name="connsiteY101" fmla="*/ 29 h 301341"/>
                <a:gd name="connsiteX102" fmla="*/ 147317 w 308780"/>
                <a:gd name="connsiteY102" fmla="*/ 2888 h 301341"/>
                <a:gd name="connsiteX103" fmla="*/ 144718 w 308780"/>
                <a:gd name="connsiteY103" fmla="*/ 9583 h 301341"/>
                <a:gd name="connsiteX104" fmla="*/ 144718 w 308780"/>
                <a:gd name="connsiteY104" fmla="*/ 11916 h 301341"/>
                <a:gd name="connsiteX105" fmla="*/ 145590 w 308780"/>
                <a:gd name="connsiteY105" fmla="*/ 17448 h 301341"/>
                <a:gd name="connsiteX106" fmla="*/ 146169 w 308780"/>
                <a:gd name="connsiteY106" fmla="*/ 20344 h 301341"/>
                <a:gd name="connsiteX107" fmla="*/ 146169 w 308780"/>
                <a:gd name="connsiteY107" fmla="*/ 20639 h 301341"/>
                <a:gd name="connsiteX108" fmla="*/ 147032 w 308780"/>
                <a:gd name="connsiteY108" fmla="*/ 36344 h 301341"/>
                <a:gd name="connsiteX109" fmla="*/ 144708 w 308780"/>
                <a:gd name="connsiteY109" fmla="*/ 40125 h 301341"/>
                <a:gd name="connsiteX110" fmla="*/ 144129 w 308780"/>
                <a:gd name="connsiteY110" fmla="*/ 40706 h 301341"/>
                <a:gd name="connsiteX111" fmla="*/ 143835 w 308780"/>
                <a:gd name="connsiteY111" fmla="*/ 44496 h 301341"/>
                <a:gd name="connsiteX112" fmla="*/ 128187 w 308780"/>
                <a:gd name="connsiteY112" fmla="*/ 46830 h 301341"/>
                <a:gd name="connsiteX113" fmla="*/ 70804 w 308780"/>
                <a:gd name="connsiteY113" fmla="*/ 79401 h 301341"/>
                <a:gd name="connsiteX114" fmla="*/ 67910 w 308780"/>
                <a:gd name="connsiteY114" fmla="*/ 77362 h 301341"/>
                <a:gd name="connsiteX115" fmla="*/ 67340 w 308780"/>
                <a:gd name="connsiteY115" fmla="*/ 77362 h 301341"/>
                <a:gd name="connsiteX116" fmla="*/ 65603 w 308780"/>
                <a:gd name="connsiteY116" fmla="*/ 77658 h 301341"/>
                <a:gd name="connsiteX117" fmla="*/ 62993 w 308780"/>
                <a:gd name="connsiteY117" fmla="*/ 76781 h 301341"/>
                <a:gd name="connsiteX118" fmla="*/ 51406 w 308780"/>
                <a:gd name="connsiteY118" fmla="*/ 66020 h 301341"/>
                <a:gd name="connsiteX119" fmla="*/ 49376 w 308780"/>
                <a:gd name="connsiteY119" fmla="*/ 63982 h 301341"/>
                <a:gd name="connsiteX120" fmla="*/ 45608 w 308780"/>
                <a:gd name="connsiteY120" fmla="*/ 59915 h 301341"/>
                <a:gd name="connsiteX121" fmla="*/ 44156 w 308780"/>
                <a:gd name="connsiteY121" fmla="*/ 58744 h 301341"/>
                <a:gd name="connsiteX122" fmla="*/ 43578 w 308780"/>
                <a:gd name="connsiteY122" fmla="*/ 58163 h 301341"/>
                <a:gd name="connsiteX123" fmla="*/ 37210 w 308780"/>
                <a:gd name="connsiteY123" fmla="*/ 55830 h 301341"/>
                <a:gd name="connsiteX124" fmla="*/ 30549 w 308780"/>
                <a:gd name="connsiteY124" fmla="*/ 59029 h 301341"/>
                <a:gd name="connsiteX125" fmla="*/ 32570 w 308780"/>
                <a:gd name="connsiteY125" fmla="*/ 72115 h 301341"/>
                <a:gd name="connsiteX126" fmla="*/ 33149 w 308780"/>
                <a:gd name="connsiteY126" fmla="*/ 72401 h 301341"/>
                <a:gd name="connsiteX127" fmla="*/ 34592 w 308780"/>
                <a:gd name="connsiteY127" fmla="*/ 73573 h 301341"/>
                <a:gd name="connsiteX128" fmla="*/ 39526 w 308780"/>
                <a:gd name="connsiteY128" fmla="*/ 76486 h 301341"/>
                <a:gd name="connsiteX129" fmla="*/ 42126 w 308780"/>
                <a:gd name="connsiteY129" fmla="*/ 77935 h 301341"/>
                <a:gd name="connsiteX130" fmla="*/ 55174 w 308780"/>
                <a:gd name="connsiteY130" fmla="*/ 86953 h 301341"/>
                <a:gd name="connsiteX131" fmla="*/ 56617 w 308780"/>
                <a:gd name="connsiteY131" fmla="*/ 91316 h 301341"/>
                <a:gd name="connsiteX132" fmla="*/ 56617 w 308780"/>
                <a:gd name="connsiteY132" fmla="*/ 91896 h 301341"/>
                <a:gd name="connsiteX133" fmla="*/ 59511 w 308780"/>
                <a:gd name="connsiteY133" fmla="*/ 94506 h 301341"/>
                <a:gd name="connsiteX134" fmla="*/ 58069 w 308780"/>
                <a:gd name="connsiteY134" fmla="*/ 96848 h 301341"/>
                <a:gd name="connsiteX135" fmla="*/ 41842 w 308780"/>
                <a:gd name="connsiteY135" fmla="*/ 173629 h 301341"/>
                <a:gd name="connsiteX136" fmla="*/ 38074 w 308780"/>
                <a:gd name="connsiteY136" fmla="*/ 174800 h 301341"/>
                <a:gd name="connsiteX137" fmla="*/ 37780 w 308780"/>
                <a:gd name="connsiteY137" fmla="*/ 175381 h 301341"/>
                <a:gd name="connsiteX138" fmla="*/ 34592 w 308780"/>
                <a:gd name="connsiteY138" fmla="*/ 178581 h 301341"/>
                <a:gd name="connsiteX139" fmla="*/ 18943 w 308780"/>
                <a:gd name="connsiteY139" fmla="*/ 181200 h 301341"/>
                <a:gd name="connsiteX140" fmla="*/ 18649 w 308780"/>
                <a:gd name="connsiteY140" fmla="*/ 181200 h 301341"/>
                <a:gd name="connsiteX141" fmla="*/ 15755 w 308780"/>
                <a:gd name="connsiteY141" fmla="*/ 181486 h 301341"/>
                <a:gd name="connsiteX142" fmla="*/ 10251 w 308780"/>
                <a:gd name="connsiteY142" fmla="*/ 182066 h 301341"/>
                <a:gd name="connsiteX143" fmla="*/ 8514 w 308780"/>
                <a:gd name="connsiteY143" fmla="*/ 182362 h 301341"/>
                <a:gd name="connsiteX144" fmla="*/ 7641 w 308780"/>
                <a:gd name="connsiteY144" fmla="*/ 182657 h 301341"/>
                <a:gd name="connsiteX145" fmla="*/ 107 w 308780"/>
                <a:gd name="connsiteY145" fmla="*/ 193418 h 301341"/>
                <a:gd name="connsiteX146" fmla="*/ 9378 w 308780"/>
                <a:gd name="connsiteY146" fmla="*/ 200104 h 301341"/>
                <a:gd name="connsiteX147" fmla="*/ 11712 w 308780"/>
                <a:gd name="connsiteY147" fmla="*/ 199809 h 301341"/>
                <a:gd name="connsiteX148" fmla="*/ 12282 w 308780"/>
                <a:gd name="connsiteY148" fmla="*/ 199523 h 301341"/>
                <a:gd name="connsiteX149" fmla="*/ 14027 w 308780"/>
                <a:gd name="connsiteY149" fmla="*/ 199228 h 301341"/>
                <a:gd name="connsiteX150" fmla="*/ 19237 w 308780"/>
                <a:gd name="connsiteY150" fmla="*/ 197182 h 301341"/>
                <a:gd name="connsiteX151" fmla="*/ 21837 w 308780"/>
                <a:gd name="connsiteY151" fmla="*/ 196010 h 301341"/>
                <a:gd name="connsiteX152" fmla="*/ 22131 w 308780"/>
                <a:gd name="connsiteY152" fmla="*/ 196010 h 301341"/>
                <a:gd name="connsiteX153" fmla="*/ 37201 w 308780"/>
                <a:gd name="connsiteY153" fmla="*/ 191648 h 301341"/>
                <a:gd name="connsiteX154" fmla="*/ 37780 w 308780"/>
                <a:gd name="connsiteY154" fmla="*/ 191648 h 301341"/>
                <a:gd name="connsiteX155" fmla="*/ 41547 w 308780"/>
                <a:gd name="connsiteY155" fmla="*/ 193106 h 301341"/>
                <a:gd name="connsiteX156" fmla="*/ 42126 w 308780"/>
                <a:gd name="connsiteY156" fmla="*/ 193401 h 301341"/>
                <a:gd name="connsiteX157" fmla="*/ 46178 w 308780"/>
                <a:gd name="connsiteY157" fmla="*/ 192819 h 301341"/>
                <a:gd name="connsiteX158" fmla="*/ 84145 w 308780"/>
                <a:gd name="connsiteY158" fmla="*/ 247495 h 301341"/>
                <a:gd name="connsiteX159" fmla="*/ 96606 w 308780"/>
                <a:gd name="connsiteY159" fmla="*/ 255924 h 301341"/>
                <a:gd name="connsiteX160" fmla="*/ 94869 w 308780"/>
                <a:gd name="connsiteY160" fmla="*/ 259705 h 301341"/>
                <a:gd name="connsiteX161" fmla="*/ 95163 w 308780"/>
                <a:gd name="connsiteY161" fmla="*/ 260286 h 301341"/>
                <a:gd name="connsiteX162" fmla="*/ 95742 w 308780"/>
                <a:gd name="connsiteY162" fmla="*/ 264961 h 301341"/>
                <a:gd name="connsiteX163" fmla="*/ 88198 w 308780"/>
                <a:gd name="connsiteY163" fmla="*/ 278628 h 301341"/>
                <a:gd name="connsiteX164" fmla="*/ 88198 w 308780"/>
                <a:gd name="connsiteY164" fmla="*/ 278923 h 301341"/>
                <a:gd name="connsiteX165" fmla="*/ 86461 w 308780"/>
                <a:gd name="connsiteY165" fmla="*/ 281256 h 301341"/>
                <a:gd name="connsiteX166" fmla="*/ 83273 w 308780"/>
                <a:gd name="connsiteY166" fmla="*/ 285931 h 301341"/>
                <a:gd name="connsiteX167" fmla="*/ 82409 w 308780"/>
                <a:gd name="connsiteY167" fmla="*/ 287380 h 301341"/>
                <a:gd name="connsiteX168" fmla="*/ 82115 w 308780"/>
                <a:gd name="connsiteY168" fmla="*/ 287960 h 301341"/>
                <a:gd name="connsiteX169" fmla="*/ 85818 w 308780"/>
                <a:gd name="connsiteY169" fmla="*/ 300437 h 301341"/>
                <a:gd name="connsiteX170" fmla="*/ 85882 w 308780"/>
                <a:gd name="connsiteY170" fmla="*/ 300465 h 301341"/>
                <a:gd name="connsiteX171" fmla="*/ 89375 w 308780"/>
                <a:gd name="connsiteY171" fmla="*/ 301341 h 301341"/>
                <a:gd name="connsiteX172" fmla="*/ 98066 w 308780"/>
                <a:gd name="connsiteY172" fmla="*/ 295817 h 301341"/>
                <a:gd name="connsiteX173" fmla="*/ 98360 w 308780"/>
                <a:gd name="connsiteY173" fmla="*/ 295236 h 301341"/>
                <a:gd name="connsiteX174" fmla="*/ 99233 w 308780"/>
                <a:gd name="connsiteY174" fmla="*/ 293780 h 301341"/>
                <a:gd name="connsiteX175" fmla="*/ 100970 w 308780"/>
                <a:gd name="connsiteY175" fmla="*/ 288541 h 301341"/>
                <a:gd name="connsiteX176" fmla="*/ 101834 w 308780"/>
                <a:gd name="connsiteY176" fmla="*/ 285931 h 301341"/>
                <a:gd name="connsiteX177" fmla="*/ 107926 w 308780"/>
                <a:gd name="connsiteY177" fmla="*/ 271389 h 301341"/>
                <a:gd name="connsiteX178" fmla="*/ 111694 w 308780"/>
                <a:gd name="connsiteY178" fmla="*/ 268770 h 301341"/>
                <a:gd name="connsiteX179" fmla="*/ 112273 w 308780"/>
                <a:gd name="connsiteY179" fmla="*/ 268474 h 301341"/>
                <a:gd name="connsiteX180" fmla="*/ 114293 w 308780"/>
                <a:gd name="connsiteY180" fmla="*/ 264703 h 301341"/>
                <a:gd name="connsiteX181" fmla="*/ 154870 w 308780"/>
                <a:gd name="connsiteY181" fmla="*/ 272256 h 301341"/>
                <a:gd name="connsiteX182" fmla="*/ 180084 w 308780"/>
                <a:gd name="connsiteY182" fmla="*/ 269351 h 301341"/>
                <a:gd name="connsiteX183" fmla="*/ 195154 w 308780"/>
                <a:gd name="connsiteY183" fmla="*/ 264989 h 301341"/>
                <a:gd name="connsiteX184" fmla="*/ 196890 w 308780"/>
                <a:gd name="connsiteY184" fmla="*/ 268189 h 301341"/>
                <a:gd name="connsiteX185" fmla="*/ 197469 w 308780"/>
                <a:gd name="connsiteY185" fmla="*/ 268484 h 301341"/>
                <a:gd name="connsiteX186" fmla="*/ 201236 w 308780"/>
                <a:gd name="connsiteY186" fmla="*/ 271094 h 301341"/>
                <a:gd name="connsiteX187" fmla="*/ 207310 w 308780"/>
                <a:gd name="connsiteY187" fmla="*/ 285600 h 301341"/>
                <a:gd name="connsiteX188" fmla="*/ 207310 w 308780"/>
                <a:gd name="connsiteY188" fmla="*/ 285895 h 301341"/>
                <a:gd name="connsiteX189" fmla="*/ 208183 w 308780"/>
                <a:gd name="connsiteY189" fmla="*/ 288514 h 301341"/>
                <a:gd name="connsiteX190" fmla="*/ 209919 w 308780"/>
                <a:gd name="connsiteY190" fmla="*/ 293742 h 301341"/>
                <a:gd name="connsiteX191" fmla="*/ 210792 w 308780"/>
                <a:gd name="connsiteY191" fmla="*/ 295200 h 301341"/>
                <a:gd name="connsiteX192" fmla="*/ 211077 w 308780"/>
                <a:gd name="connsiteY192" fmla="*/ 295781 h 301341"/>
                <a:gd name="connsiteX193" fmla="*/ 219770 w 308780"/>
                <a:gd name="connsiteY193" fmla="*/ 301304 h 301341"/>
                <a:gd name="connsiteX194" fmla="*/ 223270 w 308780"/>
                <a:gd name="connsiteY194" fmla="*/ 300437 h 301341"/>
                <a:gd name="connsiteX195" fmla="*/ 227598 w 308780"/>
                <a:gd name="connsiteY195" fmla="*/ 295200 h 301341"/>
                <a:gd name="connsiteX196" fmla="*/ 227029 w 308780"/>
                <a:gd name="connsiteY196" fmla="*/ 287932 h 301341"/>
                <a:gd name="connsiteX197" fmla="*/ 226735 w 308780"/>
                <a:gd name="connsiteY197" fmla="*/ 287352 h 301341"/>
                <a:gd name="connsiteX198" fmla="*/ 225862 w 308780"/>
                <a:gd name="connsiteY198" fmla="*/ 285895 h 301341"/>
                <a:gd name="connsiteX199" fmla="*/ 222674 w 308780"/>
                <a:gd name="connsiteY199" fmla="*/ 281229 h 301341"/>
                <a:gd name="connsiteX200" fmla="*/ 220937 w 308780"/>
                <a:gd name="connsiteY200" fmla="*/ 278886 h 301341"/>
                <a:gd name="connsiteX201" fmla="*/ 220937 w 308780"/>
                <a:gd name="connsiteY201" fmla="*/ 278600 h 301341"/>
                <a:gd name="connsiteX202" fmla="*/ 213402 w 308780"/>
                <a:gd name="connsiteY202" fmla="*/ 264924 h 301341"/>
                <a:gd name="connsiteX203" fmla="*/ 213696 w 308780"/>
                <a:gd name="connsiteY203" fmla="*/ 260258 h 301341"/>
                <a:gd name="connsiteX204" fmla="*/ 213981 w 308780"/>
                <a:gd name="connsiteY204" fmla="*/ 259677 h 301341"/>
                <a:gd name="connsiteX205" fmla="*/ 212539 w 308780"/>
                <a:gd name="connsiteY205" fmla="*/ 256173 h 301341"/>
                <a:gd name="connsiteX206" fmla="*/ 262975 w 308780"/>
                <a:gd name="connsiteY206" fmla="*/ 192478 h 301341"/>
                <a:gd name="connsiteX207" fmla="*/ 266467 w 308780"/>
                <a:gd name="connsiteY207" fmla="*/ 193059 h 301341"/>
                <a:gd name="connsiteX208" fmla="*/ 267046 w 308780"/>
                <a:gd name="connsiteY208" fmla="*/ 192764 h 301341"/>
                <a:gd name="connsiteX209" fmla="*/ 270803 w 308780"/>
                <a:gd name="connsiteY209" fmla="*/ 191316 h 301341"/>
                <a:gd name="connsiteX210" fmla="*/ 271382 w 308780"/>
                <a:gd name="connsiteY210" fmla="*/ 191316 h 301341"/>
                <a:gd name="connsiteX211" fmla="*/ 286461 w 308780"/>
                <a:gd name="connsiteY211" fmla="*/ 195669 h 301341"/>
                <a:gd name="connsiteX212" fmla="*/ 286746 w 308780"/>
                <a:gd name="connsiteY212" fmla="*/ 195669 h 301341"/>
                <a:gd name="connsiteX213" fmla="*/ 289356 w 308780"/>
                <a:gd name="connsiteY213" fmla="*/ 196840 h 301341"/>
                <a:gd name="connsiteX214" fmla="*/ 294575 w 308780"/>
                <a:gd name="connsiteY214" fmla="*/ 198878 h 301341"/>
                <a:gd name="connsiteX215" fmla="*/ 296311 w 308780"/>
                <a:gd name="connsiteY215" fmla="*/ 199173 h 301341"/>
                <a:gd name="connsiteX216" fmla="*/ 297184 w 308780"/>
                <a:gd name="connsiteY216" fmla="*/ 199459 h 301341"/>
                <a:gd name="connsiteX217" fmla="*/ 299509 w 308780"/>
                <a:gd name="connsiteY217" fmla="*/ 199754 h 301341"/>
                <a:gd name="connsiteX218" fmla="*/ 308780 w 308780"/>
                <a:gd name="connsiteY218" fmla="*/ 193059 h 301341"/>
                <a:gd name="connsiteX219" fmla="*/ 300372 w 308780"/>
                <a:gd name="connsiteY219" fmla="*/ 183468 h 301341"/>
                <a:gd name="connsiteX220" fmla="*/ 300336 w 308780"/>
                <a:gd name="connsiteY220" fmla="*/ 183515 h 301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Lst>
              <a:rect l="l" t="t" r="r" b="b"/>
              <a:pathLst>
                <a:path w="308780" h="301341">
                  <a:moveTo>
                    <a:pt x="230208" y="207658"/>
                  </a:moveTo>
                  <a:cubicBezTo>
                    <a:pt x="223078" y="218972"/>
                    <a:pt x="213586" y="228600"/>
                    <a:pt x="202385" y="235867"/>
                  </a:cubicBezTo>
                  <a:lnTo>
                    <a:pt x="184128" y="191952"/>
                  </a:lnTo>
                  <a:cubicBezTo>
                    <a:pt x="183181" y="188356"/>
                    <a:pt x="184872" y="184593"/>
                    <a:pt x="188189" y="182934"/>
                  </a:cubicBezTo>
                  <a:cubicBezTo>
                    <a:pt x="189457" y="182334"/>
                    <a:pt x="190844" y="182039"/>
                    <a:pt x="192250" y="182057"/>
                  </a:cubicBezTo>
                  <a:lnTo>
                    <a:pt x="238616" y="189915"/>
                  </a:lnTo>
                  <a:cubicBezTo>
                    <a:pt x="236824" y="196259"/>
                    <a:pt x="233985" y="202262"/>
                    <a:pt x="230208" y="207658"/>
                  </a:cubicBezTo>
                  <a:close/>
                  <a:moveTo>
                    <a:pt x="173680" y="248085"/>
                  </a:moveTo>
                  <a:cubicBezTo>
                    <a:pt x="167018" y="249589"/>
                    <a:pt x="160218" y="250372"/>
                    <a:pt x="153391" y="250419"/>
                  </a:cubicBezTo>
                  <a:cubicBezTo>
                    <a:pt x="143459" y="250354"/>
                    <a:pt x="133580" y="248777"/>
                    <a:pt x="124126" y="245743"/>
                  </a:cubicBezTo>
                  <a:lnTo>
                    <a:pt x="147005" y="204162"/>
                  </a:lnTo>
                  <a:cubicBezTo>
                    <a:pt x="149247" y="201386"/>
                    <a:pt x="153097" y="200547"/>
                    <a:pt x="156286" y="202115"/>
                  </a:cubicBezTo>
                  <a:cubicBezTo>
                    <a:pt x="157646" y="202954"/>
                    <a:pt x="158822" y="204033"/>
                    <a:pt x="159768" y="205324"/>
                  </a:cubicBezTo>
                  <a:lnTo>
                    <a:pt x="182087" y="245743"/>
                  </a:lnTo>
                  <a:cubicBezTo>
                    <a:pt x="179478" y="246619"/>
                    <a:pt x="176584" y="247200"/>
                    <a:pt x="173689" y="248085"/>
                  </a:cubicBezTo>
                  <a:lnTo>
                    <a:pt x="173680" y="248085"/>
                  </a:lnTo>
                  <a:close/>
                  <a:moveTo>
                    <a:pt x="67918" y="190201"/>
                  </a:moveTo>
                  <a:lnTo>
                    <a:pt x="114000" y="182352"/>
                  </a:lnTo>
                  <a:cubicBezTo>
                    <a:pt x="117831" y="182104"/>
                    <a:pt x="121268" y="184704"/>
                    <a:pt x="122114" y="188457"/>
                  </a:cubicBezTo>
                  <a:cubicBezTo>
                    <a:pt x="122462" y="190016"/>
                    <a:pt x="122361" y="191639"/>
                    <a:pt x="121819" y="193133"/>
                  </a:cubicBezTo>
                  <a:lnTo>
                    <a:pt x="104140" y="235867"/>
                  </a:lnTo>
                  <a:cubicBezTo>
                    <a:pt x="87435" y="225013"/>
                    <a:pt x="74718" y="208985"/>
                    <a:pt x="67918" y="190201"/>
                  </a:cubicBezTo>
                  <a:close/>
                  <a:moveTo>
                    <a:pt x="75739" y="111391"/>
                  </a:moveTo>
                  <a:lnTo>
                    <a:pt x="110223" y="142210"/>
                  </a:lnTo>
                  <a:cubicBezTo>
                    <a:pt x="113374" y="144977"/>
                    <a:pt x="113761" y="149745"/>
                    <a:pt x="111096" y="152972"/>
                  </a:cubicBezTo>
                  <a:cubicBezTo>
                    <a:pt x="110269" y="154171"/>
                    <a:pt x="109019" y="155001"/>
                    <a:pt x="107605" y="155315"/>
                  </a:cubicBezTo>
                  <a:lnTo>
                    <a:pt x="62709" y="168390"/>
                  </a:lnTo>
                  <a:cubicBezTo>
                    <a:pt x="60871" y="148481"/>
                    <a:pt x="65438" y="128507"/>
                    <a:pt x="75739" y="111391"/>
                  </a:cubicBezTo>
                  <a:close/>
                  <a:moveTo>
                    <a:pt x="132836" y="70086"/>
                  </a:moveTo>
                  <a:cubicBezTo>
                    <a:pt x="136025" y="69505"/>
                    <a:pt x="138919" y="68925"/>
                    <a:pt x="142108" y="68344"/>
                  </a:cubicBezTo>
                  <a:lnTo>
                    <a:pt x="139498" y="114877"/>
                  </a:lnTo>
                  <a:cubicBezTo>
                    <a:pt x="139277" y="119073"/>
                    <a:pt x="135860" y="122374"/>
                    <a:pt x="131669" y="122421"/>
                  </a:cubicBezTo>
                  <a:cubicBezTo>
                    <a:pt x="130457" y="122448"/>
                    <a:pt x="129252" y="122153"/>
                    <a:pt x="128178" y="121553"/>
                  </a:cubicBezTo>
                  <a:lnTo>
                    <a:pt x="89641" y="93907"/>
                  </a:lnTo>
                  <a:cubicBezTo>
                    <a:pt x="101485" y="82011"/>
                    <a:pt x="116462" y="73738"/>
                    <a:pt x="132817" y="70059"/>
                  </a:cubicBezTo>
                  <a:lnTo>
                    <a:pt x="132836" y="70086"/>
                  </a:lnTo>
                  <a:close/>
                  <a:moveTo>
                    <a:pt x="216876" y="93934"/>
                  </a:moveTo>
                  <a:lnTo>
                    <a:pt x="178908" y="120982"/>
                  </a:lnTo>
                  <a:cubicBezTo>
                    <a:pt x="175582" y="123075"/>
                    <a:pt x="171217" y="122328"/>
                    <a:pt x="168764" y="119238"/>
                  </a:cubicBezTo>
                  <a:cubicBezTo>
                    <a:pt x="168001" y="118326"/>
                    <a:pt x="167505" y="117219"/>
                    <a:pt x="167321" y="116039"/>
                  </a:cubicBezTo>
                  <a:lnTo>
                    <a:pt x="164721" y="68630"/>
                  </a:lnTo>
                  <a:cubicBezTo>
                    <a:pt x="184458" y="70907"/>
                    <a:pt x="202836" y="79834"/>
                    <a:pt x="216876" y="93934"/>
                  </a:cubicBezTo>
                  <a:close/>
                  <a:moveTo>
                    <a:pt x="241813" y="139019"/>
                  </a:moveTo>
                  <a:cubicBezTo>
                    <a:pt x="244055" y="148638"/>
                    <a:pt x="244744" y="158561"/>
                    <a:pt x="243835" y="168390"/>
                  </a:cubicBezTo>
                  <a:lnTo>
                    <a:pt x="199491" y="155591"/>
                  </a:lnTo>
                  <a:cubicBezTo>
                    <a:pt x="195484" y="154447"/>
                    <a:pt x="193067" y="150371"/>
                    <a:pt x="193986" y="146295"/>
                  </a:cubicBezTo>
                  <a:cubicBezTo>
                    <a:pt x="194263" y="145087"/>
                    <a:pt x="194869" y="143981"/>
                    <a:pt x="195723" y="143095"/>
                  </a:cubicBezTo>
                  <a:lnTo>
                    <a:pt x="230787" y="111391"/>
                  </a:lnTo>
                  <a:cubicBezTo>
                    <a:pt x="235915" y="119949"/>
                    <a:pt x="239626" y="129281"/>
                    <a:pt x="241804" y="139038"/>
                  </a:cubicBezTo>
                  <a:lnTo>
                    <a:pt x="241813" y="139019"/>
                  </a:lnTo>
                  <a:close/>
                  <a:moveTo>
                    <a:pt x="166154" y="169267"/>
                  </a:moveTo>
                  <a:lnTo>
                    <a:pt x="153410" y="175381"/>
                  </a:lnTo>
                  <a:lnTo>
                    <a:pt x="140656" y="169267"/>
                  </a:lnTo>
                  <a:lnTo>
                    <a:pt x="137468" y="155591"/>
                  </a:lnTo>
                  <a:lnTo>
                    <a:pt x="146169" y="144544"/>
                  </a:lnTo>
                  <a:lnTo>
                    <a:pt x="160366" y="144544"/>
                  </a:lnTo>
                  <a:lnTo>
                    <a:pt x="169058" y="155591"/>
                  </a:lnTo>
                  <a:lnTo>
                    <a:pt x="166154" y="169267"/>
                  </a:lnTo>
                  <a:close/>
                  <a:moveTo>
                    <a:pt x="300336" y="183515"/>
                  </a:moveTo>
                  <a:lnTo>
                    <a:pt x="300051" y="183515"/>
                  </a:lnTo>
                  <a:cubicBezTo>
                    <a:pt x="299757" y="183515"/>
                    <a:pt x="299472" y="183515"/>
                    <a:pt x="299472" y="183229"/>
                  </a:cubicBezTo>
                  <a:cubicBezTo>
                    <a:pt x="298893" y="183229"/>
                    <a:pt x="298305" y="182934"/>
                    <a:pt x="297726" y="182934"/>
                  </a:cubicBezTo>
                  <a:cubicBezTo>
                    <a:pt x="295907" y="182611"/>
                    <a:pt x="294069" y="182418"/>
                    <a:pt x="292222" y="182352"/>
                  </a:cubicBezTo>
                  <a:cubicBezTo>
                    <a:pt x="291248" y="182390"/>
                    <a:pt x="290274" y="182288"/>
                    <a:pt x="289328" y="182057"/>
                  </a:cubicBezTo>
                  <a:lnTo>
                    <a:pt x="289033" y="182057"/>
                  </a:lnTo>
                  <a:cubicBezTo>
                    <a:pt x="283741" y="181735"/>
                    <a:pt x="278495" y="180859"/>
                    <a:pt x="273385" y="179439"/>
                  </a:cubicBezTo>
                  <a:cubicBezTo>
                    <a:pt x="271925" y="178866"/>
                    <a:pt x="270776" y="177705"/>
                    <a:pt x="270197" y="176248"/>
                  </a:cubicBezTo>
                  <a:cubicBezTo>
                    <a:pt x="270197" y="175953"/>
                    <a:pt x="269903" y="175953"/>
                    <a:pt x="269903" y="175666"/>
                  </a:cubicBezTo>
                  <a:lnTo>
                    <a:pt x="266135" y="174495"/>
                  </a:lnTo>
                  <a:cubicBezTo>
                    <a:pt x="267918" y="160811"/>
                    <a:pt x="267229" y="146923"/>
                    <a:pt x="264105" y="133487"/>
                  </a:cubicBezTo>
                  <a:cubicBezTo>
                    <a:pt x="260945" y="119930"/>
                    <a:pt x="255459" y="107039"/>
                    <a:pt x="247878" y="95382"/>
                  </a:cubicBezTo>
                  <a:lnTo>
                    <a:pt x="250781" y="92772"/>
                  </a:lnTo>
                  <a:lnTo>
                    <a:pt x="250781" y="92192"/>
                  </a:lnTo>
                  <a:cubicBezTo>
                    <a:pt x="250726" y="90605"/>
                    <a:pt x="251241" y="89056"/>
                    <a:pt x="252224" y="87821"/>
                  </a:cubicBezTo>
                  <a:cubicBezTo>
                    <a:pt x="256286" y="84417"/>
                    <a:pt x="260650" y="81402"/>
                    <a:pt x="265272" y="78820"/>
                  </a:cubicBezTo>
                  <a:cubicBezTo>
                    <a:pt x="266145" y="78239"/>
                    <a:pt x="267009" y="77944"/>
                    <a:pt x="267882" y="77362"/>
                  </a:cubicBezTo>
                  <a:cubicBezTo>
                    <a:pt x="269581" y="76505"/>
                    <a:pt x="271226" y="75527"/>
                    <a:pt x="272806" y="74458"/>
                  </a:cubicBezTo>
                  <a:cubicBezTo>
                    <a:pt x="273100" y="74163"/>
                    <a:pt x="273670" y="73876"/>
                    <a:pt x="274249" y="73286"/>
                  </a:cubicBezTo>
                  <a:cubicBezTo>
                    <a:pt x="274543" y="72991"/>
                    <a:pt x="274828" y="72991"/>
                    <a:pt x="274828" y="72705"/>
                  </a:cubicBezTo>
                  <a:cubicBezTo>
                    <a:pt x="278816" y="69552"/>
                    <a:pt x="279699" y="63844"/>
                    <a:pt x="276859" y="59620"/>
                  </a:cubicBezTo>
                  <a:cubicBezTo>
                    <a:pt x="275270" y="57563"/>
                    <a:pt x="272798" y="56374"/>
                    <a:pt x="270197" y="56420"/>
                  </a:cubicBezTo>
                  <a:cubicBezTo>
                    <a:pt x="267882" y="56485"/>
                    <a:pt x="265640" y="57306"/>
                    <a:pt x="263821" y="58762"/>
                  </a:cubicBezTo>
                  <a:lnTo>
                    <a:pt x="263242" y="59343"/>
                  </a:lnTo>
                  <a:cubicBezTo>
                    <a:pt x="262663" y="59629"/>
                    <a:pt x="262378" y="60211"/>
                    <a:pt x="261799" y="60506"/>
                  </a:cubicBezTo>
                  <a:cubicBezTo>
                    <a:pt x="260466" y="61787"/>
                    <a:pt x="259208" y="63152"/>
                    <a:pt x="258031" y="64572"/>
                  </a:cubicBezTo>
                  <a:cubicBezTo>
                    <a:pt x="257425" y="65329"/>
                    <a:pt x="256745" y="66010"/>
                    <a:pt x="256001" y="66619"/>
                  </a:cubicBezTo>
                  <a:cubicBezTo>
                    <a:pt x="252518" y="70502"/>
                    <a:pt x="248632" y="74016"/>
                    <a:pt x="244405" y="77086"/>
                  </a:cubicBezTo>
                  <a:cubicBezTo>
                    <a:pt x="243642" y="77630"/>
                    <a:pt x="242742" y="77935"/>
                    <a:pt x="241804" y="77953"/>
                  </a:cubicBezTo>
                  <a:cubicBezTo>
                    <a:pt x="241207" y="77999"/>
                    <a:pt x="240610" y="77897"/>
                    <a:pt x="240067" y="77667"/>
                  </a:cubicBezTo>
                  <a:lnTo>
                    <a:pt x="239488" y="77667"/>
                  </a:lnTo>
                  <a:lnTo>
                    <a:pt x="235997" y="80000"/>
                  </a:lnTo>
                  <a:cubicBezTo>
                    <a:pt x="232248" y="76081"/>
                    <a:pt x="228288" y="72383"/>
                    <a:pt x="224107" y="68925"/>
                  </a:cubicBezTo>
                  <a:cubicBezTo>
                    <a:pt x="206648" y="55221"/>
                    <a:pt x="185616" y="46839"/>
                    <a:pt x="163544" y="44782"/>
                  </a:cubicBezTo>
                  <a:lnTo>
                    <a:pt x="163251" y="41001"/>
                  </a:lnTo>
                  <a:lnTo>
                    <a:pt x="162672" y="40420"/>
                  </a:lnTo>
                  <a:cubicBezTo>
                    <a:pt x="161450" y="39507"/>
                    <a:pt x="160623" y="38152"/>
                    <a:pt x="160347" y="36639"/>
                  </a:cubicBezTo>
                  <a:cubicBezTo>
                    <a:pt x="160237" y="31392"/>
                    <a:pt x="160531" y="26135"/>
                    <a:pt x="161220" y="20934"/>
                  </a:cubicBezTo>
                  <a:lnTo>
                    <a:pt x="161220" y="20639"/>
                  </a:lnTo>
                  <a:cubicBezTo>
                    <a:pt x="161266" y="19653"/>
                    <a:pt x="161469" y="18666"/>
                    <a:pt x="161799" y="17735"/>
                  </a:cubicBezTo>
                  <a:cubicBezTo>
                    <a:pt x="162084" y="15992"/>
                    <a:pt x="162369" y="14230"/>
                    <a:pt x="162663" y="12211"/>
                  </a:cubicBezTo>
                  <a:lnTo>
                    <a:pt x="162663" y="9592"/>
                  </a:lnTo>
                  <a:cubicBezTo>
                    <a:pt x="163058" y="4714"/>
                    <a:pt x="159428" y="425"/>
                    <a:pt x="154567" y="29"/>
                  </a:cubicBezTo>
                  <a:cubicBezTo>
                    <a:pt x="151838" y="-193"/>
                    <a:pt x="149164" y="868"/>
                    <a:pt x="147317" y="2888"/>
                  </a:cubicBezTo>
                  <a:cubicBezTo>
                    <a:pt x="145591" y="4677"/>
                    <a:pt x="144644" y="7083"/>
                    <a:pt x="144718" y="9583"/>
                  </a:cubicBezTo>
                  <a:lnTo>
                    <a:pt x="144718" y="11916"/>
                  </a:lnTo>
                  <a:cubicBezTo>
                    <a:pt x="144699" y="13797"/>
                    <a:pt x="144993" y="15660"/>
                    <a:pt x="145590" y="17448"/>
                  </a:cubicBezTo>
                  <a:cubicBezTo>
                    <a:pt x="145875" y="18316"/>
                    <a:pt x="145875" y="19192"/>
                    <a:pt x="146169" y="20344"/>
                  </a:cubicBezTo>
                  <a:lnTo>
                    <a:pt x="146169" y="20639"/>
                  </a:lnTo>
                  <a:cubicBezTo>
                    <a:pt x="146996" y="25832"/>
                    <a:pt x="147290" y="31097"/>
                    <a:pt x="147032" y="36344"/>
                  </a:cubicBezTo>
                  <a:cubicBezTo>
                    <a:pt x="146757" y="37857"/>
                    <a:pt x="145930" y="39212"/>
                    <a:pt x="144708" y="40125"/>
                  </a:cubicBezTo>
                  <a:lnTo>
                    <a:pt x="144129" y="40706"/>
                  </a:lnTo>
                  <a:lnTo>
                    <a:pt x="143835" y="44496"/>
                  </a:lnTo>
                  <a:cubicBezTo>
                    <a:pt x="138579" y="44985"/>
                    <a:pt x="133351" y="45760"/>
                    <a:pt x="128187" y="46830"/>
                  </a:cubicBezTo>
                  <a:cubicBezTo>
                    <a:pt x="106226" y="51653"/>
                    <a:pt x="86241" y="62995"/>
                    <a:pt x="70804" y="79401"/>
                  </a:cubicBezTo>
                  <a:lnTo>
                    <a:pt x="67910" y="77362"/>
                  </a:lnTo>
                  <a:lnTo>
                    <a:pt x="67340" y="77362"/>
                  </a:lnTo>
                  <a:cubicBezTo>
                    <a:pt x="66761" y="77362"/>
                    <a:pt x="66173" y="77658"/>
                    <a:pt x="65603" y="77658"/>
                  </a:cubicBezTo>
                  <a:cubicBezTo>
                    <a:pt x="64666" y="77630"/>
                    <a:pt x="63756" y="77335"/>
                    <a:pt x="62993" y="76781"/>
                  </a:cubicBezTo>
                  <a:cubicBezTo>
                    <a:pt x="58776" y="73600"/>
                    <a:pt x="54889" y="70004"/>
                    <a:pt x="51406" y="66020"/>
                  </a:cubicBezTo>
                  <a:cubicBezTo>
                    <a:pt x="50800" y="65273"/>
                    <a:pt x="50120" y="64591"/>
                    <a:pt x="49376" y="63982"/>
                  </a:cubicBezTo>
                  <a:cubicBezTo>
                    <a:pt x="48190" y="62562"/>
                    <a:pt x="46941" y="61197"/>
                    <a:pt x="45608" y="59915"/>
                  </a:cubicBezTo>
                  <a:cubicBezTo>
                    <a:pt x="45314" y="59620"/>
                    <a:pt x="44735" y="59334"/>
                    <a:pt x="44156" y="58744"/>
                  </a:cubicBezTo>
                  <a:cubicBezTo>
                    <a:pt x="43872" y="58449"/>
                    <a:pt x="43578" y="58449"/>
                    <a:pt x="43578" y="58163"/>
                  </a:cubicBezTo>
                  <a:cubicBezTo>
                    <a:pt x="41787" y="56669"/>
                    <a:pt x="39535" y="55848"/>
                    <a:pt x="37210" y="55830"/>
                  </a:cubicBezTo>
                  <a:cubicBezTo>
                    <a:pt x="34610" y="55784"/>
                    <a:pt x="32138" y="56964"/>
                    <a:pt x="30549" y="59029"/>
                  </a:cubicBezTo>
                  <a:cubicBezTo>
                    <a:pt x="27701" y="63254"/>
                    <a:pt x="28591" y="68953"/>
                    <a:pt x="32570" y="72115"/>
                  </a:cubicBezTo>
                  <a:cubicBezTo>
                    <a:pt x="32864" y="72115"/>
                    <a:pt x="32864" y="72401"/>
                    <a:pt x="33149" y="72401"/>
                  </a:cubicBezTo>
                  <a:cubicBezTo>
                    <a:pt x="33728" y="72696"/>
                    <a:pt x="34013" y="73278"/>
                    <a:pt x="34592" y="73573"/>
                  </a:cubicBezTo>
                  <a:cubicBezTo>
                    <a:pt x="36172" y="74651"/>
                    <a:pt x="37826" y="75629"/>
                    <a:pt x="39526" y="76486"/>
                  </a:cubicBezTo>
                  <a:cubicBezTo>
                    <a:pt x="40454" y="76855"/>
                    <a:pt x="41327" y="77344"/>
                    <a:pt x="42126" y="77935"/>
                  </a:cubicBezTo>
                  <a:cubicBezTo>
                    <a:pt x="46748" y="80526"/>
                    <a:pt x="51113" y="83550"/>
                    <a:pt x="55174" y="86953"/>
                  </a:cubicBezTo>
                  <a:cubicBezTo>
                    <a:pt x="56286" y="88116"/>
                    <a:pt x="56810" y="89710"/>
                    <a:pt x="56617" y="91316"/>
                  </a:cubicBezTo>
                  <a:lnTo>
                    <a:pt x="56617" y="91896"/>
                  </a:lnTo>
                  <a:lnTo>
                    <a:pt x="59511" y="94506"/>
                  </a:lnTo>
                  <a:cubicBezTo>
                    <a:pt x="58932" y="95225"/>
                    <a:pt x="58445" y="96009"/>
                    <a:pt x="58069" y="96848"/>
                  </a:cubicBezTo>
                  <a:cubicBezTo>
                    <a:pt x="43716" y="119682"/>
                    <a:pt x="37954" y="146914"/>
                    <a:pt x="41842" y="173629"/>
                  </a:cubicBezTo>
                  <a:lnTo>
                    <a:pt x="38074" y="174800"/>
                  </a:lnTo>
                  <a:cubicBezTo>
                    <a:pt x="38074" y="175095"/>
                    <a:pt x="37780" y="175095"/>
                    <a:pt x="37780" y="175381"/>
                  </a:cubicBezTo>
                  <a:cubicBezTo>
                    <a:pt x="37119" y="176782"/>
                    <a:pt x="35988" y="177907"/>
                    <a:pt x="34592" y="178581"/>
                  </a:cubicBezTo>
                  <a:cubicBezTo>
                    <a:pt x="29483" y="180020"/>
                    <a:pt x="24236" y="180896"/>
                    <a:pt x="18943" y="181200"/>
                  </a:cubicBezTo>
                  <a:lnTo>
                    <a:pt x="18649" y="181200"/>
                  </a:lnTo>
                  <a:cubicBezTo>
                    <a:pt x="17675" y="181145"/>
                    <a:pt x="16701" y="181246"/>
                    <a:pt x="15755" y="181486"/>
                  </a:cubicBezTo>
                  <a:cubicBezTo>
                    <a:pt x="13908" y="181550"/>
                    <a:pt x="12070" y="181744"/>
                    <a:pt x="10251" y="182066"/>
                  </a:cubicBezTo>
                  <a:cubicBezTo>
                    <a:pt x="9672" y="182066"/>
                    <a:pt x="9084" y="182362"/>
                    <a:pt x="8514" y="182362"/>
                  </a:cubicBezTo>
                  <a:cubicBezTo>
                    <a:pt x="8193" y="182316"/>
                    <a:pt x="7871" y="182426"/>
                    <a:pt x="7641" y="182657"/>
                  </a:cubicBezTo>
                  <a:cubicBezTo>
                    <a:pt x="2670" y="183653"/>
                    <a:pt x="-647" y="188383"/>
                    <a:pt x="107" y="193418"/>
                  </a:cubicBezTo>
                  <a:cubicBezTo>
                    <a:pt x="1182" y="197596"/>
                    <a:pt x="5087" y="200409"/>
                    <a:pt x="9378" y="200104"/>
                  </a:cubicBezTo>
                  <a:cubicBezTo>
                    <a:pt x="10168" y="200151"/>
                    <a:pt x="10958" y="200049"/>
                    <a:pt x="11712" y="199809"/>
                  </a:cubicBezTo>
                  <a:cubicBezTo>
                    <a:pt x="11997" y="199809"/>
                    <a:pt x="12282" y="199809"/>
                    <a:pt x="12282" y="199523"/>
                  </a:cubicBezTo>
                  <a:cubicBezTo>
                    <a:pt x="12860" y="199523"/>
                    <a:pt x="13448" y="199228"/>
                    <a:pt x="14027" y="199228"/>
                  </a:cubicBezTo>
                  <a:cubicBezTo>
                    <a:pt x="15819" y="198721"/>
                    <a:pt x="17565" y="198039"/>
                    <a:pt x="19237" y="197182"/>
                  </a:cubicBezTo>
                  <a:cubicBezTo>
                    <a:pt x="20101" y="196886"/>
                    <a:pt x="20974" y="196306"/>
                    <a:pt x="21837" y="196010"/>
                  </a:cubicBezTo>
                  <a:lnTo>
                    <a:pt x="22131" y="196010"/>
                  </a:lnTo>
                  <a:cubicBezTo>
                    <a:pt x="26974" y="194009"/>
                    <a:pt x="32037" y="192542"/>
                    <a:pt x="37201" y="191648"/>
                  </a:cubicBezTo>
                  <a:lnTo>
                    <a:pt x="37780" y="191648"/>
                  </a:lnTo>
                  <a:cubicBezTo>
                    <a:pt x="39158" y="191712"/>
                    <a:pt x="40481" y="192229"/>
                    <a:pt x="41547" y="193106"/>
                  </a:cubicBezTo>
                  <a:cubicBezTo>
                    <a:pt x="41842" y="193106"/>
                    <a:pt x="41842" y="193401"/>
                    <a:pt x="42126" y="193401"/>
                  </a:cubicBezTo>
                  <a:lnTo>
                    <a:pt x="46178" y="192819"/>
                  </a:lnTo>
                  <a:cubicBezTo>
                    <a:pt x="53180" y="214398"/>
                    <a:pt x="66393" y="233423"/>
                    <a:pt x="84145" y="247495"/>
                  </a:cubicBezTo>
                  <a:cubicBezTo>
                    <a:pt x="88115" y="250566"/>
                    <a:pt x="92278" y="253379"/>
                    <a:pt x="96606" y="255924"/>
                  </a:cubicBezTo>
                  <a:lnTo>
                    <a:pt x="94869" y="259705"/>
                  </a:lnTo>
                  <a:cubicBezTo>
                    <a:pt x="94869" y="260000"/>
                    <a:pt x="95163" y="260000"/>
                    <a:pt x="95163" y="260286"/>
                  </a:cubicBezTo>
                  <a:cubicBezTo>
                    <a:pt x="95981" y="261697"/>
                    <a:pt x="96192" y="263384"/>
                    <a:pt x="95742" y="264961"/>
                  </a:cubicBezTo>
                  <a:cubicBezTo>
                    <a:pt x="93665" y="269747"/>
                    <a:pt x="91138" y="274322"/>
                    <a:pt x="88198" y="278628"/>
                  </a:cubicBezTo>
                  <a:lnTo>
                    <a:pt x="88198" y="278923"/>
                  </a:lnTo>
                  <a:cubicBezTo>
                    <a:pt x="87628" y="279790"/>
                    <a:pt x="87040" y="280371"/>
                    <a:pt x="86461" y="281256"/>
                  </a:cubicBezTo>
                  <a:cubicBezTo>
                    <a:pt x="85303" y="282713"/>
                    <a:pt x="84440" y="284161"/>
                    <a:pt x="83273" y="285931"/>
                  </a:cubicBezTo>
                  <a:cubicBezTo>
                    <a:pt x="82924" y="286374"/>
                    <a:pt x="82630" y="286863"/>
                    <a:pt x="82409" y="287380"/>
                  </a:cubicBezTo>
                  <a:cubicBezTo>
                    <a:pt x="82381" y="287601"/>
                    <a:pt x="82271" y="287803"/>
                    <a:pt x="82115" y="287960"/>
                  </a:cubicBezTo>
                  <a:cubicBezTo>
                    <a:pt x="79708" y="292433"/>
                    <a:pt x="81362" y="298012"/>
                    <a:pt x="85818" y="300437"/>
                  </a:cubicBezTo>
                  <a:cubicBezTo>
                    <a:pt x="85836" y="300447"/>
                    <a:pt x="85864" y="300456"/>
                    <a:pt x="85882" y="300465"/>
                  </a:cubicBezTo>
                  <a:cubicBezTo>
                    <a:pt x="86966" y="301028"/>
                    <a:pt x="88162" y="301332"/>
                    <a:pt x="89375" y="301341"/>
                  </a:cubicBezTo>
                  <a:cubicBezTo>
                    <a:pt x="93041" y="301166"/>
                    <a:pt x="96340" y="299064"/>
                    <a:pt x="98066" y="295817"/>
                  </a:cubicBezTo>
                  <a:cubicBezTo>
                    <a:pt x="98103" y="295596"/>
                    <a:pt x="98204" y="295393"/>
                    <a:pt x="98360" y="295236"/>
                  </a:cubicBezTo>
                  <a:cubicBezTo>
                    <a:pt x="98582" y="294711"/>
                    <a:pt x="98875" y="294222"/>
                    <a:pt x="99233" y="293780"/>
                  </a:cubicBezTo>
                  <a:cubicBezTo>
                    <a:pt x="99895" y="292064"/>
                    <a:pt x="100474" y="290321"/>
                    <a:pt x="100970" y="288541"/>
                  </a:cubicBezTo>
                  <a:lnTo>
                    <a:pt x="101834" y="285931"/>
                  </a:lnTo>
                  <a:cubicBezTo>
                    <a:pt x="103295" y="280860"/>
                    <a:pt x="105344" y="275981"/>
                    <a:pt x="107926" y="271389"/>
                  </a:cubicBezTo>
                  <a:cubicBezTo>
                    <a:pt x="108873" y="270135"/>
                    <a:pt x="110187" y="269221"/>
                    <a:pt x="111694" y="268770"/>
                  </a:cubicBezTo>
                  <a:cubicBezTo>
                    <a:pt x="111978" y="268770"/>
                    <a:pt x="111978" y="268770"/>
                    <a:pt x="112273" y="268474"/>
                  </a:cubicBezTo>
                  <a:lnTo>
                    <a:pt x="114293" y="264703"/>
                  </a:lnTo>
                  <a:cubicBezTo>
                    <a:pt x="127240" y="269692"/>
                    <a:pt x="140995" y="272256"/>
                    <a:pt x="154870" y="272256"/>
                  </a:cubicBezTo>
                  <a:cubicBezTo>
                    <a:pt x="163361" y="272311"/>
                    <a:pt x="171824" y="271334"/>
                    <a:pt x="180084" y="269351"/>
                  </a:cubicBezTo>
                  <a:cubicBezTo>
                    <a:pt x="185193" y="268207"/>
                    <a:pt x="190219" y="266751"/>
                    <a:pt x="195154" y="264989"/>
                  </a:cubicBezTo>
                  <a:lnTo>
                    <a:pt x="196890" y="268189"/>
                  </a:lnTo>
                  <a:cubicBezTo>
                    <a:pt x="197185" y="268189"/>
                    <a:pt x="197185" y="268189"/>
                    <a:pt x="197469" y="268484"/>
                  </a:cubicBezTo>
                  <a:cubicBezTo>
                    <a:pt x="199049" y="268752"/>
                    <a:pt x="200437" y="269711"/>
                    <a:pt x="201236" y="271094"/>
                  </a:cubicBezTo>
                  <a:cubicBezTo>
                    <a:pt x="203643" y="275760"/>
                    <a:pt x="205674" y="280611"/>
                    <a:pt x="207310" y="285600"/>
                  </a:cubicBezTo>
                  <a:lnTo>
                    <a:pt x="207310" y="285895"/>
                  </a:lnTo>
                  <a:lnTo>
                    <a:pt x="208183" y="288514"/>
                  </a:lnTo>
                  <a:cubicBezTo>
                    <a:pt x="208634" y="290294"/>
                    <a:pt x="209212" y="292046"/>
                    <a:pt x="209919" y="293742"/>
                  </a:cubicBezTo>
                  <a:cubicBezTo>
                    <a:pt x="210213" y="294323"/>
                    <a:pt x="210498" y="294618"/>
                    <a:pt x="210792" y="295200"/>
                  </a:cubicBezTo>
                  <a:cubicBezTo>
                    <a:pt x="210820" y="295421"/>
                    <a:pt x="210921" y="295624"/>
                    <a:pt x="211077" y="295781"/>
                  </a:cubicBezTo>
                  <a:cubicBezTo>
                    <a:pt x="212713" y="299110"/>
                    <a:pt x="216067" y="301249"/>
                    <a:pt x="219770" y="301304"/>
                  </a:cubicBezTo>
                  <a:cubicBezTo>
                    <a:pt x="220992" y="301295"/>
                    <a:pt x="222186" y="301000"/>
                    <a:pt x="223270" y="300437"/>
                  </a:cubicBezTo>
                  <a:cubicBezTo>
                    <a:pt x="225366" y="299350"/>
                    <a:pt x="226928" y="297468"/>
                    <a:pt x="227598" y="295200"/>
                  </a:cubicBezTo>
                  <a:cubicBezTo>
                    <a:pt x="228278" y="292783"/>
                    <a:pt x="228077" y="290211"/>
                    <a:pt x="227029" y="287932"/>
                  </a:cubicBezTo>
                  <a:cubicBezTo>
                    <a:pt x="227029" y="287637"/>
                    <a:pt x="226735" y="287637"/>
                    <a:pt x="226735" y="287352"/>
                  </a:cubicBezTo>
                  <a:cubicBezTo>
                    <a:pt x="226514" y="286826"/>
                    <a:pt x="226220" y="286337"/>
                    <a:pt x="225862" y="285895"/>
                  </a:cubicBezTo>
                  <a:cubicBezTo>
                    <a:pt x="224971" y="284225"/>
                    <a:pt x="223904" y="282667"/>
                    <a:pt x="222674" y="281229"/>
                  </a:cubicBezTo>
                  <a:cubicBezTo>
                    <a:pt x="222095" y="280353"/>
                    <a:pt x="221516" y="279771"/>
                    <a:pt x="220937" y="278886"/>
                  </a:cubicBezTo>
                  <a:lnTo>
                    <a:pt x="220937" y="278600"/>
                  </a:lnTo>
                  <a:cubicBezTo>
                    <a:pt x="217896" y="274358"/>
                    <a:pt x="215360" y="269766"/>
                    <a:pt x="213402" y="264924"/>
                  </a:cubicBezTo>
                  <a:cubicBezTo>
                    <a:pt x="213044" y="263375"/>
                    <a:pt x="213145" y="261752"/>
                    <a:pt x="213696" y="260258"/>
                  </a:cubicBezTo>
                  <a:cubicBezTo>
                    <a:pt x="213696" y="259963"/>
                    <a:pt x="213981" y="259963"/>
                    <a:pt x="213981" y="259677"/>
                  </a:cubicBezTo>
                  <a:lnTo>
                    <a:pt x="212539" y="256173"/>
                  </a:lnTo>
                  <a:cubicBezTo>
                    <a:pt x="236502" y="241787"/>
                    <a:pt x="254420" y="219148"/>
                    <a:pt x="262975" y="192478"/>
                  </a:cubicBezTo>
                  <a:lnTo>
                    <a:pt x="266467" y="193059"/>
                  </a:lnTo>
                  <a:cubicBezTo>
                    <a:pt x="266760" y="193059"/>
                    <a:pt x="266760" y="192764"/>
                    <a:pt x="267046" y="192764"/>
                  </a:cubicBezTo>
                  <a:cubicBezTo>
                    <a:pt x="268139" y="191934"/>
                    <a:pt x="269444" y="191436"/>
                    <a:pt x="270803" y="191316"/>
                  </a:cubicBezTo>
                  <a:lnTo>
                    <a:pt x="271382" y="191316"/>
                  </a:lnTo>
                  <a:cubicBezTo>
                    <a:pt x="276555" y="192202"/>
                    <a:pt x="281609" y="193668"/>
                    <a:pt x="286461" y="195669"/>
                  </a:cubicBezTo>
                  <a:lnTo>
                    <a:pt x="286746" y="195669"/>
                  </a:lnTo>
                  <a:cubicBezTo>
                    <a:pt x="287619" y="195964"/>
                    <a:pt x="288483" y="196545"/>
                    <a:pt x="289356" y="196840"/>
                  </a:cubicBezTo>
                  <a:cubicBezTo>
                    <a:pt x="291019" y="197689"/>
                    <a:pt x="292773" y="198380"/>
                    <a:pt x="294575" y="198878"/>
                  </a:cubicBezTo>
                  <a:cubicBezTo>
                    <a:pt x="295144" y="198878"/>
                    <a:pt x="295732" y="199173"/>
                    <a:pt x="296311" y="199173"/>
                  </a:cubicBezTo>
                  <a:cubicBezTo>
                    <a:pt x="296633" y="199127"/>
                    <a:pt x="296945" y="199238"/>
                    <a:pt x="297184" y="199459"/>
                  </a:cubicBezTo>
                  <a:cubicBezTo>
                    <a:pt x="297929" y="199699"/>
                    <a:pt x="298719" y="199800"/>
                    <a:pt x="299509" y="199754"/>
                  </a:cubicBezTo>
                  <a:cubicBezTo>
                    <a:pt x="303708" y="199763"/>
                    <a:pt x="307448" y="197070"/>
                    <a:pt x="308780" y="193059"/>
                  </a:cubicBezTo>
                  <a:cubicBezTo>
                    <a:pt x="308247" y="188421"/>
                    <a:pt x="304894" y="184593"/>
                    <a:pt x="300372" y="183468"/>
                  </a:cubicBezTo>
                  <a:lnTo>
                    <a:pt x="300336" y="183515"/>
                  </a:lnTo>
                  <a:close/>
                </a:path>
              </a:pathLst>
            </a:custGeom>
            <a:solidFill>
              <a:schemeClr val="accent1"/>
            </a:solidFill>
            <a:ln w="9331" cap="flat">
              <a:noFill/>
              <a:prstDash val="solid"/>
              <a:miter/>
            </a:ln>
          </p:spPr>
          <p:txBody>
            <a:bodyPr rtlCol="0" anchor="ct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grpSp>
      <p:sp>
        <p:nvSpPr>
          <p:cNvPr id="18" name="Oval 28">
            <a:extLst>
              <a:ext uri="{FF2B5EF4-FFF2-40B4-BE49-F238E27FC236}">
                <a16:creationId xmlns:a16="http://schemas.microsoft.com/office/drawing/2014/main" id="{6897FAE5-D7E7-7DC7-FF9F-A52F35F03411}"/>
              </a:ext>
              <a:ext uri="{C183D7F6-B498-43B3-948B-1728B52AA6E4}">
                <adec:decorative xmlns:adec="http://schemas.microsoft.com/office/drawing/2017/decorative" val="1"/>
              </a:ext>
            </a:extLst>
          </p:cNvPr>
          <p:cNvSpPr/>
          <p:nvPr/>
        </p:nvSpPr>
        <p:spPr bwMode="auto">
          <a:xfrm>
            <a:off x="9865056" y="1538296"/>
            <a:ext cx="1182774" cy="1182774"/>
          </a:xfrm>
          <a:prstGeom prst="ellipse">
            <a:avLst/>
          </a:prstGeom>
          <a:solidFill>
            <a:schemeClr val="accent1">
              <a:lumMod val="50000"/>
            </a:schemeClr>
          </a:solid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nvGrpSpPr>
          <p:cNvPr id="19" name="Group 33">
            <a:extLst>
              <a:ext uri="{FF2B5EF4-FFF2-40B4-BE49-F238E27FC236}">
                <a16:creationId xmlns:a16="http://schemas.microsoft.com/office/drawing/2014/main" id="{0C162F14-03D6-3BF7-F242-C9CA3CC44974}"/>
              </a:ext>
              <a:ext uri="{C183D7F6-B498-43B3-948B-1728B52AA6E4}">
                <adec:decorative xmlns:adec="http://schemas.microsoft.com/office/drawing/2017/decorative" val="1"/>
              </a:ext>
            </a:extLst>
          </p:cNvPr>
          <p:cNvGrpSpPr/>
          <p:nvPr/>
        </p:nvGrpSpPr>
        <p:grpSpPr>
          <a:xfrm>
            <a:off x="4294702" y="1628301"/>
            <a:ext cx="1182774" cy="1182774"/>
            <a:chOff x="9686385" y="1714470"/>
            <a:chExt cx="1182942" cy="1182942"/>
          </a:xfrm>
          <a:solidFill>
            <a:schemeClr val="accent2"/>
          </a:solidFill>
        </p:grpSpPr>
        <p:sp>
          <p:nvSpPr>
            <p:cNvPr id="20" name="Oval 29">
              <a:extLst>
                <a:ext uri="{FF2B5EF4-FFF2-40B4-BE49-F238E27FC236}">
                  <a16:creationId xmlns:a16="http://schemas.microsoft.com/office/drawing/2014/main" id="{DFDE647B-4B5B-8A88-337B-3E17454793D9}"/>
                </a:ext>
              </a:extLst>
            </p:cNvPr>
            <p:cNvSpPr/>
            <p:nvPr/>
          </p:nvSpPr>
          <p:spPr bwMode="auto">
            <a:xfrm>
              <a:off x="9686385" y="1714470"/>
              <a:ext cx="1182942" cy="1182942"/>
            </a:xfrm>
            <a:prstGeom prst="ellipse">
              <a:avLst/>
            </a:prstGeom>
            <a:grp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21" name="Graphic 107">
              <a:extLst>
                <a:ext uri="{FF2B5EF4-FFF2-40B4-BE49-F238E27FC236}">
                  <a16:creationId xmlns:a16="http://schemas.microsoft.com/office/drawing/2014/main" id="{FF473B13-ECEF-9782-83E1-04F74BE08F2B}"/>
                </a:ext>
              </a:extLst>
            </p:cNvPr>
            <p:cNvSpPr/>
            <p:nvPr/>
          </p:nvSpPr>
          <p:spPr>
            <a:xfrm>
              <a:off x="10104335" y="2067928"/>
              <a:ext cx="347043" cy="476027"/>
            </a:xfrm>
            <a:custGeom>
              <a:avLst/>
              <a:gdLst>
                <a:gd name="connsiteX0" fmla="*/ 96646 w 265997"/>
                <a:gd name="connsiteY0" fmla="*/ 36501 h 364859"/>
                <a:gd name="connsiteX1" fmla="*/ 132851 w 265997"/>
                <a:gd name="connsiteY1" fmla="*/ 0 h 364859"/>
                <a:gd name="connsiteX2" fmla="*/ 169056 w 265997"/>
                <a:gd name="connsiteY2" fmla="*/ 36501 h 364859"/>
                <a:gd name="connsiteX3" fmla="*/ 169056 w 265997"/>
                <a:gd name="connsiteY3" fmla="*/ 48618 h 364859"/>
                <a:gd name="connsiteX4" fmla="*/ 217379 w 265997"/>
                <a:gd name="connsiteY4" fmla="*/ 48618 h 364859"/>
                <a:gd name="connsiteX5" fmla="*/ 217379 w 265997"/>
                <a:gd name="connsiteY5" fmla="*/ 97237 h 364859"/>
                <a:gd name="connsiteX6" fmla="*/ 48175 w 265997"/>
                <a:gd name="connsiteY6" fmla="*/ 97237 h 364859"/>
                <a:gd name="connsiteX7" fmla="*/ 48175 w 265997"/>
                <a:gd name="connsiteY7" fmla="*/ 48618 h 364859"/>
                <a:gd name="connsiteX8" fmla="*/ 96498 w 265997"/>
                <a:gd name="connsiteY8" fmla="*/ 48618 h 364859"/>
                <a:gd name="connsiteX9" fmla="*/ 96498 w 265997"/>
                <a:gd name="connsiteY9" fmla="*/ 36501 h 364859"/>
                <a:gd name="connsiteX10" fmla="*/ 96646 w 265997"/>
                <a:gd name="connsiteY10" fmla="*/ 36501 h 364859"/>
                <a:gd name="connsiteX11" fmla="*/ 96646 w 265997"/>
                <a:gd name="connsiteY11" fmla="*/ 36501 h 364859"/>
                <a:gd name="connsiteX12" fmla="*/ 48323 w 265997"/>
                <a:gd name="connsiteY12" fmla="*/ 48766 h 364859"/>
                <a:gd name="connsiteX13" fmla="*/ 0 w 265997"/>
                <a:gd name="connsiteY13" fmla="*/ 48766 h 364859"/>
                <a:gd name="connsiteX14" fmla="*/ 0 w 265997"/>
                <a:gd name="connsiteY14" fmla="*/ 364859 h 364859"/>
                <a:gd name="connsiteX15" fmla="*/ 265997 w 265997"/>
                <a:gd name="connsiteY15" fmla="*/ 364859 h 364859"/>
                <a:gd name="connsiteX16" fmla="*/ 265997 w 265997"/>
                <a:gd name="connsiteY16" fmla="*/ 48766 h 364859"/>
                <a:gd name="connsiteX17" fmla="*/ 217675 w 265997"/>
                <a:gd name="connsiteY17" fmla="*/ 48766 h 364859"/>
                <a:gd name="connsiteX18" fmla="*/ 48323 w 265997"/>
                <a:gd name="connsiteY18" fmla="*/ 170238 h 364859"/>
                <a:gd name="connsiteX19" fmla="*/ 145116 w 265997"/>
                <a:gd name="connsiteY19" fmla="*/ 170238 h 364859"/>
                <a:gd name="connsiteX20" fmla="*/ 144969 w 265997"/>
                <a:gd name="connsiteY20" fmla="*/ 243240 h 364859"/>
                <a:gd name="connsiteX21" fmla="*/ 48175 w 265997"/>
                <a:gd name="connsiteY21" fmla="*/ 243240 h 364859"/>
                <a:gd name="connsiteX22" fmla="*/ 144969 w 265997"/>
                <a:gd name="connsiteY22" fmla="*/ 316241 h 364859"/>
                <a:gd name="connsiteX23" fmla="*/ 48175 w 265997"/>
                <a:gd name="connsiteY23" fmla="*/ 316241 h 364859"/>
                <a:gd name="connsiteX24" fmla="*/ 169204 w 265997"/>
                <a:gd name="connsiteY24" fmla="*/ 146003 h 364859"/>
                <a:gd name="connsiteX25" fmla="*/ 193439 w 265997"/>
                <a:gd name="connsiteY25" fmla="*/ 170386 h 364859"/>
                <a:gd name="connsiteX26" fmla="*/ 229644 w 265997"/>
                <a:gd name="connsiteY26" fmla="*/ 133885 h 364859"/>
                <a:gd name="connsiteX27" fmla="*/ 169204 w 265997"/>
                <a:gd name="connsiteY27" fmla="*/ 219004 h 364859"/>
                <a:gd name="connsiteX28" fmla="*/ 193439 w 265997"/>
                <a:gd name="connsiteY28" fmla="*/ 243387 h 364859"/>
                <a:gd name="connsiteX29" fmla="*/ 229644 w 265997"/>
                <a:gd name="connsiteY29" fmla="*/ 206887 h 364859"/>
                <a:gd name="connsiteX30" fmla="*/ 169204 w 265997"/>
                <a:gd name="connsiteY30" fmla="*/ 291858 h 364859"/>
                <a:gd name="connsiteX31" fmla="*/ 193439 w 265997"/>
                <a:gd name="connsiteY31" fmla="*/ 316241 h 364859"/>
                <a:gd name="connsiteX32" fmla="*/ 229644 w 265997"/>
                <a:gd name="connsiteY32" fmla="*/ 279740 h 364859"/>
                <a:gd name="connsiteX0" fmla="*/ 96646 w 265997"/>
                <a:gd name="connsiteY0" fmla="*/ 36501 h 364859"/>
                <a:gd name="connsiteX1" fmla="*/ 132851 w 265997"/>
                <a:gd name="connsiteY1" fmla="*/ 0 h 364859"/>
                <a:gd name="connsiteX2" fmla="*/ 169056 w 265997"/>
                <a:gd name="connsiteY2" fmla="*/ 36501 h 364859"/>
                <a:gd name="connsiteX3" fmla="*/ 169056 w 265997"/>
                <a:gd name="connsiteY3" fmla="*/ 48618 h 364859"/>
                <a:gd name="connsiteX4" fmla="*/ 217379 w 265997"/>
                <a:gd name="connsiteY4" fmla="*/ 48618 h 364859"/>
                <a:gd name="connsiteX5" fmla="*/ 217379 w 265997"/>
                <a:gd name="connsiteY5" fmla="*/ 97237 h 364859"/>
                <a:gd name="connsiteX6" fmla="*/ 48175 w 265997"/>
                <a:gd name="connsiteY6" fmla="*/ 97237 h 364859"/>
                <a:gd name="connsiteX7" fmla="*/ 48175 w 265997"/>
                <a:gd name="connsiteY7" fmla="*/ 48618 h 364859"/>
                <a:gd name="connsiteX8" fmla="*/ 96498 w 265997"/>
                <a:gd name="connsiteY8" fmla="*/ 48618 h 364859"/>
                <a:gd name="connsiteX9" fmla="*/ 96498 w 265997"/>
                <a:gd name="connsiteY9" fmla="*/ 36501 h 364859"/>
                <a:gd name="connsiteX10" fmla="*/ 96646 w 265997"/>
                <a:gd name="connsiteY10" fmla="*/ 36501 h 364859"/>
                <a:gd name="connsiteX11" fmla="*/ 96646 w 265997"/>
                <a:gd name="connsiteY11" fmla="*/ 36501 h 364859"/>
                <a:gd name="connsiteX12" fmla="*/ 48323 w 265997"/>
                <a:gd name="connsiteY12" fmla="*/ 48766 h 364859"/>
                <a:gd name="connsiteX13" fmla="*/ 0 w 265997"/>
                <a:gd name="connsiteY13" fmla="*/ 48766 h 364859"/>
                <a:gd name="connsiteX14" fmla="*/ 0 w 265997"/>
                <a:gd name="connsiteY14" fmla="*/ 364859 h 364859"/>
                <a:gd name="connsiteX15" fmla="*/ 265997 w 265997"/>
                <a:gd name="connsiteY15" fmla="*/ 364859 h 364859"/>
                <a:gd name="connsiteX16" fmla="*/ 265997 w 265997"/>
                <a:gd name="connsiteY16" fmla="*/ 48766 h 364859"/>
                <a:gd name="connsiteX17" fmla="*/ 217675 w 265997"/>
                <a:gd name="connsiteY17" fmla="*/ 48766 h 364859"/>
                <a:gd name="connsiteX18" fmla="*/ 48323 w 265997"/>
                <a:gd name="connsiteY18" fmla="*/ 170238 h 364859"/>
                <a:gd name="connsiteX19" fmla="*/ 145116 w 265997"/>
                <a:gd name="connsiteY19" fmla="*/ 170238 h 364859"/>
                <a:gd name="connsiteX20" fmla="*/ 144969 w 265997"/>
                <a:gd name="connsiteY20" fmla="*/ 243240 h 364859"/>
                <a:gd name="connsiteX21" fmla="*/ 48175 w 265997"/>
                <a:gd name="connsiteY21" fmla="*/ 243240 h 364859"/>
                <a:gd name="connsiteX22" fmla="*/ 144969 w 265997"/>
                <a:gd name="connsiteY22" fmla="*/ 316241 h 364859"/>
                <a:gd name="connsiteX23" fmla="*/ 48175 w 265997"/>
                <a:gd name="connsiteY23" fmla="*/ 316241 h 364859"/>
                <a:gd name="connsiteX24" fmla="*/ 169204 w 265997"/>
                <a:gd name="connsiteY24" fmla="*/ 146003 h 364859"/>
                <a:gd name="connsiteX25" fmla="*/ 193439 w 265997"/>
                <a:gd name="connsiteY25" fmla="*/ 170386 h 364859"/>
                <a:gd name="connsiteX26" fmla="*/ 229644 w 265997"/>
                <a:gd name="connsiteY26" fmla="*/ 133885 h 364859"/>
                <a:gd name="connsiteX27" fmla="*/ 169204 w 265997"/>
                <a:gd name="connsiteY27" fmla="*/ 219004 h 364859"/>
                <a:gd name="connsiteX28" fmla="*/ 193439 w 265997"/>
                <a:gd name="connsiteY28" fmla="*/ 243387 h 364859"/>
                <a:gd name="connsiteX29" fmla="*/ 229644 w 265997"/>
                <a:gd name="connsiteY29" fmla="*/ 206887 h 364859"/>
                <a:gd name="connsiteX30" fmla="*/ 169204 w 265997"/>
                <a:gd name="connsiteY30" fmla="*/ 291858 h 364859"/>
                <a:gd name="connsiteX31" fmla="*/ 193439 w 265997"/>
                <a:gd name="connsiteY31" fmla="*/ 316241 h 364859"/>
                <a:gd name="connsiteX32" fmla="*/ 229644 w 265997"/>
                <a:gd name="connsiteY32" fmla="*/ 279740 h 36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65997" h="364859">
                  <a:moveTo>
                    <a:pt x="96646" y="36501"/>
                  </a:moveTo>
                  <a:cubicBezTo>
                    <a:pt x="96646" y="16403"/>
                    <a:pt x="112901" y="0"/>
                    <a:pt x="132851" y="0"/>
                  </a:cubicBezTo>
                  <a:cubicBezTo>
                    <a:pt x="152801" y="0"/>
                    <a:pt x="169056" y="16403"/>
                    <a:pt x="169056" y="36501"/>
                  </a:cubicBezTo>
                  <a:lnTo>
                    <a:pt x="169056" y="48618"/>
                  </a:lnTo>
                  <a:lnTo>
                    <a:pt x="217379" y="48618"/>
                  </a:lnTo>
                  <a:lnTo>
                    <a:pt x="217379" y="97237"/>
                  </a:lnTo>
                  <a:lnTo>
                    <a:pt x="48175" y="97237"/>
                  </a:lnTo>
                  <a:lnTo>
                    <a:pt x="48175" y="48618"/>
                  </a:lnTo>
                  <a:lnTo>
                    <a:pt x="96498" y="48618"/>
                  </a:lnTo>
                  <a:lnTo>
                    <a:pt x="96498" y="36501"/>
                  </a:lnTo>
                  <a:lnTo>
                    <a:pt x="96646" y="36501"/>
                  </a:lnTo>
                  <a:lnTo>
                    <a:pt x="96646" y="36501"/>
                  </a:lnTo>
                  <a:close/>
                  <a:moveTo>
                    <a:pt x="48323" y="48766"/>
                  </a:moveTo>
                  <a:lnTo>
                    <a:pt x="0" y="48766"/>
                  </a:lnTo>
                  <a:lnTo>
                    <a:pt x="0" y="364859"/>
                  </a:lnTo>
                  <a:lnTo>
                    <a:pt x="265997" y="364859"/>
                  </a:lnTo>
                  <a:lnTo>
                    <a:pt x="265997" y="48766"/>
                  </a:lnTo>
                  <a:lnTo>
                    <a:pt x="217675" y="48766"/>
                  </a:lnTo>
                  <a:moveTo>
                    <a:pt x="48323" y="170238"/>
                  </a:moveTo>
                  <a:lnTo>
                    <a:pt x="145116" y="170238"/>
                  </a:lnTo>
                  <a:moveTo>
                    <a:pt x="144969" y="243240"/>
                  </a:moveTo>
                  <a:lnTo>
                    <a:pt x="48175" y="243240"/>
                  </a:lnTo>
                  <a:moveTo>
                    <a:pt x="144969" y="316241"/>
                  </a:moveTo>
                  <a:lnTo>
                    <a:pt x="48175" y="316241"/>
                  </a:lnTo>
                  <a:moveTo>
                    <a:pt x="169204" y="146003"/>
                  </a:moveTo>
                  <a:lnTo>
                    <a:pt x="193439" y="170386"/>
                  </a:lnTo>
                  <a:lnTo>
                    <a:pt x="229644" y="133885"/>
                  </a:lnTo>
                  <a:moveTo>
                    <a:pt x="169204" y="219004"/>
                  </a:moveTo>
                  <a:lnTo>
                    <a:pt x="193439" y="243387"/>
                  </a:lnTo>
                  <a:lnTo>
                    <a:pt x="229644" y="206887"/>
                  </a:lnTo>
                  <a:moveTo>
                    <a:pt x="169204" y="291858"/>
                  </a:moveTo>
                  <a:lnTo>
                    <a:pt x="193439" y="316241"/>
                  </a:lnTo>
                  <a:lnTo>
                    <a:pt x="229644" y="279740"/>
                  </a:lnTo>
                </a:path>
              </a:pathLst>
            </a:custGeom>
            <a:grpFill/>
            <a:ln w="19050" cap="sq">
              <a:solidFill>
                <a:schemeClr val="bg1"/>
              </a:solidFill>
              <a:prstDash val="solid"/>
              <a:miter lim="800000"/>
              <a:headEnd/>
              <a:tailEnd/>
            </a:ln>
          </p:spPr>
          <p:txBody>
            <a:bodyPr vert="horz" wrap="square" lIns="89630" tIns="44814" rIns="89630" bIns="44814"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gradFill>
                <a:effectLst/>
                <a:uLnTx/>
                <a:uFillTx/>
                <a:latin typeface="Yu Gothic UI" panose="020B0500000000000000" pitchFamily="50" charset="-128"/>
                <a:ea typeface="Yu Gothic UI" panose="020B0500000000000000" pitchFamily="50" charset="-128"/>
                <a:cs typeface="+mn-cs"/>
              </a:endParaRPr>
            </a:p>
          </p:txBody>
        </p:sp>
      </p:grpSp>
      <p:sp>
        <p:nvSpPr>
          <p:cNvPr id="22" name="Shield_EA18">
            <a:extLst>
              <a:ext uri="{FF2B5EF4-FFF2-40B4-BE49-F238E27FC236}">
                <a16:creationId xmlns:a16="http://schemas.microsoft.com/office/drawing/2014/main" id="{FE149D33-9DD3-8BBB-271A-0E4D402DB8B0}"/>
              </a:ext>
              <a:ext uri="{C183D7F6-B498-43B3-948B-1728B52AA6E4}">
                <adec:decorative xmlns:adec="http://schemas.microsoft.com/office/drawing/2017/decorative" val="1"/>
              </a:ext>
            </a:extLst>
          </p:cNvPr>
          <p:cNvSpPr>
            <a:spLocks noChangeAspect="1"/>
          </p:cNvSpPr>
          <p:nvPr/>
        </p:nvSpPr>
        <p:spPr bwMode="auto">
          <a:xfrm flipH="1">
            <a:off x="10211796" y="1874742"/>
            <a:ext cx="489294" cy="520935"/>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28575" cap="sq">
            <a:solidFill>
              <a:schemeClr val="bg1"/>
            </a:solidFill>
            <a:prstDash val="solid"/>
            <a:miter lim="800000"/>
            <a:headEnd/>
            <a:tailEnd/>
          </a:ln>
        </p:spPr>
        <p:txBody>
          <a:bodyPr vert="horz" wrap="square" lIns="89617" tIns="44808" rIns="89617" bIns="44808"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728" b="0" i="0" u="none" strike="noStrike" kern="1200" cap="none" spc="0" normalizeH="0" baseline="0" noProof="0">
              <a:ln>
                <a:noFill/>
              </a:ln>
              <a:gradFill>
                <a:gsLst>
                  <a:gs pos="0">
                    <a:srgbClr val="505050"/>
                  </a:gs>
                  <a:gs pos="100000">
                    <a:srgbClr val="505050"/>
                  </a:gs>
                </a:gsLst>
              </a:gradFill>
              <a:effectLst/>
              <a:uLnTx/>
              <a:uFillTx/>
              <a:latin typeface="Yu Gothic UI" panose="020B0500000000000000" pitchFamily="50" charset="-128"/>
              <a:ea typeface="Yu Gothic UI" panose="020B0500000000000000" pitchFamily="50" charset="-128"/>
              <a:cs typeface="+mn-cs"/>
            </a:endParaRPr>
          </a:p>
        </p:txBody>
      </p:sp>
      <p:grpSp>
        <p:nvGrpSpPr>
          <p:cNvPr id="23" name="Group 20">
            <a:extLst>
              <a:ext uri="{FF2B5EF4-FFF2-40B4-BE49-F238E27FC236}">
                <a16:creationId xmlns:a16="http://schemas.microsoft.com/office/drawing/2014/main" id="{27265B20-3EAC-15B5-397D-883B49CDD039}"/>
              </a:ext>
              <a:ext uri="{C183D7F6-B498-43B3-948B-1728B52AA6E4}">
                <adec:decorative xmlns:adec="http://schemas.microsoft.com/office/drawing/2017/decorative" val="1"/>
              </a:ext>
            </a:extLst>
          </p:cNvPr>
          <p:cNvGrpSpPr/>
          <p:nvPr/>
        </p:nvGrpSpPr>
        <p:grpSpPr>
          <a:xfrm>
            <a:off x="1673369" y="1999037"/>
            <a:ext cx="695627" cy="380722"/>
            <a:chOff x="7129569" y="651209"/>
            <a:chExt cx="713145" cy="390309"/>
          </a:xfrm>
          <a:solidFill>
            <a:schemeClr val="accent1"/>
          </a:solidFill>
        </p:grpSpPr>
        <p:sp>
          <p:nvSpPr>
            <p:cNvPr id="24" name="cloud">
              <a:extLst>
                <a:ext uri="{FF2B5EF4-FFF2-40B4-BE49-F238E27FC236}">
                  <a16:creationId xmlns:a16="http://schemas.microsoft.com/office/drawing/2014/main" id="{12EC4CEE-359E-E4DF-2AAF-B4BC83260DF8}"/>
                </a:ext>
              </a:extLst>
            </p:cNvPr>
            <p:cNvSpPr>
              <a:spLocks noChangeAspect="1"/>
            </p:cNvSpPr>
            <p:nvPr/>
          </p:nvSpPr>
          <p:spPr bwMode="auto">
            <a:xfrm>
              <a:off x="7129569" y="651209"/>
              <a:ext cx="493034" cy="314110"/>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grpFill/>
            <a:ln w="19050" cap="sq">
              <a:solidFill>
                <a:schemeClr val="bg1"/>
              </a:solidFill>
              <a:prstDash val="solid"/>
              <a:miter lim="800000"/>
              <a:headEnd/>
              <a:tailEnd/>
            </a:ln>
          </p:spPr>
          <p:txBody>
            <a:bodyPr vert="horz" wrap="square" lIns="89630" tIns="44814" rIns="89630" bIns="44814"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gradFill>
                <a:effectLst/>
                <a:uLnTx/>
                <a:uFillTx/>
                <a:latin typeface="Yu Gothic UI" panose="020B0500000000000000" pitchFamily="50" charset="-128"/>
                <a:ea typeface="Yu Gothic UI" panose="020B0500000000000000" pitchFamily="50" charset="-128"/>
                <a:cs typeface="+mn-cs"/>
              </a:endParaRPr>
            </a:p>
          </p:txBody>
        </p:sp>
        <p:sp>
          <p:nvSpPr>
            <p:cNvPr id="25" name="cloud">
              <a:extLst>
                <a:ext uri="{FF2B5EF4-FFF2-40B4-BE49-F238E27FC236}">
                  <a16:creationId xmlns:a16="http://schemas.microsoft.com/office/drawing/2014/main" id="{ABAA0315-A196-A3AC-25A9-5429B30F33DB}"/>
                </a:ext>
              </a:extLst>
            </p:cNvPr>
            <p:cNvSpPr>
              <a:spLocks noChangeAspect="1"/>
            </p:cNvSpPr>
            <p:nvPr/>
          </p:nvSpPr>
          <p:spPr bwMode="auto">
            <a:xfrm>
              <a:off x="7349680" y="727407"/>
              <a:ext cx="493034" cy="314111"/>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grpFill/>
            <a:ln w="19050" cap="sq">
              <a:solidFill>
                <a:schemeClr val="bg1"/>
              </a:solidFill>
              <a:prstDash val="solid"/>
              <a:miter lim="800000"/>
              <a:headEnd/>
              <a:tailEnd/>
            </a:ln>
          </p:spPr>
          <p:txBody>
            <a:bodyPr vert="horz" wrap="square" lIns="89630" tIns="44814" rIns="89630" bIns="44814"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gradFill>
                <a:effectLst/>
                <a:uLnTx/>
                <a:uFillTx/>
                <a:latin typeface="Yu Gothic UI" panose="020B0500000000000000" pitchFamily="50" charset="-128"/>
                <a:ea typeface="Yu Gothic UI" panose="020B0500000000000000" pitchFamily="50" charset="-128"/>
                <a:cs typeface="+mn-cs"/>
              </a:endParaRPr>
            </a:p>
          </p:txBody>
        </p:sp>
      </p:grpSp>
      <p:sp>
        <p:nvSpPr>
          <p:cNvPr id="26" name="Rectangle: Rounded Corners 9">
            <a:extLst>
              <a:ext uri="{FF2B5EF4-FFF2-40B4-BE49-F238E27FC236}">
                <a16:creationId xmlns:a16="http://schemas.microsoft.com/office/drawing/2014/main" id="{06A3078A-C843-BBC7-FCE9-962A8E5E09C5}"/>
              </a:ext>
            </a:extLst>
          </p:cNvPr>
          <p:cNvSpPr/>
          <p:nvPr/>
        </p:nvSpPr>
        <p:spPr bwMode="auto">
          <a:xfrm>
            <a:off x="3560397" y="2218145"/>
            <a:ext cx="2651384" cy="4298517"/>
          </a:xfrm>
          <a:prstGeom prst="roundRect">
            <a:avLst>
              <a:gd name="adj" fmla="val 3720"/>
            </a:avLst>
          </a:prstGeom>
          <a:no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buClrTx/>
              <a:buSzTx/>
              <a:buFontTx/>
              <a:buNone/>
              <a:tabLst/>
              <a:defRPr/>
            </a:pPr>
            <a:r>
              <a:rPr lang="ja-JP" altLang="en-US" b="1">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危険な構成不備を</a:t>
            </a:r>
            <a:endParaRPr lang="en-US" altLang="ja-JP" b="1">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endParaRPr>
          </a:p>
          <a:p>
            <a:pPr marL="0" marR="0" lvl="0" indent="0" algn="l" defTabSz="914225" rtl="0" eaLnBrk="1" fontAlgn="auto" latinLnBrk="0" hangingPunct="1">
              <a:lnSpc>
                <a:spcPct val="100000"/>
              </a:lnSpc>
              <a:spcBef>
                <a:spcPts val="0"/>
              </a:spcBef>
              <a:buClrTx/>
              <a:buSzTx/>
              <a:buFontTx/>
              <a:buNone/>
              <a:tabLst/>
              <a:defRPr/>
            </a:pPr>
            <a:r>
              <a:rPr lang="ja-JP" altLang="en-US" b="1">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効率的に把握</a:t>
            </a:r>
            <a:endParaRPr kumimoji="0" lang="en-US" altLang="ja-JP"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0" marR="0" lvl="0" indent="0" algn="l" defTabSz="914225" rtl="0" eaLnBrk="1" fontAlgn="auto" latinLnBrk="0" hangingPunct="1">
              <a:lnSpc>
                <a:spcPct val="100000"/>
              </a:lnSpc>
              <a:spcBef>
                <a:spcPts val="0"/>
              </a:spcBef>
              <a:buClrTx/>
              <a:buSzTx/>
              <a:buFontTx/>
              <a:buNone/>
              <a:tabLst/>
              <a:defRPr/>
            </a:pPr>
            <a:endParaRPr kumimoji="0" lang="en-US"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セキュリティ態勢を</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セキュアスコア</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で定量的に把握</a:t>
            </a: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リスクベース</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での</a:t>
            </a:r>
            <a:br>
              <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b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推奨事項の優先順位付け</a:t>
            </a: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ラテラルムーブメントに悪用される</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攻撃パス（経路）の検出</a:t>
            </a:r>
            <a:endPar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lang="en-US" altLang="ja-JP" sz="1400">
                <a:gradFill>
                  <a:gsLst>
                    <a:gs pos="2917">
                      <a:srgbClr val="000000"/>
                    </a:gs>
                    <a:gs pos="100000">
                      <a:srgbClr val="000000"/>
                    </a:gs>
                  </a:gsLst>
                  <a:lin ang="5400000" scaled="0"/>
                </a:gradFill>
                <a:highlight>
                  <a:srgbClr val="00FFFF"/>
                </a:highlight>
                <a:latin typeface="Yu Gothic UI" panose="020B0500000000000000" pitchFamily="50" charset="-128"/>
                <a:ea typeface="Yu Gothic UI" panose="020B0500000000000000" pitchFamily="50" charset="-128"/>
              </a:rPr>
              <a:t>Generative AI</a:t>
            </a:r>
            <a:r>
              <a:rPr lang="ja-JP" altLang="en-US" sz="1400">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との連携による専門知識・経験の補完</a:t>
            </a:r>
            <a:endParaRPr lang="en-US" sz="1400">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endParaRPr>
          </a:p>
        </p:txBody>
      </p:sp>
      <p:sp>
        <p:nvSpPr>
          <p:cNvPr id="27" name="Rectangle: Rounded Corners 8">
            <a:extLst>
              <a:ext uri="{FF2B5EF4-FFF2-40B4-BE49-F238E27FC236}">
                <a16:creationId xmlns:a16="http://schemas.microsoft.com/office/drawing/2014/main" id="{7A03CFB6-678B-DC3D-67C1-CE22AABA93A6}"/>
              </a:ext>
            </a:extLst>
          </p:cNvPr>
          <p:cNvSpPr/>
          <p:nvPr/>
        </p:nvSpPr>
        <p:spPr bwMode="auto">
          <a:xfrm>
            <a:off x="9103928" y="2216604"/>
            <a:ext cx="2651384" cy="4563308"/>
          </a:xfrm>
          <a:prstGeom prst="roundRect">
            <a:avLst>
              <a:gd name="adj" fmla="val 3720"/>
            </a:avLst>
          </a:prstGeom>
          <a:no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1200"/>
              </a:spcAft>
              <a:buClrTx/>
              <a:buSzTx/>
              <a:buFontTx/>
              <a:buNone/>
              <a:tabLst/>
              <a:defRPr/>
            </a:pPr>
            <a:r>
              <a:rPr kumimoji="0" lang="ja-JP" altLang="en-US"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高度な脅威からの保護</a:t>
            </a:r>
            <a:br>
              <a:rPr kumimoji="0" lang="en-US" altLang="ja-JP" sz="18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br>
            <a:endParaRPr kumimoji="0" lang="en-US" sz="18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ワークロードに応じたシグナル</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と脅威のアラート</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 </a:t>
            </a: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決定論的検知、</a:t>
            </a:r>
            <a:r>
              <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AI</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、アノマリーベースの検知メカニズム</a:t>
            </a: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毎日</a:t>
            </a:r>
            <a:r>
              <a:rPr lang="en-US" altLang="ja-JP" sz="1400">
                <a:gradFill>
                  <a:gsLst>
                    <a:gs pos="2917">
                      <a:srgbClr val="000000"/>
                    </a:gs>
                    <a:gs pos="100000">
                      <a:srgbClr val="000000"/>
                    </a:gs>
                  </a:gsLst>
                  <a:lin ang="5400000" scaled="0"/>
                </a:gradFill>
                <a:highlight>
                  <a:srgbClr val="00FFFF"/>
                </a:highlight>
                <a:latin typeface="Yu Gothic UI" panose="020B0500000000000000" pitchFamily="50" charset="-128"/>
                <a:ea typeface="Yu Gothic UI" panose="020B0500000000000000" pitchFamily="50" charset="-128"/>
              </a:rPr>
              <a:t>65</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兆件のシグナル</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を収集する</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Microsoft</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脅威インテリジェンスのパワーを活用</a:t>
            </a: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28" name="Rectangle: Rounded Corners 7">
            <a:extLst>
              <a:ext uri="{FF2B5EF4-FFF2-40B4-BE49-F238E27FC236}">
                <a16:creationId xmlns:a16="http://schemas.microsoft.com/office/drawing/2014/main" id="{5A270A76-C77D-53CD-BEE9-8DD97656AE89}"/>
              </a:ext>
            </a:extLst>
          </p:cNvPr>
          <p:cNvSpPr/>
          <p:nvPr/>
        </p:nvSpPr>
        <p:spPr bwMode="auto">
          <a:xfrm>
            <a:off x="695491" y="2220425"/>
            <a:ext cx="2651384" cy="3825539"/>
          </a:xfrm>
          <a:prstGeom prst="roundRect">
            <a:avLst>
              <a:gd name="adj" fmla="val 3720"/>
            </a:avLst>
          </a:prstGeom>
          <a:no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44000"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1200"/>
              </a:spcAft>
              <a:buClrTx/>
              <a:buSzTx/>
              <a:buFontTx/>
              <a:buNone/>
              <a:tabLst/>
              <a:defRPr/>
            </a:pPr>
            <a:r>
              <a:rPr kumimoji="0" lang="ja-JP" altLang="en-US"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マルチクラウドと</a:t>
            </a:r>
            <a:br>
              <a:rPr kumimoji="0" lang="en-US" altLang="ja-JP"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br>
            <a:r>
              <a:rPr kumimoji="0" lang="ja-JP" altLang="en-US"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ハイブリッドのサポート</a:t>
            </a:r>
            <a:endParaRPr kumimoji="0" lang="en-US"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Azure/</a:t>
            </a:r>
            <a:r>
              <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AWS/</a:t>
            </a:r>
            <a:r>
              <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GCP </a:t>
            </a:r>
            <a:r>
              <a:rPr lang="ja-JP" altLang="en-US" sz="1400">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環境</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を</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エージェントレスで脆弱性スキャン</a:t>
            </a:r>
            <a:endParaRPr kumimoji="0" 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kumimoji="0" lang="en-US"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rPr>
              <a:t>Azure Arc </a:t>
            </a:r>
            <a:r>
              <a:rPr kumimoji="0" lang="ja-JP" alt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rPr>
              <a:t>でオンプレミスのリソースをオンボード</a:t>
            </a:r>
            <a:endPar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87283" marR="0" lvl="1" indent="-287283" algn="l" defTabSz="914225" rtl="0" eaLnBrk="1" fontAlgn="auto" latinLnBrk="0" hangingPunct="1">
              <a:lnSpc>
                <a:spcPct val="100000"/>
              </a:lnSpc>
              <a:spcBef>
                <a:spcPts val="0"/>
              </a:spcBef>
              <a:spcAft>
                <a:spcPts val="1200"/>
              </a:spcAft>
              <a:buClrTx/>
              <a:buSzTx/>
              <a:buFontTx/>
              <a:buBlip>
                <a:blip r:embed="rId3"/>
              </a:buBlip>
              <a:tabLst/>
              <a:defRPr/>
            </a:pPr>
            <a:r>
              <a:rPr lang="ja-JP" altLang="en-US" sz="1400">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コンプライアンスのための</a:t>
            </a:r>
            <a:r>
              <a:rPr lang="ja-JP" altLang="en-US" sz="1400">
                <a:gradFill>
                  <a:gsLst>
                    <a:gs pos="2917">
                      <a:srgbClr val="000000"/>
                    </a:gs>
                    <a:gs pos="100000">
                      <a:srgbClr val="000000"/>
                    </a:gs>
                  </a:gsLst>
                  <a:lin ang="5400000" scaled="0"/>
                </a:gradFill>
                <a:highlight>
                  <a:srgbClr val="00FFFF"/>
                </a:highlight>
                <a:latin typeface="Yu Gothic UI" panose="020B0500000000000000" pitchFamily="50" charset="-128"/>
                <a:ea typeface="Yu Gothic UI" panose="020B0500000000000000" pitchFamily="50" charset="-128"/>
              </a:rPr>
              <a:t>マルチクラウドセキュリティベンチマーク</a:t>
            </a:r>
            <a:endParaRPr kumimoji="0" lang="en-US" altLang="ja-JP" sz="1400" b="0" i="0" u="none" strike="noStrike" kern="1200" cap="none" spc="0" normalizeH="0" baseline="0" noProof="0">
              <a:ln>
                <a:noFill/>
              </a:ln>
              <a:gradFill>
                <a:gsLst>
                  <a:gs pos="2917">
                    <a:srgbClr val="000000"/>
                  </a:gs>
                  <a:gs pos="100000">
                    <a:srgbClr val="000000"/>
                  </a:gs>
                </a:gsLst>
                <a:lin ang="5400000" scaled="0"/>
              </a:gradFill>
              <a:effectLst/>
              <a:highlight>
                <a:srgbClr val="00FFFF"/>
              </a:highlight>
              <a:uLnTx/>
              <a:uFillTx/>
              <a:latin typeface="Yu Gothic UI" panose="020B0500000000000000" pitchFamily="50" charset="-128"/>
              <a:ea typeface="Yu Gothic UI" panose="020B0500000000000000" pitchFamily="50" charset="-128"/>
              <a:cs typeface="+mn-cs"/>
            </a:endParaRPr>
          </a:p>
          <a:p>
            <a:pPr marL="287283" lvl="1" indent="-287283" defTabSz="914225">
              <a:spcAft>
                <a:spcPts val="1200"/>
              </a:spcAft>
              <a:buBlip>
                <a:blip r:embed="rId3"/>
              </a:buBlip>
              <a:defRPr/>
            </a:pPr>
            <a:r>
              <a:rPr lang="ja" altLang="ja-JP" sz="1400">
                <a:gradFill>
                  <a:gsLst>
                    <a:gs pos="100000">
                      <a:srgbClr val="000000"/>
                    </a:gs>
                    <a:gs pos="0">
                      <a:srgbClr val="000000"/>
                    </a:gs>
                  </a:gsLst>
                  <a:path path="circle">
                    <a:fillToRect l="50000" t="50000" r="50000" b="50000"/>
                  </a:path>
                </a:gradFill>
                <a:highlight>
                  <a:srgbClr val="00FFFF"/>
                </a:highlight>
                <a:latin typeface="Yu Gothic UI" panose="020B0500000000000000" pitchFamily="50" charset="-128"/>
                <a:ea typeface="Yu Gothic UI" panose="020B0500000000000000" pitchFamily="50" charset="-128"/>
                <a:cs typeface="Segoe UI" panose="020B0502040204020203" pitchFamily="34" charset="0"/>
              </a:rPr>
              <a:t>Azure に組み込まれて</a:t>
            </a:r>
            <a:r>
              <a:rPr lang="ja" altLang="ja-JP"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rPr>
              <a:t>おり、デプロイは不要で、最も広範な保護範囲をカバー</a:t>
            </a:r>
          </a:p>
        </p:txBody>
      </p:sp>
      <p:sp>
        <p:nvSpPr>
          <p:cNvPr id="29" name="Rectangle: Rounded Corners 9">
            <a:extLst>
              <a:ext uri="{FF2B5EF4-FFF2-40B4-BE49-F238E27FC236}">
                <a16:creationId xmlns:a16="http://schemas.microsoft.com/office/drawing/2014/main" id="{B1B91B78-278F-2166-CA04-726E6E11DD13}"/>
              </a:ext>
            </a:extLst>
          </p:cNvPr>
          <p:cNvSpPr/>
          <p:nvPr/>
        </p:nvSpPr>
        <p:spPr bwMode="auto">
          <a:xfrm>
            <a:off x="6345574" y="2219688"/>
            <a:ext cx="2651384" cy="4560034"/>
          </a:xfrm>
          <a:prstGeom prst="roundRect">
            <a:avLst>
              <a:gd name="adj" fmla="val 3720"/>
            </a:avLst>
          </a:prstGeom>
          <a:solidFill>
            <a:schemeClr val="bg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3000"/>
              </a:spcAft>
              <a:buClrTx/>
              <a:buSzTx/>
              <a:buFontTx/>
              <a:buNone/>
              <a:tabLst/>
              <a:defRPr/>
            </a:pPr>
            <a:endParaRPr kumimoji="0" lang="en-US" sz="1400" b="0"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30" name="Oval 29">
            <a:extLst>
              <a:ext uri="{FF2B5EF4-FFF2-40B4-BE49-F238E27FC236}">
                <a16:creationId xmlns:a16="http://schemas.microsoft.com/office/drawing/2014/main" id="{8C0D8BD5-2A9C-575C-F3CA-6D2D6BF16EED}"/>
              </a:ext>
            </a:extLst>
          </p:cNvPr>
          <p:cNvSpPr/>
          <p:nvPr/>
        </p:nvSpPr>
        <p:spPr bwMode="auto">
          <a:xfrm>
            <a:off x="7079879" y="1628301"/>
            <a:ext cx="1182774" cy="1182774"/>
          </a:xfrm>
          <a:prstGeom prst="ellipse">
            <a:avLst/>
          </a:prstGeom>
          <a:solidFill>
            <a:schemeClr val="accent3"/>
          </a:solid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31" name="Rectangle: Rounded Corners 9">
            <a:extLst>
              <a:ext uri="{FF2B5EF4-FFF2-40B4-BE49-F238E27FC236}">
                <a16:creationId xmlns:a16="http://schemas.microsoft.com/office/drawing/2014/main" id="{56B79743-CB32-C9A4-9678-422DC5EB9A46}"/>
              </a:ext>
            </a:extLst>
          </p:cNvPr>
          <p:cNvSpPr/>
          <p:nvPr/>
        </p:nvSpPr>
        <p:spPr bwMode="auto">
          <a:xfrm>
            <a:off x="6345574" y="2218145"/>
            <a:ext cx="2651384" cy="4561672"/>
          </a:xfrm>
          <a:prstGeom prst="roundRect">
            <a:avLst>
              <a:gd name="adj" fmla="val 3720"/>
            </a:avLst>
          </a:prstGeom>
          <a:no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822843" rIns="182854" bIns="146284"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buClrTx/>
              <a:buSzTx/>
              <a:buFontTx/>
              <a:buNone/>
              <a:tabLst/>
              <a:defRPr/>
            </a:pPr>
            <a:r>
              <a:rPr lang="ja-JP" altLang="en-US" b="1">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ライフサイクル全体の</a:t>
            </a:r>
            <a:endParaRPr lang="en-US" altLang="ja-JP" b="1">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endParaRPr>
          </a:p>
          <a:p>
            <a:pPr marL="0" marR="0" lvl="0" indent="0" algn="l" defTabSz="914225" rtl="0" eaLnBrk="1" fontAlgn="auto" latinLnBrk="0" hangingPunct="1">
              <a:lnSpc>
                <a:spcPct val="100000"/>
              </a:lnSpc>
              <a:spcBef>
                <a:spcPts val="0"/>
              </a:spcBef>
              <a:buClrTx/>
              <a:buSzTx/>
              <a:buFontTx/>
              <a:buNone/>
              <a:tabLst/>
              <a:defRPr/>
            </a:pPr>
            <a:r>
              <a:rPr lang="ja-JP" altLang="en-US" b="1">
                <a:gradFill>
                  <a:gsLst>
                    <a:gs pos="2917">
                      <a:srgbClr val="000000"/>
                    </a:gs>
                    <a:gs pos="100000">
                      <a:srgbClr val="000000"/>
                    </a:gs>
                  </a:gsLst>
                  <a:lin ang="5400000" scaled="0"/>
                </a:gradFill>
                <a:latin typeface="Yu Gothic UI" panose="020B0500000000000000" pitchFamily="50" charset="-128"/>
                <a:ea typeface="Yu Gothic UI" panose="020B0500000000000000" pitchFamily="50" charset="-128"/>
              </a:rPr>
              <a:t>保護</a:t>
            </a:r>
          </a:p>
          <a:p>
            <a:pPr marL="0" marR="0" lvl="0" indent="0" algn="l" defTabSz="914225" rtl="0" eaLnBrk="1" fontAlgn="auto" latinLnBrk="0" hangingPunct="1">
              <a:lnSpc>
                <a:spcPct val="100000"/>
              </a:lnSpc>
              <a:spcBef>
                <a:spcPts val="0"/>
              </a:spcBef>
              <a:buClrTx/>
              <a:buSzTx/>
              <a:buFontTx/>
              <a:buNone/>
              <a:tabLst/>
              <a:defRPr/>
            </a:pPr>
            <a:endParaRPr kumimoji="0" lang="en-US" sz="1800" b="1" i="0" u="none" strike="noStrike" kern="1200" cap="none" spc="0" normalizeH="0" baseline="0" noProof="0">
              <a:ln>
                <a:noFill/>
              </a:ln>
              <a:gradFill>
                <a:gsLst>
                  <a:gs pos="2917">
                    <a:srgbClr val="000000"/>
                  </a:gs>
                  <a:gs pos="100000">
                    <a:srgbClr val="000000"/>
                  </a:gs>
                </a:gsLst>
                <a:lin ang="5400000" scaled="0"/>
              </a:gradFill>
              <a:effectLst/>
              <a:uLnTx/>
              <a:uFillTx/>
              <a:latin typeface="Yu Gothic UI" panose="020B0500000000000000" pitchFamily="50" charset="-128"/>
              <a:ea typeface="Yu Gothic UI" panose="020B0500000000000000" pitchFamily="50" charset="-128"/>
              <a:cs typeface="+mn-cs"/>
            </a:endParaRPr>
          </a:p>
          <a:p>
            <a:pPr marL="228600" marR="0" indent="-228600" defTabSz="932742" fontAlgn="auto">
              <a:lnSpc>
                <a:spcPct val="100000"/>
              </a:lnSpc>
              <a:spcAft>
                <a:spcPts val="600"/>
              </a:spcAft>
              <a:buClrTx/>
              <a:buSzPct val="90000"/>
              <a:buBlip>
                <a:blip r:embed="rId4"/>
              </a:buBlip>
              <a:tabLst/>
              <a:defRPr/>
            </a:pPr>
            <a:r>
              <a:rPr lang="ja" altLang="ja-JP"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rPr>
              <a:t>クラウドネイティブ・アプリケーションのセキュリティを</a:t>
            </a:r>
            <a:r>
              <a:rPr lang="ja" altLang="ja-JP" sz="1400">
                <a:gradFill>
                  <a:gsLst>
                    <a:gs pos="100000">
                      <a:srgbClr val="000000"/>
                    </a:gs>
                    <a:gs pos="0">
                      <a:srgbClr val="000000"/>
                    </a:gs>
                  </a:gsLst>
                  <a:path path="circle">
                    <a:fillToRect l="50000" t="50000" r="50000" b="50000"/>
                  </a:path>
                </a:gradFill>
                <a:highlight>
                  <a:srgbClr val="00FFFF"/>
                </a:highlight>
                <a:latin typeface="Yu Gothic UI" panose="020B0500000000000000" pitchFamily="50" charset="-128"/>
                <a:ea typeface="Yu Gothic UI" panose="020B0500000000000000" pitchFamily="50" charset="-128"/>
                <a:cs typeface="Segoe UI" panose="020B0502040204020203" pitchFamily="34" charset="0"/>
              </a:rPr>
              <a:t>単一のプラットフォーム</a:t>
            </a:r>
            <a:r>
              <a:rPr lang="ja" altLang="ja-JP"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rPr>
              <a:t>で管理 </a:t>
            </a:r>
          </a:p>
          <a:p>
            <a:pPr marL="228600" marR="0" indent="-228600" defTabSz="932742" fontAlgn="auto">
              <a:lnSpc>
                <a:spcPct val="100000"/>
              </a:lnSpc>
              <a:spcAft>
                <a:spcPts val="600"/>
              </a:spcAft>
              <a:buClrTx/>
              <a:buSzPct val="90000"/>
              <a:buBlip>
                <a:blip r:embed="rId4"/>
              </a:buBlip>
              <a:tabLst/>
              <a:defRPr/>
            </a:pPr>
            <a:r>
              <a:rPr lang="ja" altLang="ja-JP"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rPr>
              <a:t>code scanning と IaC スキャンで脆弱性を本番環境に持ち込まないように最小限に</a:t>
            </a:r>
            <a:r>
              <a:rPr lang="ja-JP" altLang="en-US"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rPr>
              <a:t>抑制</a:t>
            </a:r>
            <a:endParaRPr lang="ja" altLang="ja-JP"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endParaRPr>
          </a:p>
          <a:p>
            <a:pPr marL="228600" marR="0" indent="-228600" defTabSz="932742" fontAlgn="auto">
              <a:lnSpc>
                <a:spcPct val="100000"/>
              </a:lnSpc>
              <a:spcAft>
                <a:spcPts val="600"/>
              </a:spcAft>
              <a:buClrTx/>
              <a:buSzPct val="90000"/>
              <a:buBlip>
                <a:blip r:embed="rId4"/>
              </a:buBlip>
              <a:tabLst/>
              <a:defRPr/>
            </a:pPr>
            <a:r>
              <a:rPr lang="ja" altLang="ja-JP" sz="1400">
                <a:gradFill>
                  <a:gsLst>
                    <a:gs pos="100000">
                      <a:srgbClr val="000000"/>
                    </a:gs>
                    <a:gs pos="0">
                      <a:srgbClr val="000000"/>
                    </a:gs>
                  </a:gsLst>
                  <a:path path="circle">
                    <a:fillToRect l="50000" t="50000" r="50000" b="50000"/>
                  </a:path>
                </a:gradFill>
                <a:latin typeface="Yu Gothic UI" panose="020B0500000000000000" pitchFamily="50" charset="-128"/>
                <a:ea typeface="Yu Gothic UI" panose="020B0500000000000000" pitchFamily="50" charset="-128"/>
                <a:cs typeface="Segoe UI" panose="020B0502040204020203" pitchFamily="34" charset="0"/>
              </a:rPr>
              <a:t>開発者環境への統合ワークフローにより</a:t>
            </a:r>
            <a:r>
              <a:rPr lang="ja" altLang="ja-JP" sz="1400">
                <a:gradFill>
                  <a:gsLst>
                    <a:gs pos="100000">
                      <a:srgbClr val="000000"/>
                    </a:gs>
                    <a:gs pos="0">
                      <a:srgbClr val="000000"/>
                    </a:gs>
                  </a:gsLst>
                  <a:path path="circle">
                    <a:fillToRect l="50000" t="50000" r="50000" b="50000"/>
                  </a:path>
                </a:gradFill>
                <a:highlight>
                  <a:srgbClr val="00FFFF"/>
                </a:highlight>
                <a:latin typeface="Yu Gothic UI" panose="020B0500000000000000" pitchFamily="50" charset="-128"/>
                <a:ea typeface="Yu Gothic UI" panose="020B0500000000000000" pitchFamily="50" charset="-128"/>
                <a:cs typeface="Segoe UI" panose="020B0502040204020203" pitchFamily="34" charset="0"/>
              </a:rPr>
              <a:t>修復時間を短縮 </a:t>
            </a:r>
          </a:p>
        </p:txBody>
      </p:sp>
      <p:pic>
        <p:nvPicPr>
          <p:cNvPr id="32" name="Graphic 6" descr="単色塗りの矢印円">
            <a:extLst>
              <a:ext uri="{FF2B5EF4-FFF2-40B4-BE49-F238E27FC236}">
                <a16:creationId xmlns:a16="http://schemas.microsoft.com/office/drawing/2014/main" id="{B09D9BFE-E6B1-197D-201D-388A4354BB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4066" y="1761717"/>
            <a:ext cx="914400" cy="914400"/>
          </a:xfrm>
          <a:prstGeom prst="rect">
            <a:avLst/>
          </a:prstGeom>
        </p:spPr>
      </p:pic>
    </p:spTree>
    <p:extLst>
      <p:ext uri="{BB962C8B-B14F-4D97-AF65-F5344CB8AC3E}">
        <p14:creationId xmlns:p14="http://schemas.microsoft.com/office/powerpoint/2010/main" val="2900241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61AF7-BAFA-6506-7BFC-5273140A367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1D7D67A-6708-90CC-E975-F50851FBAA4A}"/>
              </a:ext>
            </a:extLst>
          </p:cNvPr>
          <p:cNvSpPr>
            <a:spLocks noGrp="1"/>
          </p:cNvSpPr>
          <p:nvPr/>
        </p:nvSpPr>
        <p:spPr>
          <a:xfrm>
            <a:off x="685799" y="400050"/>
            <a:ext cx="9912427"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Microsoft Defender for Cloud </a:t>
            </a:r>
            <a:r>
              <a:rPr lang="ja-JP" altLang="en-US" sz="2000">
                <a:latin typeface="Yu Gothic UI" panose="020B0500000000000000" pitchFamily="50" charset="-128"/>
                <a:ea typeface="Yu Gothic UI" panose="020B0500000000000000" pitchFamily="50" charset="-128"/>
              </a:rPr>
              <a:t>の</a:t>
            </a:r>
            <a:r>
              <a:rPr lang="en-US" altLang="ja-JP" sz="2000" dirty="0">
                <a:latin typeface="Yu Gothic UI" panose="020B0500000000000000" pitchFamily="50" charset="-128"/>
                <a:ea typeface="Yu Gothic UI" panose="020B0500000000000000" pitchFamily="50" charset="-128"/>
              </a:rPr>
              <a:t> CSPM </a:t>
            </a:r>
            <a:r>
              <a:rPr lang="en-US" altLang="ja-JP" sz="1200" dirty="0">
                <a:latin typeface="Yu Gothic UI" panose="020B0500000000000000" pitchFamily="50" charset="-128"/>
                <a:ea typeface="Yu Gothic UI" panose="020B0500000000000000" pitchFamily="50" charset="-128"/>
              </a:rPr>
              <a:t>(Cloud Security Posture Management / </a:t>
            </a:r>
            <a:r>
              <a:rPr lang="ja-JP" altLang="en-US" sz="1200">
                <a:latin typeface="Yu Gothic UI" panose="020B0500000000000000" pitchFamily="50" charset="-128"/>
                <a:ea typeface="Yu Gothic UI" panose="020B0500000000000000" pitchFamily="50" charset="-128"/>
              </a:rPr>
              <a:t>クラウド セキュリティ態勢管理</a:t>
            </a:r>
            <a:r>
              <a:rPr lang="en-US" altLang="ja-JP" sz="1200" b="1" dirty="0">
                <a:solidFill>
                  <a:srgbClr val="1F2937"/>
                </a:solidFill>
                <a:latin typeface="Yu Gothic"/>
                <a:ea typeface="Yu Gothic"/>
              </a:rPr>
              <a:t>)</a:t>
            </a:r>
            <a:endParaRPr lang="ja-JP" altLang="en-US" sz="1200">
              <a:latin typeface="Yu Gothic UI" panose="020B0500000000000000" pitchFamily="50" charset="-128"/>
              <a:ea typeface="Yu Gothic UI" panose="020B0500000000000000" pitchFamily="50" charset="-128"/>
            </a:endParaRPr>
          </a:p>
        </p:txBody>
      </p:sp>
      <p:sp>
        <p:nvSpPr>
          <p:cNvPr id="2" name="正方形/長方形 1">
            <a:extLst>
              <a:ext uri="{FF2B5EF4-FFF2-40B4-BE49-F238E27FC236}">
                <a16:creationId xmlns:a16="http://schemas.microsoft.com/office/drawing/2014/main" id="{61D3C970-8678-35A8-D4CC-E1C69B02EAD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6114F55-7B23-A392-98D8-D6F5C7AB4D1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64" name="図 63">
            <a:extLst>
              <a:ext uri="{FF2B5EF4-FFF2-40B4-BE49-F238E27FC236}">
                <a16:creationId xmlns:a16="http://schemas.microsoft.com/office/drawing/2014/main" id="{21F2652E-CD66-E37E-E4C2-3AE51FF2E48B}"/>
              </a:ext>
            </a:extLst>
          </p:cNvPr>
          <p:cNvPicPr>
            <a:picLocks noChangeAspect="1"/>
          </p:cNvPicPr>
          <p:nvPr/>
        </p:nvPicPr>
        <p:blipFill>
          <a:blip r:embed="rId3"/>
          <a:stretch>
            <a:fillRect/>
          </a:stretch>
        </p:blipFill>
        <p:spPr>
          <a:xfrm>
            <a:off x="7306866" y="1519238"/>
            <a:ext cx="3818333" cy="5091110"/>
          </a:xfrm>
          <a:prstGeom prst="rect">
            <a:avLst/>
          </a:prstGeom>
        </p:spPr>
      </p:pic>
      <p:sp>
        <p:nvSpPr>
          <p:cNvPr id="65" name="Content Placeholder 6">
            <a:extLst>
              <a:ext uri="{FF2B5EF4-FFF2-40B4-BE49-F238E27FC236}">
                <a16:creationId xmlns:a16="http://schemas.microsoft.com/office/drawing/2014/main" id="{9C872877-5B08-FFDE-DAE2-46BE325FEE90}"/>
              </a:ext>
            </a:extLst>
          </p:cNvPr>
          <p:cNvSpPr txBox="1">
            <a:spLocks/>
          </p:cNvSpPr>
          <p:nvPr/>
        </p:nvSpPr>
        <p:spPr>
          <a:xfrm>
            <a:off x="685799" y="1525636"/>
            <a:ext cx="5421919" cy="253915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a:pPr>
            <a:r>
              <a:rPr kumimoji="0" lang="ja-JP" altLang="en-US" sz="1800" b="1"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セキュア スコア</a:t>
            </a:r>
            <a:endParaRPr kumimoji="0" lang="en-US" sz="1800" b="1" i="0" u="none" strike="noStrike" kern="1200" cap="none" spc="0" normalizeH="0" baseline="0" noProof="0" dirty="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endParaRP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Blip>
                <a:blip r:embed="rId4"/>
              </a:buBlip>
              <a:tabLst/>
              <a:defRPr/>
            </a:pPr>
            <a:r>
              <a:rPr kumimoji="0" lang="ja-JP" altLang="en-US" sz="1400" b="0" i="0" u="sng"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セキュリティとコンプライアンスに関するベストプラクティス</a:t>
            </a: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の評価と実装</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Blip>
                <a:blip r:embed="rId4"/>
              </a:buBlip>
              <a:tabLst/>
              <a:defRPr/>
            </a:pP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ネットワーク、コンピューターリソース、データベース、サービスレイヤーなど重要なクラウドリソースを全てカバー</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Blip>
                <a:blip r:embed="rId4"/>
              </a:buBlip>
              <a:tabLst/>
              <a:defRPr/>
            </a:pP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すぐに利用できる</a:t>
            </a:r>
            <a:r>
              <a:rPr kumimoji="0" lang="en-US" altLang="ja-JP" sz="1400" b="0" i="0" u="none" strike="noStrike" kern="1200" cap="none" spc="0" normalizeH="0" baseline="0" noProof="0" dirty="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450</a:t>
            </a: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以上の推奨事項</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Blip>
                <a:blip r:embed="rId4"/>
              </a:buBlip>
              <a:tabLst/>
              <a:defRPr/>
            </a:pP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組織の要件に合わせたカスタム推奨事項の作成</a:t>
            </a:r>
            <a:endParaRPr kumimoji="0" lang="en-US" altLang="ja-JP" sz="1400" b="0" i="0" u="none" strike="noStrike" kern="1200" cap="none" spc="0" normalizeH="0" baseline="0" noProof="0" dirty="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endParaRP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Blip>
                <a:blip r:embed="rId4"/>
              </a:buBlip>
              <a:tabLst/>
              <a:defRPr/>
            </a:pP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インベントリ一覧や条件指定によるフィルタリング</a:t>
            </a:r>
          </a:p>
          <a:p>
            <a:pPr marL="228600" marR="0" lvl="0" indent="-228600" algn="l" defTabSz="932742" rtl="0" eaLnBrk="1" fontAlgn="auto" latinLnBrk="0" hangingPunct="1">
              <a:lnSpc>
                <a:spcPct val="100000"/>
              </a:lnSpc>
              <a:spcBef>
                <a:spcPts val="0"/>
              </a:spcBef>
              <a:spcAft>
                <a:spcPts val="600"/>
              </a:spcAft>
              <a:buClrTx/>
              <a:buSzPct val="90000"/>
              <a:buFont typeface="Wingdings" panose="05000000000000000000" pitchFamily="2" charset="2"/>
              <a:buBlip>
                <a:blip r:embed="rId4"/>
              </a:buBlip>
              <a:tabLst/>
              <a:defRPr/>
            </a:pPr>
            <a:r>
              <a:rPr kumimoji="0" lang="en-US" altLang="ja-JP" sz="1400" b="0" i="0" u="none" strike="noStrike" kern="1200" cap="none" spc="0" normalizeH="0" baseline="0" noProof="0" dirty="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1</a:t>
            </a: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クリックで修正できる「</a:t>
            </a:r>
            <a:r>
              <a:rPr kumimoji="0" lang="en-US" altLang="ja-JP" sz="1400" b="0" i="0" u="none" strike="noStrike" kern="1200" cap="none" spc="0" normalizeH="0" baseline="0" noProof="0" dirty="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Quick Fix</a:t>
            </a: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」の利用や、望ましくない構成を回避する強制ポリシーの適用</a:t>
            </a:r>
          </a:p>
        </p:txBody>
      </p:sp>
      <p:sp>
        <p:nvSpPr>
          <p:cNvPr id="66" name="Content Placeholder 6">
            <a:extLst>
              <a:ext uri="{FF2B5EF4-FFF2-40B4-BE49-F238E27FC236}">
                <a16:creationId xmlns:a16="http://schemas.microsoft.com/office/drawing/2014/main" id="{E8F6AE13-F749-C580-FCDC-71AA890CAD00}"/>
              </a:ext>
            </a:extLst>
          </p:cNvPr>
          <p:cNvSpPr txBox="1">
            <a:spLocks/>
          </p:cNvSpPr>
          <p:nvPr/>
        </p:nvSpPr>
        <p:spPr>
          <a:xfrm>
            <a:off x="691717" y="4496633"/>
            <a:ext cx="5806618" cy="155427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a:pPr>
            <a:r>
              <a:rPr kumimoji="0" lang="ja-JP" altLang="en-US" sz="1800" b="1"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マルチクラウドセキュリティベンチマーク</a:t>
            </a:r>
            <a:endParaRPr kumimoji="0" lang="en-US" sz="1800" b="1"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endParaRPr>
          </a:p>
          <a:p>
            <a:pPr marL="330137" marR="0" lvl="0" indent="-330137" algn="l" defTabSz="913874" rtl="0" eaLnBrk="1" fontAlgn="auto" latinLnBrk="0" hangingPunct="1">
              <a:lnSpc>
                <a:spcPct val="90000"/>
              </a:lnSpc>
              <a:spcBef>
                <a:spcPts val="0"/>
              </a:spcBef>
              <a:spcAft>
                <a:spcPts val="1200"/>
              </a:spcAft>
              <a:buClrTx/>
              <a:buSzTx/>
              <a:buFont typeface="Wingdings" panose="05000000000000000000" pitchFamily="2" charset="2"/>
              <a:buBlip>
                <a:blip r:embed="rId5"/>
              </a:buBlip>
              <a:tabLst/>
              <a:defRPr/>
            </a:pPr>
            <a:r>
              <a:rPr kumimoji="0" lang="en-US" altLang="ja-JP"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AWS, Azure, GCP</a:t>
            </a: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の環境横断的な継続的な評価を行い、単一の統合されたダッシュボード上でクラウドセキュリティコンプライアンスの管理</a:t>
            </a:r>
            <a:endParaRPr kumimoji="0" 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endParaRPr>
          </a:p>
          <a:p>
            <a:pPr marL="330137" marR="0" lvl="0" indent="-330137" algn="l" defTabSz="913874" rtl="0" eaLnBrk="1" fontAlgn="auto" latinLnBrk="0" hangingPunct="1">
              <a:lnSpc>
                <a:spcPct val="90000"/>
              </a:lnSpc>
              <a:spcBef>
                <a:spcPts val="0"/>
              </a:spcBef>
              <a:spcAft>
                <a:spcPts val="1200"/>
              </a:spcAft>
              <a:buClrTx/>
              <a:buSzTx/>
              <a:buFont typeface="Wingdings" panose="05000000000000000000" pitchFamily="2" charset="2"/>
              <a:buBlip>
                <a:blip r:embed="rId5"/>
              </a:buBlip>
              <a:tabLst/>
              <a:defRPr/>
            </a:pP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業界標準、規制コンプライアンス、クラウド特有のベンチマークを踏まえたベストプラクティス</a:t>
            </a:r>
            <a:br>
              <a:rPr kumimoji="0" 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br>
            <a:r>
              <a:rPr kumimoji="0" 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(CIS, PCI, NIST</a:t>
            </a:r>
            <a:r>
              <a:rPr kumimoji="0" lang="ja-JP" alt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など</a:t>
            </a:r>
            <a:r>
              <a:rPr kumimoji="0" lang="en-US" sz="1400" b="0" i="0" u="none" strike="noStrike" kern="1200" cap="none" spc="0" normalizeH="0" baseline="0" noProof="0">
                <a:ln w="3175">
                  <a:noFill/>
                </a:ln>
                <a:gradFill>
                  <a:gsLst>
                    <a:gs pos="83000">
                      <a:srgbClr val="000000"/>
                    </a:gs>
                    <a:gs pos="100000">
                      <a:srgbClr val="000000"/>
                    </a:gs>
                  </a:gsLst>
                  <a:lin ang="5400000" scaled="1"/>
                </a:gradFill>
                <a:effectLst/>
                <a:uLnTx/>
                <a:uFillTx/>
                <a:latin typeface="Yu Gothic UI" panose="020B0500000000000000" pitchFamily="50" charset="-128"/>
                <a:ea typeface="Yu Gothic UI" panose="020B0500000000000000" pitchFamily="50" charset="-128"/>
                <a:cs typeface="Segoe UI Semilight" panose="020B0402040204020203" pitchFamily="34" charset="0"/>
              </a:rPr>
              <a:t>)</a:t>
            </a:r>
          </a:p>
        </p:txBody>
      </p:sp>
      <p:sp>
        <p:nvSpPr>
          <p:cNvPr id="67" name="四角形吹き出し 66">
            <a:extLst>
              <a:ext uri="{FF2B5EF4-FFF2-40B4-BE49-F238E27FC236}">
                <a16:creationId xmlns:a16="http://schemas.microsoft.com/office/drawing/2014/main" id="{9F11C9DB-A90E-2AE1-287F-404799300886}"/>
              </a:ext>
            </a:extLst>
          </p:cNvPr>
          <p:cNvSpPr/>
          <p:nvPr/>
        </p:nvSpPr>
        <p:spPr>
          <a:xfrm>
            <a:off x="3437263" y="1322024"/>
            <a:ext cx="2963537" cy="528810"/>
          </a:xfrm>
          <a:prstGeom prst="wedge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lumMod val="75000"/>
                    <a:lumOff val="25000"/>
                  </a:schemeClr>
                </a:solidFill>
              </a:rPr>
              <a:t>このベストプラクティスが</a:t>
            </a:r>
            <a:r>
              <a:rPr kumimoji="1" lang="en-US" altLang="ja-JP" sz="1200" dirty="0">
                <a:solidFill>
                  <a:schemeClr val="tx1">
                    <a:lumMod val="75000"/>
                    <a:lumOff val="25000"/>
                  </a:schemeClr>
                </a:solidFill>
              </a:rPr>
              <a:t> Microsoft Cloud Security Benchmark </a:t>
            </a:r>
            <a:endParaRPr kumimoji="1" lang="ja-JP" altLang="en-US" sz="1200">
              <a:solidFill>
                <a:schemeClr val="tx1">
                  <a:lumMod val="75000"/>
                  <a:lumOff val="25000"/>
                </a:schemeClr>
              </a:solidFill>
            </a:endParaRPr>
          </a:p>
        </p:txBody>
      </p:sp>
    </p:spTree>
    <p:extLst>
      <p:ext uri="{BB962C8B-B14F-4D97-AF65-F5344CB8AC3E}">
        <p14:creationId xmlns:p14="http://schemas.microsoft.com/office/powerpoint/2010/main" val="1861641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7214E-E320-D389-515A-22B317EFF46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80164AE-0AB2-9796-2997-9BF9D94F5E34}"/>
              </a:ext>
            </a:extLst>
          </p:cNvPr>
          <p:cNvSpPr>
            <a:spLocks noGrp="1"/>
          </p:cNvSpPr>
          <p:nvPr/>
        </p:nvSpPr>
        <p:spPr>
          <a:xfrm>
            <a:off x="685799" y="400050"/>
            <a:ext cx="9912427"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Microsoft Defender for Cloud </a:t>
            </a:r>
            <a:r>
              <a:rPr lang="ja-JP" altLang="en-US" sz="2000">
                <a:latin typeface="Yu Gothic UI" panose="020B0500000000000000" pitchFamily="50" charset="-128"/>
                <a:ea typeface="Yu Gothic UI" panose="020B0500000000000000" pitchFamily="50" charset="-128"/>
              </a:rPr>
              <a:t>の</a:t>
            </a:r>
            <a:r>
              <a:rPr lang="en-US" altLang="ja-JP" sz="2000" dirty="0">
                <a:latin typeface="Yu Gothic UI" panose="020B0500000000000000" pitchFamily="50" charset="-128"/>
                <a:ea typeface="Yu Gothic UI" panose="020B0500000000000000" pitchFamily="50" charset="-128"/>
              </a:rPr>
              <a:t> CSPM </a:t>
            </a:r>
            <a:r>
              <a:rPr lang="en-US" altLang="ja-JP" sz="1200" dirty="0">
                <a:latin typeface="Yu Gothic UI" panose="020B0500000000000000" pitchFamily="50" charset="-128"/>
                <a:ea typeface="Yu Gothic UI" panose="020B0500000000000000" pitchFamily="50" charset="-128"/>
              </a:rPr>
              <a:t>(Cloud Security Posture Management / </a:t>
            </a:r>
            <a:r>
              <a:rPr lang="ja-JP" altLang="en-US" sz="1200">
                <a:latin typeface="Yu Gothic UI" panose="020B0500000000000000" pitchFamily="50" charset="-128"/>
                <a:ea typeface="Yu Gothic UI" panose="020B0500000000000000" pitchFamily="50" charset="-128"/>
              </a:rPr>
              <a:t>クラウド セキュリティ態勢管理</a:t>
            </a:r>
            <a:r>
              <a:rPr lang="en-US" altLang="ja-JP" sz="1200" b="1" dirty="0">
                <a:solidFill>
                  <a:srgbClr val="1F2937"/>
                </a:solidFill>
                <a:latin typeface="Yu Gothic"/>
                <a:ea typeface="Yu Gothic"/>
              </a:rPr>
              <a:t>)</a:t>
            </a:r>
            <a:endParaRPr lang="ja-JP" altLang="en-US" sz="1200">
              <a:latin typeface="Yu Gothic UI" panose="020B0500000000000000" pitchFamily="50" charset="-128"/>
              <a:ea typeface="Yu Gothic UI" panose="020B0500000000000000" pitchFamily="50" charset="-128"/>
            </a:endParaRPr>
          </a:p>
        </p:txBody>
      </p:sp>
      <p:sp>
        <p:nvSpPr>
          <p:cNvPr id="2" name="正方形/長方形 1">
            <a:extLst>
              <a:ext uri="{FF2B5EF4-FFF2-40B4-BE49-F238E27FC236}">
                <a16:creationId xmlns:a16="http://schemas.microsoft.com/office/drawing/2014/main" id="{7B017150-689D-F8FF-0854-EE4E6553301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3" name="正方形/長方形 2">
            <a:extLst>
              <a:ext uri="{FF2B5EF4-FFF2-40B4-BE49-F238E27FC236}">
                <a16:creationId xmlns:a16="http://schemas.microsoft.com/office/drawing/2014/main" id="{9B3320DA-8DDE-79A9-0A30-C404261E58B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6" name="図 5">
            <a:extLst>
              <a:ext uri="{FF2B5EF4-FFF2-40B4-BE49-F238E27FC236}">
                <a16:creationId xmlns:a16="http://schemas.microsoft.com/office/drawing/2014/main" id="{94C6A729-DEB0-F67A-9EAA-6D668F2A5B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519238"/>
            <a:ext cx="7772400" cy="4857750"/>
          </a:xfrm>
          <a:prstGeom prst="rect">
            <a:avLst/>
          </a:prstGeom>
        </p:spPr>
      </p:pic>
      <p:sp>
        <p:nvSpPr>
          <p:cNvPr id="7" name="正方形/長方形 6">
            <a:extLst>
              <a:ext uri="{FF2B5EF4-FFF2-40B4-BE49-F238E27FC236}">
                <a16:creationId xmlns:a16="http://schemas.microsoft.com/office/drawing/2014/main" id="{D381DA36-343E-FAD4-3C4B-3BB7535F4A9A}"/>
              </a:ext>
            </a:extLst>
          </p:cNvPr>
          <p:cNvSpPr/>
          <p:nvPr/>
        </p:nvSpPr>
        <p:spPr>
          <a:xfrm>
            <a:off x="3602516" y="4605051"/>
            <a:ext cx="6654188" cy="16635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a:extLst>
              <a:ext uri="{FF2B5EF4-FFF2-40B4-BE49-F238E27FC236}">
                <a16:creationId xmlns:a16="http://schemas.microsoft.com/office/drawing/2014/main" id="{E97B0A02-8D5F-5645-44A8-F3ECDE95E2D0}"/>
              </a:ext>
            </a:extLst>
          </p:cNvPr>
          <p:cNvSpPr/>
          <p:nvPr/>
        </p:nvSpPr>
        <p:spPr>
          <a:xfrm>
            <a:off x="7766892" y="2568998"/>
            <a:ext cx="4202935" cy="1708301"/>
          </a:xfrm>
          <a:prstGeom prst="wedgeRectCallout">
            <a:avLst>
              <a:gd name="adj1" fmla="val -54916"/>
              <a:gd name="adj2" fmla="val 69282"/>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Defender for Cloud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CSPM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で表示される推奨事項は</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MCSB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の評価軸に沿って表示される。</a:t>
            </a:r>
            <a:b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Azure Policy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でガードレールの設計、設定をはじめるにあたって、</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Defender for Cloud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CSPM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で同表示されるのかを確認するのがおすすめ</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無償版の</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 CSPM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の場合、推奨事項は表示されるが、リスクレベルは表示されない</a:t>
            </a: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358738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C7D9E-AA82-94D0-31AF-593CBBD5954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3A0F01B-99F5-D1C5-556C-0279DEB79FC6}"/>
              </a:ext>
            </a:extLst>
          </p:cNvPr>
          <p:cNvSpPr>
            <a:spLocks noGrp="1"/>
          </p:cNvSpPr>
          <p:nvPr/>
        </p:nvSpPr>
        <p:spPr>
          <a:xfrm>
            <a:off x="685799" y="400050"/>
            <a:ext cx="9912427"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Microsoft Defender for Cloud </a:t>
            </a:r>
            <a:r>
              <a:rPr lang="ja-JP" altLang="en-US" sz="2000">
                <a:latin typeface="Yu Gothic UI" panose="020B0500000000000000" pitchFamily="50" charset="-128"/>
                <a:ea typeface="Yu Gothic UI" panose="020B0500000000000000" pitchFamily="50" charset="-128"/>
              </a:rPr>
              <a:t>の</a:t>
            </a:r>
            <a:r>
              <a:rPr lang="en-US" altLang="ja-JP" sz="2000" dirty="0">
                <a:latin typeface="Yu Gothic UI" panose="020B0500000000000000" pitchFamily="50" charset="-128"/>
                <a:ea typeface="Yu Gothic UI" panose="020B0500000000000000" pitchFamily="50" charset="-128"/>
              </a:rPr>
              <a:t> CSPM </a:t>
            </a:r>
            <a:r>
              <a:rPr lang="en-US" altLang="ja-JP" sz="1200" dirty="0">
                <a:latin typeface="Yu Gothic UI" panose="020B0500000000000000" pitchFamily="50" charset="-128"/>
                <a:ea typeface="Yu Gothic UI" panose="020B0500000000000000" pitchFamily="50" charset="-128"/>
              </a:rPr>
              <a:t>(Cloud Security Posture Management / </a:t>
            </a:r>
            <a:r>
              <a:rPr lang="ja-JP" altLang="en-US" sz="1200">
                <a:latin typeface="Yu Gothic UI" panose="020B0500000000000000" pitchFamily="50" charset="-128"/>
                <a:ea typeface="Yu Gothic UI" panose="020B0500000000000000" pitchFamily="50" charset="-128"/>
              </a:rPr>
              <a:t>クラウド セキュリティ態勢管理</a:t>
            </a:r>
            <a:r>
              <a:rPr lang="en-US" altLang="ja-JP" sz="1200" b="1" dirty="0">
                <a:solidFill>
                  <a:srgbClr val="1F2937"/>
                </a:solidFill>
                <a:latin typeface="Yu Gothic"/>
                <a:ea typeface="Yu Gothic"/>
              </a:rPr>
              <a:t>)</a:t>
            </a:r>
            <a:endParaRPr lang="ja-JP" altLang="en-US" sz="1200">
              <a:latin typeface="Yu Gothic UI" panose="020B0500000000000000" pitchFamily="50" charset="-128"/>
              <a:ea typeface="Yu Gothic UI" panose="020B0500000000000000" pitchFamily="50" charset="-128"/>
            </a:endParaRPr>
          </a:p>
        </p:txBody>
      </p:sp>
      <p:sp>
        <p:nvSpPr>
          <p:cNvPr id="2" name="正方形/長方形 1">
            <a:extLst>
              <a:ext uri="{FF2B5EF4-FFF2-40B4-BE49-F238E27FC236}">
                <a16:creationId xmlns:a16="http://schemas.microsoft.com/office/drawing/2014/main" id="{79CBE96D-2E4D-0F0E-C089-548F5B2131B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3" name="正方形/長方形 2">
            <a:extLst>
              <a:ext uri="{FF2B5EF4-FFF2-40B4-BE49-F238E27FC236}">
                <a16:creationId xmlns:a16="http://schemas.microsoft.com/office/drawing/2014/main" id="{D831F4F8-D62F-2A41-163F-32F08EC47E4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4" name="リード">
            <a:extLst>
              <a:ext uri="{FF2B5EF4-FFF2-40B4-BE49-F238E27FC236}">
                <a16:creationId xmlns:a16="http://schemas.microsoft.com/office/drawing/2014/main" id="{6DCD861B-7862-41C7-470A-A05490E71E61}"/>
              </a:ext>
            </a:extLst>
          </p:cNvPr>
          <p:cNvSpPr>
            <a:spLocks noGrp="1"/>
          </p:cNvSpPr>
          <p:nvPr>
            <p:ph idx="1"/>
          </p:nvPr>
        </p:nvSpPr>
        <p:spPr>
          <a:xfrm>
            <a:off x="838200" y="1328082"/>
            <a:ext cx="10515600" cy="437699"/>
          </a:xfrm>
        </p:spPr>
        <p:txBody>
          <a:bodyPr>
            <a:normAutofit/>
          </a:bodyPr>
          <a:lstStyle/>
          <a:p>
            <a:pPr marL="0" indent="0">
              <a:buNone/>
            </a:pPr>
            <a:r>
              <a:rPr kumimoji="1" lang="en-US" altLang="ja-JP" sz="2000" dirty="0"/>
              <a:t>CSPM </a:t>
            </a:r>
            <a:r>
              <a:rPr kumimoji="1" lang="ja-JP" altLang="en-US" sz="2000"/>
              <a:t>の有償版では推奨事項の表示以外に、エージェントレススキャンや攻撃パス分析にも対応</a:t>
            </a:r>
            <a:endParaRPr kumimoji="1" lang="ja-JP" altLang="en-US" sz="2000" dirty="0"/>
          </a:p>
        </p:txBody>
      </p:sp>
      <p:sp>
        <p:nvSpPr>
          <p:cNvPr id="13" name="Rectangle: Rounded Corners 5">
            <a:extLst>
              <a:ext uri="{FF2B5EF4-FFF2-40B4-BE49-F238E27FC236}">
                <a16:creationId xmlns:a16="http://schemas.microsoft.com/office/drawing/2014/main" id="{669A2EC8-D03C-B085-64A3-789AAE69C4DD}"/>
              </a:ext>
              <a:ext uri="{C183D7F6-B498-43B3-948B-1728B52AA6E4}">
                <adec:decorative xmlns:adec="http://schemas.microsoft.com/office/drawing/2017/decorative" val="1"/>
              </a:ext>
            </a:extLst>
          </p:cNvPr>
          <p:cNvSpPr/>
          <p:nvPr/>
        </p:nvSpPr>
        <p:spPr>
          <a:xfrm>
            <a:off x="5648396" y="1729055"/>
            <a:ext cx="8098483" cy="4821753"/>
          </a:xfrm>
          <a:prstGeom prst="roundRect">
            <a:avLst>
              <a:gd name="adj" fmla="val 3742"/>
            </a:avLst>
          </a:prstGeom>
          <a:solidFill>
            <a:srgbClr val="000000"/>
          </a:solidFill>
          <a:ln w="31750">
            <a:solidFill>
              <a:srgbClr val="B6B6B6"/>
            </a:solidFill>
          </a:ln>
          <a:effectLst>
            <a:outerShdw blurRad="190500" dist="50800" dir="2700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1847">
              <a:defRPr/>
            </a:pPr>
            <a:endParaRPr lang="en-US">
              <a:solidFill>
                <a:srgbClr val="FFFFFF"/>
              </a:solidFill>
              <a:latin typeface="Segoe UI"/>
              <a:ea typeface="游ゴシック"/>
            </a:endParaRPr>
          </a:p>
        </p:txBody>
      </p:sp>
      <p:pic>
        <p:nvPicPr>
          <p:cNvPr id="14" name="図 13">
            <a:extLst>
              <a:ext uri="{FF2B5EF4-FFF2-40B4-BE49-F238E27FC236}">
                <a16:creationId xmlns:a16="http://schemas.microsoft.com/office/drawing/2014/main" id="{A657ED4C-D2BA-23FA-74A7-A2E223114D22}"/>
              </a:ext>
            </a:extLst>
          </p:cNvPr>
          <p:cNvPicPr>
            <a:picLocks noChangeAspect="1"/>
          </p:cNvPicPr>
          <p:nvPr/>
        </p:nvPicPr>
        <p:blipFill>
          <a:blip r:embed="rId3"/>
          <a:stretch>
            <a:fillRect/>
          </a:stretch>
        </p:blipFill>
        <p:spPr>
          <a:xfrm>
            <a:off x="5829251" y="1978065"/>
            <a:ext cx="8366892" cy="4323729"/>
          </a:xfrm>
          <a:prstGeom prst="rect">
            <a:avLst/>
          </a:prstGeom>
        </p:spPr>
      </p:pic>
      <p:sp>
        <p:nvSpPr>
          <p:cNvPr id="15" name="吹き出し: 角を丸めた四角形 20">
            <a:extLst>
              <a:ext uri="{FF2B5EF4-FFF2-40B4-BE49-F238E27FC236}">
                <a16:creationId xmlns:a16="http://schemas.microsoft.com/office/drawing/2014/main" id="{EB1DDA39-E039-7666-65C9-4AFB5CAA2FEE}"/>
              </a:ext>
            </a:extLst>
          </p:cNvPr>
          <p:cNvSpPr/>
          <p:nvPr/>
        </p:nvSpPr>
        <p:spPr bwMode="auto">
          <a:xfrm>
            <a:off x="5605814" y="5521789"/>
            <a:ext cx="5643028" cy="1336211"/>
          </a:xfrm>
          <a:prstGeom prst="wedgeRoundRectCallout">
            <a:avLst>
              <a:gd name="adj1" fmla="val 19253"/>
              <a:gd name="adj2" fmla="val -103919"/>
              <a:gd name="adj3" fmla="val 16667"/>
            </a:avLst>
          </a:prstGeom>
          <a:solidFill>
            <a:schemeClr val="bg1"/>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5990" tIns="35990" rIns="35990" bIns="35990" numCol="1" spcCol="0" rtlCol="0" fromWordArt="0" anchor="t" anchorCtr="0" forceAA="0" compatLnSpc="1">
            <a:prstTxWarp prst="textNoShape">
              <a:avLst/>
            </a:prstTxWarp>
            <a:noAutofit/>
          </a:bodyPr>
          <a:lstStyle/>
          <a:p>
            <a:pPr defTabSz="932114" fontAlgn="base">
              <a:spcBef>
                <a:spcPct val="0"/>
              </a:spcBef>
              <a:spcAft>
                <a:spcPct val="0"/>
              </a:spcAft>
              <a:defRPr/>
            </a:pPr>
            <a:r>
              <a:rPr kumimoji="1" lang="ja-JP" altLang="en-US" sz="1600">
                <a:solidFill>
                  <a:srgbClr val="0078D4"/>
                </a:solidFill>
                <a:latin typeface="Yu Gothic UI"/>
                <a:ea typeface="Yu Gothic UI"/>
                <a:cs typeface="Segoe UI" pitchFamily="34" charset="0"/>
              </a:rPr>
              <a:t>攻撃パス分析での検出例：</a:t>
            </a:r>
            <a:endParaRPr kumimoji="1" lang="en-US" altLang="ja-JP" sz="1600">
              <a:solidFill>
                <a:srgbClr val="0078D4"/>
              </a:solidFill>
              <a:latin typeface="Yu Gothic UI"/>
              <a:ea typeface="Yu Gothic UI"/>
              <a:cs typeface="Segoe UI" pitchFamily="34" charset="0"/>
            </a:endParaRPr>
          </a:p>
          <a:p>
            <a:pPr defTabSz="932114" fontAlgn="base">
              <a:spcBef>
                <a:spcPct val="0"/>
              </a:spcBef>
              <a:spcAft>
                <a:spcPct val="0"/>
              </a:spcAft>
              <a:defRPr/>
            </a:pPr>
            <a:r>
              <a:rPr kumimoji="1" lang="ja-JP" altLang="en-US" sz="1600">
                <a:solidFill>
                  <a:srgbClr val="D83B01"/>
                </a:solidFill>
                <a:latin typeface="Yu Gothic UI"/>
                <a:ea typeface="Yu Gothic UI"/>
                <a:cs typeface="Segoe UI" pitchFamily="34" charset="0"/>
              </a:rPr>
              <a:t>高い緊急度</a:t>
            </a:r>
            <a:r>
              <a:rPr kumimoji="1" lang="ja-JP" altLang="en-US" sz="1600">
                <a:solidFill>
                  <a:srgbClr val="000000"/>
                </a:solidFill>
                <a:latin typeface="Yu Gothic UI"/>
                <a:ea typeface="Yu Gothic UI"/>
                <a:cs typeface="Segoe UI" pitchFamily="34" charset="0"/>
              </a:rPr>
              <a:t>の脆弱性を持ち、</a:t>
            </a:r>
            <a:r>
              <a:rPr kumimoji="1" lang="ja-JP" altLang="en-US" sz="1600">
                <a:solidFill>
                  <a:srgbClr val="D83B01"/>
                </a:solidFill>
                <a:latin typeface="Yu Gothic UI"/>
                <a:ea typeface="Yu Gothic UI"/>
                <a:cs typeface="Segoe UI" pitchFamily="34" charset="0"/>
              </a:rPr>
              <a:t>インターネットに晒されている</a:t>
            </a:r>
            <a:r>
              <a:rPr kumimoji="1" lang="en-US" altLang="ja-JP" sz="1600">
                <a:solidFill>
                  <a:srgbClr val="D83B01"/>
                </a:solidFill>
                <a:latin typeface="Yu Gothic UI"/>
                <a:ea typeface="Yu Gothic UI"/>
                <a:cs typeface="Segoe UI" pitchFamily="34" charset="0"/>
              </a:rPr>
              <a:t>Azure VM</a:t>
            </a:r>
            <a:r>
              <a:rPr kumimoji="1" lang="ja-JP" altLang="en-US" sz="1600">
                <a:solidFill>
                  <a:srgbClr val="000000"/>
                </a:solidFill>
                <a:latin typeface="Yu Gothic UI"/>
                <a:ea typeface="Yu Gothic UI"/>
                <a:cs typeface="Segoe UI" pitchFamily="34" charset="0"/>
              </a:rPr>
              <a:t>が</a:t>
            </a:r>
            <a:r>
              <a:rPr kumimoji="1" lang="en-US" altLang="ja-JP" sz="1600">
                <a:solidFill>
                  <a:srgbClr val="000000"/>
                </a:solidFill>
                <a:latin typeface="Yu Gothic UI"/>
                <a:ea typeface="Yu Gothic UI"/>
                <a:cs typeface="Segoe UI" pitchFamily="34" charset="0"/>
              </a:rPr>
              <a:t>AWS EDS DB</a:t>
            </a:r>
            <a:r>
              <a:rPr kumimoji="1" lang="ja-JP" altLang="en-US" sz="1600">
                <a:solidFill>
                  <a:srgbClr val="000000"/>
                </a:solidFill>
                <a:latin typeface="Yu Gothic UI"/>
                <a:ea typeface="Yu Gothic UI"/>
                <a:cs typeface="Segoe UI" pitchFamily="34" charset="0"/>
              </a:rPr>
              <a:t>に</a:t>
            </a:r>
            <a:r>
              <a:rPr kumimoji="1" lang="ja-JP" altLang="en-US" sz="1600">
                <a:solidFill>
                  <a:srgbClr val="D83B01"/>
                </a:solidFill>
                <a:latin typeface="Yu Gothic UI"/>
                <a:ea typeface="Yu Gothic UI"/>
                <a:cs typeface="Segoe UI" pitchFamily="34" charset="0"/>
              </a:rPr>
              <a:t>ラテラルムーブメントが可能</a:t>
            </a:r>
            <a:r>
              <a:rPr kumimoji="1" lang="ja-JP" altLang="en-US" sz="1600">
                <a:solidFill>
                  <a:srgbClr val="000000"/>
                </a:solidFill>
                <a:latin typeface="Yu Gothic UI"/>
                <a:ea typeface="Yu Gothic UI"/>
                <a:cs typeface="Segoe UI" pitchFamily="34" charset="0"/>
              </a:rPr>
              <a:t>。かつその</a:t>
            </a:r>
            <a:r>
              <a:rPr kumimoji="1" lang="en-US" altLang="ja-JP" sz="1600">
                <a:solidFill>
                  <a:srgbClr val="000000"/>
                </a:solidFill>
                <a:latin typeface="Yu Gothic UI"/>
                <a:ea typeface="Yu Gothic UI"/>
                <a:cs typeface="Segoe UI" pitchFamily="34" charset="0"/>
              </a:rPr>
              <a:t>RDS DB</a:t>
            </a:r>
            <a:r>
              <a:rPr kumimoji="1" lang="ja-JP" altLang="en-US" sz="1600">
                <a:solidFill>
                  <a:srgbClr val="000000"/>
                </a:solidFill>
                <a:latin typeface="Yu Gothic UI"/>
                <a:ea typeface="Yu Gothic UI"/>
                <a:cs typeface="Segoe UI" pitchFamily="34" charset="0"/>
              </a:rPr>
              <a:t>には</a:t>
            </a:r>
            <a:r>
              <a:rPr kumimoji="1" lang="ja-JP" altLang="en-US" sz="1600">
                <a:solidFill>
                  <a:srgbClr val="D83B01"/>
                </a:solidFill>
                <a:latin typeface="Yu Gothic UI"/>
                <a:ea typeface="Yu Gothic UI"/>
                <a:cs typeface="Segoe UI" pitchFamily="34" charset="0"/>
              </a:rPr>
              <a:t>機微な情報</a:t>
            </a:r>
            <a:r>
              <a:rPr kumimoji="1" lang="ja-JP" altLang="en-US" sz="1600">
                <a:solidFill>
                  <a:srgbClr val="000000"/>
                </a:solidFill>
                <a:latin typeface="Yu Gothic UI"/>
                <a:ea typeface="Yu Gothic UI"/>
                <a:cs typeface="Segoe UI" pitchFamily="34" charset="0"/>
              </a:rPr>
              <a:t>が含まれている </a:t>
            </a:r>
            <a:r>
              <a:rPr kumimoji="1" lang="en-US" altLang="ja-JP" sz="1600">
                <a:solidFill>
                  <a:srgbClr val="000000"/>
                </a:solidFill>
                <a:latin typeface="Yu Gothic UI"/>
                <a:ea typeface="Yu Gothic UI"/>
                <a:cs typeface="Segoe UI" pitchFamily="34" charset="0"/>
              </a:rPr>
              <a:t>-&gt; </a:t>
            </a:r>
            <a:r>
              <a:rPr kumimoji="1" lang="ja-JP" altLang="en-US" sz="1600" b="1">
                <a:solidFill>
                  <a:srgbClr val="D83B01"/>
                </a:solidFill>
                <a:latin typeface="Yu Gothic UI"/>
                <a:ea typeface="Yu Gothic UI"/>
                <a:cs typeface="Segoe UI" pitchFamily="34" charset="0"/>
              </a:rPr>
              <a:t>危険性高！</a:t>
            </a:r>
          </a:p>
        </p:txBody>
      </p:sp>
      <p:pic>
        <p:nvPicPr>
          <p:cNvPr id="17" name="グラフィックス 16">
            <a:extLst>
              <a:ext uri="{FF2B5EF4-FFF2-40B4-BE49-F238E27FC236}">
                <a16:creationId xmlns:a16="http://schemas.microsoft.com/office/drawing/2014/main" id="{0BF5EF6E-442D-FFF9-6E0F-BBEB0B8054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932" y="2455483"/>
            <a:ext cx="492055" cy="492055"/>
          </a:xfrm>
          <a:prstGeom prst="rect">
            <a:avLst/>
          </a:prstGeom>
        </p:spPr>
      </p:pic>
      <p:pic>
        <p:nvPicPr>
          <p:cNvPr id="18" name="Graphic 5">
            <a:extLst>
              <a:ext uri="{FF2B5EF4-FFF2-40B4-BE49-F238E27FC236}">
                <a16:creationId xmlns:a16="http://schemas.microsoft.com/office/drawing/2014/main" id="{12B4DDCA-E2C5-8B58-503C-AE3561C9D216}"/>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86097" y="2455483"/>
            <a:ext cx="492054" cy="49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0" descr="Colore Icon - Google Compute Engine Logo Png, Transparent Png , Transparent  Png Image - PNGitem">
            <a:extLst>
              <a:ext uri="{FF2B5EF4-FFF2-40B4-BE49-F238E27FC236}">
                <a16:creationId xmlns:a16="http://schemas.microsoft.com/office/drawing/2014/main" id="{820CDCC4-D6F8-AF28-5341-79CF94FA6C33}"/>
              </a:ext>
            </a:extLst>
          </p:cNvPr>
          <p:cNvPicPr>
            <a:picLocks noChangeAspect="1" noChangeArrowheads="1"/>
          </p:cNvPicPr>
          <p:nvPr/>
        </p:nvPicPr>
        <p:blipFill rotWithShape="1">
          <a:blip r:embed="rId6" cstate="print">
            <a:clrChange>
              <a:clrFrom>
                <a:srgbClr val="F7F7F7"/>
              </a:clrFrom>
              <a:clrTo>
                <a:srgbClr val="F7F7F7">
                  <a:alpha val="0"/>
                </a:srgbClr>
              </a:clrTo>
            </a:clrChange>
            <a:extLst>
              <a:ext uri="{28A0092B-C50C-407E-A947-70E740481C1C}">
                <a14:useLocalDpi xmlns:a14="http://schemas.microsoft.com/office/drawing/2010/main" val="0"/>
              </a:ext>
            </a:extLst>
          </a:blip>
          <a:srcRect l="2764" t="4324" r="3180" b="5033"/>
          <a:stretch/>
        </p:blipFill>
        <p:spPr bwMode="auto">
          <a:xfrm>
            <a:off x="2327261" y="2454408"/>
            <a:ext cx="555640" cy="493130"/>
          </a:xfrm>
          <a:prstGeom prst="rect">
            <a:avLst/>
          </a:prstGeom>
          <a:noFill/>
          <a:extLst>
            <a:ext uri="{909E8E84-426E-40DD-AFC4-6F175D3DCCD1}">
              <a14:hiddenFill xmlns:a14="http://schemas.microsoft.com/office/drawing/2010/main">
                <a:solidFill>
                  <a:srgbClr val="FFFFFF"/>
                </a:solidFill>
              </a14:hiddenFill>
            </a:ext>
          </a:extLst>
        </p:spPr>
      </p:pic>
      <p:sp>
        <p:nvSpPr>
          <p:cNvPr id="20" name="右中かっこ 19">
            <a:extLst>
              <a:ext uri="{FF2B5EF4-FFF2-40B4-BE49-F238E27FC236}">
                <a16:creationId xmlns:a16="http://schemas.microsoft.com/office/drawing/2014/main" id="{B4F11413-8819-D919-E8DA-2BE9C7231A61}"/>
              </a:ext>
            </a:extLst>
          </p:cNvPr>
          <p:cNvSpPr/>
          <p:nvPr/>
        </p:nvSpPr>
        <p:spPr>
          <a:xfrm rot="5400000">
            <a:off x="1770604" y="2113881"/>
            <a:ext cx="186628" cy="2037971"/>
          </a:xfrm>
          <a:prstGeom prst="righ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4192">
              <a:defRPr/>
            </a:pPr>
            <a:endParaRPr kumimoji="1" lang="ja-JP" altLang="en-US" sz="1765">
              <a:solidFill>
                <a:srgbClr val="000000"/>
              </a:solidFill>
              <a:latin typeface="Segoe UI"/>
              <a:ea typeface="Yu Gothic UI"/>
            </a:endParaRPr>
          </a:p>
        </p:txBody>
      </p:sp>
      <p:pic>
        <p:nvPicPr>
          <p:cNvPr id="21" name="図 20">
            <a:extLst>
              <a:ext uri="{FF2B5EF4-FFF2-40B4-BE49-F238E27FC236}">
                <a16:creationId xmlns:a16="http://schemas.microsoft.com/office/drawing/2014/main" id="{218EF0B9-C082-1B46-A16D-B046D97A57BC}"/>
              </a:ext>
            </a:extLst>
          </p:cNvPr>
          <p:cNvPicPr>
            <a:picLocks noChangeAspect="1"/>
          </p:cNvPicPr>
          <p:nvPr/>
        </p:nvPicPr>
        <p:blipFill>
          <a:blip r:embed="rId7"/>
          <a:stretch>
            <a:fillRect/>
          </a:stretch>
        </p:blipFill>
        <p:spPr>
          <a:xfrm>
            <a:off x="1616573" y="3244452"/>
            <a:ext cx="504560" cy="470923"/>
          </a:xfrm>
          <a:prstGeom prst="rect">
            <a:avLst/>
          </a:prstGeom>
        </p:spPr>
      </p:pic>
      <p:cxnSp>
        <p:nvCxnSpPr>
          <p:cNvPr id="22" name="直線コネクタ 21">
            <a:extLst>
              <a:ext uri="{FF2B5EF4-FFF2-40B4-BE49-F238E27FC236}">
                <a16:creationId xmlns:a16="http://schemas.microsoft.com/office/drawing/2014/main" id="{D210B683-120D-9B37-68AC-42C3470443E6}"/>
              </a:ext>
            </a:extLst>
          </p:cNvPr>
          <p:cNvCxnSpPr>
            <a:cxnSpLocks/>
          </p:cNvCxnSpPr>
          <p:nvPr/>
        </p:nvCxnSpPr>
        <p:spPr>
          <a:xfrm>
            <a:off x="3172259" y="2035209"/>
            <a:ext cx="0" cy="1953583"/>
          </a:xfrm>
          <a:prstGeom prst="line">
            <a:avLst/>
          </a:prstGeom>
          <a:ln>
            <a:solidFill>
              <a:schemeClr val="bg2"/>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3" name="グループ化 22">
            <a:extLst>
              <a:ext uri="{FF2B5EF4-FFF2-40B4-BE49-F238E27FC236}">
                <a16:creationId xmlns:a16="http://schemas.microsoft.com/office/drawing/2014/main" id="{57109D4E-5C4B-1AB5-5B92-8ABBE5E05002}"/>
              </a:ext>
            </a:extLst>
          </p:cNvPr>
          <p:cNvGrpSpPr/>
          <p:nvPr/>
        </p:nvGrpSpPr>
        <p:grpSpPr>
          <a:xfrm>
            <a:off x="1598941" y="3894619"/>
            <a:ext cx="511557" cy="490620"/>
            <a:chOff x="3259933" y="2244640"/>
            <a:chExt cx="511630" cy="490690"/>
          </a:xfrm>
        </p:grpSpPr>
        <p:pic>
          <p:nvPicPr>
            <p:cNvPr id="39" name="図 38">
              <a:extLst>
                <a:ext uri="{FF2B5EF4-FFF2-40B4-BE49-F238E27FC236}">
                  <a16:creationId xmlns:a16="http://schemas.microsoft.com/office/drawing/2014/main" id="{7830F559-BABA-2F98-FD9C-18F538E57014}"/>
                </a:ext>
              </a:extLst>
            </p:cNvPr>
            <p:cNvPicPr>
              <a:picLocks noChangeAspect="1"/>
            </p:cNvPicPr>
            <p:nvPr/>
          </p:nvPicPr>
          <p:blipFill>
            <a:blip r:embed="rId7"/>
            <a:stretch>
              <a:fillRect/>
            </a:stretch>
          </p:blipFill>
          <p:spPr>
            <a:xfrm>
              <a:off x="3259933" y="2244640"/>
              <a:ext cx="504632" cy="470990"/>
            </a:xfrm>
            <a:prstGeom prst="rect">
              <a:avLst/>
            </a:prstGeom>
          </p:spPr>
        </p:pic>
        <p:sp>
          <p:nvSpPr>
            <p:cNvPr id="40" name="正方形/長方形 39">
              <a:extLst>
                <a:ext uri="{FF2B5EF4-FFF2-40B4-BE49-F238E27FC236}">
                  <a16:creationId xmlns:a16="http://schemas.microsoft.com/office/drawing/2014/main" id="{81844E2A-84FA-30F2-CBAD-CDAE982D4819}"/>
                </a:ext>
              </a:extLst>
            </p:cNvPr>
            <p:cNvSpPr/>
            <p:nvPr/>
          </p:nvSpPr>
          <p:spPr bwMode="auto">
            <a:xfrm>
              <a:off x="3299146" y="2262913"/>
              <a:ext cx="472417" cy="472417"/>
            </a:xfrm>
            <a:prstGeom prst="rect">
              <a:avLst/>
            </a:prstGeom>
            <a:solidFill>
              <a:srgbClr val="FFFFFF">
                <a:alpha val="50196"/>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endParaRPr kumimoji="1" lang="ja-JP" altLang="en-US" sz="2000" err="1">
                <a:solidFill>
                  <a:srgbClr val="FFFFFF"/>
                </a:solidFill>
                <a:latin typeface="Segoe UI"/>
                <a:ea typeface="Segoe UI" pitchFamily="34" charset="0"/>
                <a:cs typeface="Segoe UI" pitchFamily="34" charset="0"/>
              </a:endParaRPr>
            </a:p>
          </p:txBody>
        </p:sp>
      </p:grpSp>
      <p:sp>
        <p:nvSpPr>
          <p:cNvPr id="25" name="正方形/長方形 24">
            <a:extLst>
              <a:ext uri="{FF2B5EF4-FFF2-40B4-BE49-F238E27FC236}">
                <a16:creationId xmlns:a16="http://schemas.microsoft.com/office/drawing/2014/main" id="{0B614EB7-EA6F-632A-CD16-E06EE4149301}"/>
              </a:ext>
            </a:extLst>
          </p:cNvPr>
          <p:cNvSpPr/>
          <p:nvPr/>
        </p:nvSpPr>
        <p:spPr bwMode="auto">
          <a:xfrm>
            <a:off x="2438004" y="3944316"/>
            <a:ext cx="705846" cy="30213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kumimoji="1" lang="ja-JP" altLang="en-US" sz="1200">
                <a:solidFill>
                  <a:srgbClr val="FFFFFF"/>
                </a:solidFill>
                <a:latin typeface="Yu Gothic UI"/>
                <a:ea typeface="Yu Gothic UI"/>
                <a:cs typeface="Segoe UI" pitchFamily="34" charset="0"/>
              </a:rPr>
              <a:t>インベントリ</a:t>
            </a:r>
          </a:p>
        </p:txBody>
      </p:sp>
      <p:cxnSp>
        <p:nvCxnSpPr>
          <p:cNvPr id="26" name="コネクタ: カギ線 37">
            <a:extLst>
              <a:ext uri="{FF2B5EF4-FFF2-40B4-BE49-F238E27FC236}">
                <a16:creationId xmlns:a16="http://schemas.microsoft.com/office/drawing/2014/main" id="{1C03567D-723D-097E-7751-32EFB436EB66}"/>
              </a:ext>
            </a:extLst>
          </p:cNvPr>
          <p:cNvCxnSpPr>
            <a:cxnSpLocks/>
            <a:stCxn id="39" idx="1"/>
            <a:endCxn id="21" idx="1"/>
          </p:cNvCxnSpPr>
          <p:nvPr/>
        </p:nvCxnSpPr>
        <p:spPr>
          <a:xfrm rot="10800000" flipH="1">
            <a:off x="1598941" y="3479915"/>
            <a:ext cx="17632" cy="650167"/>
          </a:xfrm>
          <a:prstGeom prst="bentConnector3">
            <a:avLst>
              <a:gd name="adj1" fmla="val -1296506"/>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90CB8D56-48F5-5A70-B264-FDF1FE361BD0}"/>
              </a:ext>
            </a:extLst>
          </p:cNvPr>
          <p:cNvSpPr/>
          <p:nvPr/>
        </p:nvSpPr>
        <p:spPr bwMode="auto">
          <a:xfrm>
            <a:off x="2437879" y="4390253"/>
            <a:ext cx="2185639" cy="256291"/>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kumimoji="1" lang="ja-JP" altLang="en-US" sz="1200">
                <a:solidFill>
                  <a:srgbClr val="FFFFFF"/>
                </a:solidFill>
                <a:latin typeface="Yu Gothic UI"/>
                <a:ea typeface="Yu Gothic UI"/>
                <a:cs typeface="Segoe UI" pitchFamily="34" charset="0"/>
              </a:rPr>
              <a:t>スキャンプラットフォーム</a:t>
            </a:r>
          </a:p>
        </p:txBody>
      </p:sp>
      <p:cxnSp>
        <p:nvCxnSpPr>
          <p:cNvPr id="28" name="直線矢印コネクタ 27">
            <a:extLst>
              <a:ext uri="{FF2B5EF4-FFF2-40B4-BE49-F238E27FC236}">
                <a16:creationId xmlns:a16="http://schemas.microsoft.com/office/drawing/2014/main" id="{DFE82453-0363-FF51-916B-B2775AB9100B}"/>
              </a:ext>
            </a:extLst>
          </p:cNvPr>
          <p:cNvCxnSpPr>
            <a:cxnSpLocks/>
            <a:endCxn id="40" idx="3"/>
          </p:cNvCxnSpPr>
          <p:nvPr/>
        </p:nvCxnSpPr>
        <p:spPr>
          <a:xfrm flipH="1" flipV="1">
            <a:off x="2110498" y="4149064"/>
            <a:ext cx="180855" cy="557"/>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11727D13-7911-739E-20F1-42AA3E97FF1D}"/>
              </a:ext>
            </a:extLst>
          </p:cNvPr>
          <p:cNvSpPr txBox="1"/>
          <p:nvPr/>
        </p:nvSpPr>
        <p:spPr>
          <a:xfrm>
            <a:off x="844932" y="2028190"/>
            <a:ext cx="2037969" cy="246222"/>
          </a:xfrm>
          <a:prstGeom prst="rect">
            <a:avLst/>
          </a:prstGeom>
          <a:noFill/>
        </p:spPr>
        <p:txBody>
          <a:bodyPr wrap="square" lIns="0" tIns="0" rIns="0" bIns="0" rtlCol="0">
            <a:spAutoFit/>
          </a:bodyPr>
          <a:lstStyle/>
          <a:p>
            <a:pPr algn="ctr" defTabSz="914192">
              <a:defRPr/>
            </a:pPr>
            <a:r>
              <a:rPr kumimoji="1" lang="ja-JP" altLang="en-US" sz="1600" u="sng">
                <a:solidFill>
                  <a:srgbClr val="000000"/>
                </a:solidFill>
                <a:latin typeface="Segoe UI"/>
                <a:ea typeface="Yu Gothic UI"/>
              </a:rPr>
              <a:t>お客様環境の仮想マシン</a:t>
            </a:r>
          </a:p>
        </p:txBody>
      </p:sp>
      <p:sp>
        <p:nvSpPr>
          <p:cNvPr id="30" name="テキスト ボックス 29">
            <a:extLst>
              <a:ext uri="{FF2B5EF4-FFF2-40B4-BE49-F238E27FC236}">
                <a16:creationId xmlns:a16="http://schemas.microsoft.com/office/drawing/2014/main" id="{7CCC0F8C-6F71-BD74-61A4-37EA23205A57}"/>
              </a:ext>
            </a:extLst>
          </p:cNvPr>
          <p:cNvSpPr txBox="1"/>
          <p:nvPr/>
        </p:nvSpPr>
        <p:spPr>
          <a:xfrm>
            <a:off x="2511713" y="3507037"/>
            <a:ext cx="2037969" cy="246221"/>
          </a:xfrm>
          <a:prstGeom prst="rect">
            <a:avLst/>
          </a:prstGeom>
          <a:noFill/>
        </p:spPr>
        <p:txBody>
          <a:bodyPr wrap="square" lIns="0" tIns="0" rIns="0" bIns="0" rtlCol="0">
            <a:spAutoFit/>
          </a:bodyPr>
          <a:lstStyle/>
          <a:p>
            <a:pPr algn="ctr" defTabSz="914192">
              <a:defRPr/>
            </a:pPr>
            <a:r>
              <a:rPr kumimoji="1" lang="ja-JP" altLang="en-US" sz="1600" u="sng">
                <a:solidFill>
                  <a:srgbClr val="000000"/>
                </a:solidFill>
                <a:latin typeface="Segoe UI"/>
                <a:ea typeface="Yu Gothic UI"/>
              </a:rPr>
              <a:t>隔離されたスキャン環境</a:t>
            </a:r>
          </a:p>
        </p:txBody>
      </p:sp>
      <p:sp>
        <p:nvSpPr>
          <p:cNvPr id="31" name="テキスト ボックス 30">
            <a:extLst>
              <a:ext uri="{FF2B5EF4-FFF2-40B4-BE49-F238E27FC236}">
                <a16:creationId xmlns:a16="http://schemas.microsoft.com/office/drawing/2014/main" id="{2F11B24D-AB1A-73F6-E1E2-3242C6F079B5}"/>
              </a:ext>
            </a:extLst>
          </p:cNvPr>
          <p:cNvSpPr txBox="1"/>
          <p:nvPr/>
        </p:nvSpPr>
        <p:spPr>
          <a:xfrm>
            <a:off x="685799" y="4955823"/>
            <a:ext cx="2630432" cy="246221"/>
          </a:xfrm>
          <a:prstGeom prst="rect">
            <a:avLst/>
          </a:prstGeom>
          <a:noFill/>
        </p:spPr>
        <p:txBody>
          <a:bodyPr wrap="square" lIns="0" tIns="0" rIns="0" bIns="0" rtlCol="0">
            <a:spAutoFit/>
          </a:bodyPr>
          <a:lstStyle/>
          <a:p>
            <a:pPr algn="ctr" defTabSz="914192">
              <a:defRPr/>
            </a:pPr>
            <a:r>
              <a:rPr kumimoji="1" lang="en-US" altLang="ja-JP" sz="1600" u="sng" dirty="0">
                <a:solidFill>
                  <a:srgbClr val="000000"/>
                </a:solidFill>
                <a:latin typeface="Segoe UI"/>
                <a:ea typeface="Yu Gothic UI"/>
              </a:rPr>
              <a:t>Defender for Cloud</a:t>
            </a:r>
            <a:r>
              <a:rPr kumimoji="1" lang="ja-JP" altLang="en-US" sz="1600" u="sng" dirty="0">
                <a:solidFill>
                  <a:srgbClr val="000000"/>
                </a:solidFill>
                <a:latin typeface="Segoe UI"/>
                <a:ea typeface="Yu Gothic UI"/>
              </a:rPr>
              <a:t> ポータル</a:t>
            </a:r>
          </a:p>
        </p:txBody>
      </p:sp>
      <p:pic>
        <p:nvPicPr>
          <p:cNvPr id="32" name="図 31">
            <a:extLst>
              <a:ext uri="{FF2B5EF4-FFF2-40B4-BE49-F238E27FC236}">
                <a16:creationId xmlns:a16="http://schemas.microsoft.com/office/drawing/2014/main" id="{9DC512C7-0F8F-E6A9-C584-7F3B41A65A0D}"/>
              </a:ext>
            </a:extLst>
          </p:cNvPr>
          <p:cNvPicPr>
            <a:picLocks noChangeAspect="1"/>
          </p:cNvPicPr>
          <p:nvPr/>
        </p:nvPicPr>
        <p:blipFill>
          <a:blip r:embed="rId8"/>
          <a:stretch>
            <a:fillRect/>
          </a:stretch>
        </p:blipFill>
        <p:spPr>
          <a:xfrm>
            <a:off x="610821" y="5308996"/>
            <a:ext cx="2854553" cy="1385487"/>
          </a:xfrm>
          <a:prstGeom prst="rect">
            <a:avLst/>
          </a:prstGeom>
        </p:spPr>
      </p:pic>
      <p:sp>
        <p:nvSpPr>
          <p:cNvPr id="33" name="テキスト ボックス 32">
            <a:extLst>
              <a:ext uri="{FF2B5EF4-FFF2-40B4-BE49-F238E27FC236}">
                <a16:creationId xmlns:a16="http://schemas.microsoft.com/office/drawing/2014/main" id="{F64D7360-D5DF-7371-C699-AF76360E0953}"/>
              </a:ext>
            </a:extLst>
          </p:cNvPr>
          <p:cNvSpPr txBox="1"/>
          <p:nvPr/>
        </p:nvSpPr>
        <p:spPr>
          <a:xfrm>
            <a:off x="118395" y="3650238"/>
            <a:ext cx="1051251" cy="338554"/>
          </a:xfrm>
          <a:prstGeom prst="rect">
            <a:avLst/>
          </a:prstGeom>
          <a:noFill/>
        </p:spPr>
        <p:txBody>
          <a:bodyPr wrap="square" lIns="0" tIns="0" rIns="0" bIns="0" rtlCol="0">
            <a:spAutoFit/>
          </a:bodyPr>
          <a:lstStyle/>
          <a:p>
            <a:pPr algn="ctr" defTabSz="914192">
              <a:defRPr/>
            </a:pPr>
            <a:r>
              <a:rPr kumimoji="1" lang="en-US" altLang="ja-JP" sz="1100" dirty="0">
                <a:solidFill>
                  <a:srgbClr val="000000"/>
                </a:solidFill>
                <a:latin typeface="Segoe UI"/>
                <a:ea typeface="Yu Gothic UI"/>
              </a:rPr>
              <a:t>Disk</a:t>
            </a:r>
          </a:p>
          <a:p>
            <a:pPr algn="ctr" defTabSz="914192">
              <a:defRPr/>
            </a:pPr>
            <a:r>
              <a:rPr kumimoji="1" lang="ja-JP" altLang="en-US" sz="1100">
                <a:solidFill>
                  <a:srgbClr val="000000"/>
                </a:solidFill>
                <a:latin typeface="Segoe UI"/>
                <a:ea typeface="Yu Gothic UI"/>
              </a:rPr>
              <a:t>スナップショット</a:t>
            </a:r>
          </a:p>
        </p:txBody>
      </p:sp>
      <p:cxnSp>
        <p:nvCxnSpPr>
          <p:cNvPr id="34" name="直線コネクタ 33">
            <a:extLst>
              <a:ext uri="{FF2B5EF4-FFF2-40B4-BE49-F238E27FC236}">
                <a16:creationId xmlns:a16="http://schemas.microsoft.com/office/drawing/2014/main" id="{F4F3E02B-B4E6-7040-52DC-F925E5BE323E}"/>
              </a:ext>
            </a:extLst>
          </p:cNvPr>
          <p:cNvCxnSpPr>
            <a:cxnSpLocks/>
          </p:cNvCxnSpPr>
          <p:nvPr/>
        </p:nvCxnSpPr>
        <p:spPr>
          <a:xfrm>
            <a:off x="6036967" y="2028190"/>
            <a:ext cx="0" cy="1953583"/>
          </a:xfrm>
          <a:prstGeom prst="line">
            <a:avLst/>
          </a:prstGeom>
          <a:ln>
            <a:solidFill>
              <a:schemeClr val="bg2"/>
            </a:solidFill>
            <a:prstDash val="lg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D327FE32-94F4-2CB6-6CAE-9585F5C03FBE}"/>
              </a:ext>
            </a:extLst>
          </p:cNvPr>
          <p:cNvSpPr txBox="1"/>
          <p:nvPr/>
        </p:nvSpPr>
        <p:spPr>
          <a:xfrm>
            <a:off x="5701730" y="2647330"/>
            <a:ext cx="751743" cy="338554"/>
          </a:xfrm>
          <a:prstGeom prst="rect">
            <a:avLst/>
          </a:prstGeom>
          <a:noFill/>
        </p:spPr>
        <p:txBody>
          <a:bodyPr wrap="square" lIns="0" tIns="0" rIns="0" bIns="0" rtlCol="0">
            <a:spAutoFit/>
          </a:bodyPr>
          <a:lstStyle/>
          <a:p>
            <a:pPr algn="ctr" defTabSz="914192">
              <a:defRPr/>
            </a:pPr>
            <a:r>
              <a:rPr kumimoji="1" lang="ja-JP" altLang="en-US" sz="1100">
                <a:solidFill>
                  <a:srgbClr val="000000"/>
                </a:solidFill>
                <a:latin typeface="Segoe UI"/>
                <a:ea typeface="Yu Gothic UI"/>
              </a:rPr>
              <a:t>インサイト</a:t>
            </a:r>
            <a:endParaRPr kumimoji="1" lang="en-US" altLang="ja-JP" sz="1100">
              <a:solidFill>
                <a:srgbClr val="000000"/>
              </a:solidFill>
              <a:latin typeface="Segoe UI"/>
              <a:ea typeface="Yu Gothic UI"/>
            </a:endParaRPr>
          </a:p>
          <a:p>
            <a:pPr algn="ctr" defTabSz="914192">
              <a:defRPr/>
            </a:pPr>
            <a:r>
              <a:rPr kumimoji="1" lang="ja-JP" altLang="en-US" sz="1100">
                <a:solidFill>
                  <a:srgbClr val="000000"/>
                </a:solidFill>
                <a:latin typeface="Segoe UI"/>
                <a:ea typeface="Yu Gothic UI"/>
              </a:rPr>
              <a:t>メタデータ</a:t>
            </a:r>
          </a:p>
        </p:txBody>
      </p:sp>
      <p:sp>
        <p:nvSpPr>
          <p:cNvPr id="36" name="テキスト ボックス 35">
            <a:extLst>
              <a:ext uri="{FF2B5EF4-FFF2-40B4-BE49-F238E27FC236}">
                <a16:creationId xmlns:a16="http://schemas.microsoft.com/office/drawing/2014/main" id="{A6DB272B-FD9C-86E2-A175-2386B5FEA40C}"/>
              </a:ext>
            </a:extLst>
          </p:cNvPr>
          <p:cNvSpPr txBox="1"/>
          <p:nvPr/>
        </p:nvSpPr>
        <p:spPr>
          <a:xfrm>
            <a:off x="838200" y="2974824"/>
            <a:ext cx="492055" cy="153888"/>
          </a:xfrm>
          <a:prstGeom prst="rect">
            <a:avLst/>
          </a:prstGeom>
          <a:noFill/>
        </p:spPr>
        <p:txBody>
          <a:bodyPr wrap="square" lIns="0" tIns="0" rIns="0" bIns="0" rtlCol="0">
            <a:spAutoFit/>
          </a:bodyPr>
          <a:lstStyle/>
          <a:p>
            <a:pPr algn="ctr" defTabSz="914192">
              <a:defRPr/>
            </a:pPr>
            <a:r>
              <a:rPr kumimoji="1" lang="en-US" altLang="ja-JP" sz="1000">
                <a:solidFill>
                  <a:srgbClr val="000000"/>
                </a:solidFill>
                <a:latin typeface="Segoe UI"/>
                <a:ea typeface="Yu Gothic UI"/>
              </a:rPr>
              <a:t>Azure</a:t>
            </a:r>
            <a:endParaRPr kumimoji="1" lang="ja-JP" altLang="en-US" sz="1000">
              <a:solidFill>
                <a:srgbClr val="000000"/>
              </a:solidFill>
              <a:latin typeface="Segoe UI"/>
              <a:ea typeface="Yu Gothic UI"/>
            </a:endParaRPr>
          </a:p>
        </p:txBody>
      </p:sp>
      <p:sp>
        <p:nvSpPr>
          <p:cNvPr id="37" name="テキスト ボックス 36">
            <a:extLst>
              <a:ext uri="{FF2B5EF4-FFF2-40B4-BE49-F238E27FC236}">
                <a16:creationId xmlns:a16="http://schemas.microsoft.com/office/drawing/2014/main" id="{DDF52F5C-EC3E-B83C-3542-F0088C73D193}"/>
              </a:ext>
            </a:extLst>
          </p:cNvPr>
          <p:cNvSpPr txBox="1"/>
          <p:nvPr/>
        </p:nvSpPr>
        <p:spPr>
          <a:xfrm>
            <a:off x="1582730" y="2985140"/>
            <a:ext cx="492055" cy="153888"/>
          </a:xfrm>
          <a:prstGeom prst="rect">
            <a:avLst/>
          </a:prstGeom>
          <a:noFill/>
        </p:spPr>
        <p:txBody>
          <a:bodyPr wrap="square" lIns="0" tIns="0" rIns="0" bIns="0" rtlCol="0">
            <a:spAutoFit/>
          </a:bodyPr>
          <a:lstStyle/>
          <a:p>
            <a:pPr algn="ctr" defTabSz="914192">
              <a:defRPr/>
            </a:pPr>
            <a:r>
              <a:rPr kumimoji="1" lang="en-US" altLang="ja-JP" sz="1000">
                <a:solidFill>
                  <a:srgbClr val="000000"/>
                </a:solidFill>
                <a:latin typeface="Segoe UI"/>
                <a:ea typeface="Yu Gothic UI"/>
              </a:rPr>
              <a:t>AWS</a:t>
            </a:r>
            <a:endParaRPr kumimoji="1" lang="ja-JP" altLang="en-US" sz="1000">
              <a:solidFill>
                <a:srgbClr val="000000"/>
              </a:solidFill>
              <a:latin typeface="Segoe UI"/>
              <a:ea typeface="Yu Gothic UI"/>
            </a:endParaRPr>
          </a:p>
        </p:txBody>
      </p:sp>
      <p:sp>
        <p:nvSpPr>
          <p:cNvPr id="38" name="テキスト ボックス 37">
            <a:extLst>
              <a:ext uri="{FF2B5EF4-FFF2-40B4-BE49-F238E27FC236}">
                <a16:creationId xmlns:a16="http://schemas.microsoft.com/office/drawing/2014/main" id="{673BA19F-BCFB-E9E5-CC07-A47F8E576937}"/>
              </a:ext>
            </a:extLst>
          </p:cNvPr>
          <p:cNvSpPr txBox="1"/>
          <p:nvPr/>
        </p:nvSpPr>
        <p:spPr>
          <a:xfrm>
            <a:off x="2335643" y="2974824"/>
            <a:ext cx="492055" cy="153888"/>
          </a:xfrm>
          <a:prstGeom prst="rect">
            <a:avLst/>
          </a:prstGeom>
          <a:noFill/>
        </p:spPr>
        <p:txBody>
          <a:bodyPr wrap="square" lIns="0" tIns="0" rIns="0" bIns="0" rtlCol="0">
            <a:spAutoFit/>
          </a:bodyPr>
          <a:lstStyle/>
          <a:p>
            <a:pPr algn="ctr" defTabSz="914192">
              <a:defRPr/>
            </a:pPr>
            <a:r>
              <a:rPr kumimoji="1" lang="en-US" altLang="ja-JP" sz="1000">
                <a:solidFill>
                  <a:srgbClr val="000000"/>
                </a:solidFill>
                <a:latin typeface="Segoe UI"/>
                <a:ea typeface="Yu Gothic UI"/>
              </a:rPr>
              <a:t>GCP</a:t>
            </a:r>
            <a:endParaRPr kumimoji="1" lang="ja-JP" altLang="en-US" sz="1000">
              <a:solidFill>
                <a:srgbClr val="000000"/>
              </a:solidFill>
              <a:latin typeface="Segoe UI"/>
              <a:ea typeface="Yu Gothic UI"/>
            </a:endParaRPr>
          </a:p>
        </p:txBody>
      </p:sp>
      <p:sp>
        <p:nvSpPr>
          <p:cNvPr id="41" name="正方形/長方形 40">
            <a:extLst>
              <a:ext uri="{FF2B5EF4-FFF2-40B4-BE49-F238E27FC236}">
                <a16:creationId xmlns:a16="http://schemas.microsoft.com/office/drawing/2014/main" id="{85584D8B-774C-F74D-D134-1A857D47F846}"/>
              </a:ext>
            </a:extLst>
          </p:cNvPr>
          <p:cNvSpPr/>
          <p:nvPr/>
        </p:nvSpPr>
        <p:spPr bwMode="auto">
          <a:xfrm>
            <a:off x="3180061" y="3950090"/>
            <a:ext cx="635262" cy="30213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kumimoji="1" lang="ja-JP" altLang="en-US" sz="1200">
                <a:solidFill>
                  <a:srgbClr val="FFFFFF"/>
                </a:solidFill>
                <a:latin typeface="Yu Gothic UI"/>
                <a:ea typeface="Yu Gothic UI"/>
                <a:cs typeface="Segoe UI" pitchFamily="34" charset="0"/>
              </a:rPr>
              <a:t>脆弱性</a:t>
            </a:r>
          </a:p>
        </p:txBody>
      </p:sp>
      <p:sp>
        <p:nvSpPr>
          <p:cNvPr id="42" name="正方形/長方形 41">
            <a:extLst>
              <a:ext uri="{FF2B5EF4-FFF2-40B4-BE49-F238E27FC236}">
                <a16:creationId xmlns:a16="http://schemas.microsoft.com/office/drawing/2014/main" id="{D9F90423-2989-64E1-7F67-7E97F3660094}"/>
              </a:ext>
            </a:extLst>
          </p:cNvPr>
          <p:cNvSpPr/>
          <p:nvPr/>
        </p:nvSpPr>
        <p:spPr bwMode="auto">
          <a:xfrm>
            <a:off x="3862808" y="3950090"/>
            <a:ext cx="741139" cy="30213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kumimoji="1" lang="ja-JP" altLang="en-US" sz="1200">
                <a:solidFill>
                  <a:srgbClr val="FFFFFF"/>
                </a:solidFill>
                <a:latin typeface="Yu Gothic UI"/>
                <a:ea typeface="Yu Gothic UI"/>
                <a:cs typeface="Segoe UI" pitchFamily="34" charset="0"/>
              </a:rPr>
              <a:t>シークレット</a:t>
            </a:r>
          </a:p>
        </p:txBody>
      </p:sp>
      <p:cxnSp>
        <p:nvCxnSpPr>
          <p:cNvPr id="49" name="コネクタ: カギ線 37">
            <a:extLst>
              <a:ext uri="{FF2B5EF4-FFF2-40B4-BE49-F238E27FC236}">
                <a16:creationId xmlns:a16="http://schemas.microsoft.com/office/drawing/2014/main" id="{085C0975-1480-057D-2929-02FC6C75E3BA}"/>
              </a:ext>
            </a:extLst>
          </p:cNvPr>
          <p:cNvCxnSpPr>
            <a:cxnSpLocks/>
            <a:stCxn id="31" idx="0"/>
            <a:endCxn id="27" idx="2"/>
          </p:cNvCxnSpPr>
          <p:nvPr/>
        </p:nvCxnSpPr>
        <p:spPr>
          <a:xfrm rot="5400000" flipH="1" flipV="1">
            <a:off x="2611218" y="4036342"/>
            <a:ext cx="309279" cy="1529684"/>
          </a:xfrm>
          <a:prstGeom prst="bentConnector3">
            <a:avLst>
              <a:gd name="adj1" fmla="val 50000"/>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533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1FD1-A563-3366-E251-94A65CB29D1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ADBFFB1-E349-FB04-D19E-6F242FAE3215}"/>
              </a:ext>
            </a:extLst>
          </p:cNvPr>
          <p:cNvSpPr>
            <a:spLocks noGrp="1"/>
          </p:cNvSpPr>
          <p:nvPr/>
        </p:nvSpPr>
        <p:spPr>
          <a:xfrm>
            <a:off x="685799" y="400050"/>
            <a:ext cx="9912427"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CWPP Defender for Servers </a:t>
            </a:r>
            <a:endParaRPr lang="ja-JP" altLang="en-US" sz="1200">
              <a:latin typeface="Yu Gothic UI" panose="020B0500000000000000" pitchFamily="50" charset="-128"/>
              <a:ea typeface="Yu Gothic UI" panose="020B0500000000000000" pitchFamily="50" charset="-128"/>
            </a:endParaRPr>
          </a:p>
        </p:txBody>
      </p:sp>
      <p:sp>
        <p:nvSpPr>
          <p:cNvPr id="2" name="正方形/長方形 1">
            <a:extLst>
              <a:ext uri="{FF2B5EF4-FFF2-40B4-BE49-F238E27FC236}">
                <a16:creationId xmlns:a16="http://schemas.microsoft.com/office/drawing/2014/main" id="{92C05444-32BA-292D-2FCD-C42580A4A4B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3" name="正方形/長方形 2">
            <a:extLst>
              <a:ext uri="{FF2B5EF4-FFF2-40B4-BE49-F238E27FC236}">
                <a16:creationId xmlns:a16="http://schemas.microsoft.com/office/drawing/2014/main" id="{8E5C79EE-8955-24C5-924E-E50F483B5DA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4" name="リード">
            <a:extLst>
              <a:ext uri="{FF2B5EF4-FFF2-40B4-BE49-F238E27FC236}">
                <a16:creationId xmlns:a16="http://schemas.microsoft.com/office/drawing/2014/main" id="{DDE7E1E5-501C-3695-60B2-6E6D4A322F57}"/>
              </a:ext>
            </a:extLst>
          </p:cNvPr>
          <p:cNvSpPr>
            <a:spLocks noGrp="1"/>
          </p:cNvSpPr>
          <p:nvPr>
            <p:ph idx="1"/>
          </p:nvPr>
        </p:nvSpPr>
        <p:spPr>
          <a:xfrm>
            <a:off x="838200" y="1328082"/>
            <a:ext cx="10515600" cy="1172747"/>
          </a:xfrm>
        </p:spPr>
        <p:txBody>
          <a:bodyPr>
            <a:normAutofit/>
          </a:bodyPr>
          <a:lstStyle/>
          <a:p>
            <a:pPr marL="0" indent="0">
              <a:buNone/>
            </a:pPr>
            <a:r>
              <a:rPr kumimoji="1" lang="en-US" altLang="ja-JP" sz="2000" dirty="0"/>
              <a:t>Microsoft Defender for Cloud </a:t>
            </a:r>
            <a:r>
              <a:rPr kumimoji="1" lang="ja-JP" altLang="en-US" sz="2000"/>
              <a:t>では各種リソースのデータプレーンを保護する</a:t>
            </a:r>
            <a:r>
              <a:rPr kumimoji="1" lang="en-US" altLang="ja-JP" sz="2000" dirty="0"/>
              <a:t> CWPP (Cloud Workload Protection Platform) </a:t>
            </a:r>
            <a:r>
              <a:rPr kumimoji="1" lang="ja-JP" altLang="en-US" sz="2000"/>
              <a:t>も用意しています。仮想マシン用にはアンチウィルス、脆弱性管理、</a:t>
            </a:r>
            <a:r>
              <a:rPr kumimoji="1" lang="en-US" altLang="ja-JP" sz="2000" dirty="0"/>
              <a:t>EDR </a:t>
            </a:r>
            <a:r>
              <a:rPr kumimoji="1" lang="ja-JP" altLang="en-US" sz="2000"/>
              <a:t>の機能を提供する</a:t>
            </a:r>
            <a:r>
              <a:rPr kumimoji="1" lang="en-US" altLang="ja-JP" sz="2000" dirty="0"/>
              <a:t> Defender for Servers </a:t>
            </a:r>
            <a:r>
              <a:rPr kumimoji="1" lang="ja-JP" altLang="en-US" sz="2000"/>
              <a:t>を提供しています。</a:t>
            </a:r>
            <a:endParaRPr kumimoji="1" lang="ja-JP" altLang="en-US" sz="2000" dirty="0"/>
          </a:p>
        </p:txBody>
      </p:sp>
      <p:sp>
        <p:nvSpPr>
          <p:cNvPr id="5" name="テキスト ボックス 4">
            <a:extLst>
              <a:ext uri="{FF2B5EF4-FFF2-40B4-BE49-F238E27FC236}">
                <a16:creationId xmlns:a16="http://schemas.microsoft.com/office/drawing/2014/main" id="{B945D2CF-8BC6-6883-4A6E-740C87BCAF98}"/>
              </a:ext>
            </a:extLst>
          </p:cNvPr>
          <p:cNvSpPr txBox="1"/>
          <p:nvPr/>
        </p:nvSpPr>
        <p:spPr>
          <a:xfrm>
            <a:off x="4332394" y="3645841"/>
            <a:ext cx="4462675" cy="621716"/>
          </a:xfrm>
          <a:prstGeom prst="rect">
            <a:avLst/>
          </a:prstGeom>
          <a:noFill/>
        </p:spPr>
        <p:txBody>
          <a:bodyPr wrap="square" lIns="73433" tIns="36717" rIns="73433" bIns="36717" rtlCol="0">
            <a:spAutoFit/>
          </a:bodyPr>
          <a:lstStyle/>
          <a:p>
            <a:pPr defTabSz="932597">
              <a:lnSpc>
                <a:spcPct val="90000"/>
              </a:lnSpc>
              <a:defRPr/>
            </a:pPr>
            <a:r>
              <a:rPr kumimoji="1" lang="ja-JP" altLang="en-US" sz="1632" spc="-51">
                <a:ln w="3175">
                  <a:noFill/>
                </a:ln>
                <a:gradFill flip="none" rotWithShape="1">
                  <a:gsLst>
                    <a:gs pos="50000">
                      <a:srgbClr val="1F78D4"/>
                    </a:gs>
                    <a:gs pos="0">
                      <a:srgbClr val="4BD9F7"/>
                    </a:gs>
                    <a:gs pos="100000">
                      <a:srgbClr val="8678D6"/>
                    </a:gs>
                  </a:gsLst>
                  <a:lin ang="2700000" scaled="1"/>
                  <a:tileRect/>
                </a:gradFill>
                <a:latin typeface="Segoe UI"/>
                <a:ea typeface="Yu Gothic UI"/>
              </a:rPr>
              <a:t>ウイルス対策（マルウェア対策）</a:t>
            </a:r>
            <a:endParaRPr kumimoji="1" lang="en-US" altLang="ja-JP" sz="1632" kern="0">
              <a:solidFill>
                <a:srgbClr val="0070C0"/>
              </a:solidFill>
              <a:latin typeface="Segoe UI"/>
              <a:ea typeface="Yu Gothic UI"/>
            </a:endParaRPr>
          </a:p>
          <a:p>
            <a:pPr defTabSz="932597">
              <a:lnSpc>
                <a:spcPct val="90000"/>
              </a:lnSpc>
              <a:defRPr/>
            </a:pPr>
            <a:r>
              <a:rPr kumimoji="1" lang="ja-JP" altLang="en-US" sz="1122" kern="0">
                <a:gradFill>
                  <a:gsLst>
                    <a:gs pos="2917">
                      <a:prstClr val="black"/>
                    </a:gs>
                    <a:gs pos="30000">
                      <a:prstClr val="black"/>
                    </a:gs>
                  </a:gsLst>
                  <a:lin ang="5400000" scaled="0"/>
                </a:gradFill>
                <a:latin typeface="Segoe UI"/>
                <a:ea typeface="Yu Gothic UI"/>
              </a:rPr>
              <a:t>パターンマッチング形式の既知のマルウェアの検知とブロック</a:t>
            </a:r>
            <a:endParaRPr kumimoji="1" lang="en-US" altLang="ja-JP" sz="1122" kern="0">
              <a:gradFill>
                <a:gsLst>
                  <a:gs pos="2917">
                    <a:prstClr val="black"/>
                  </a:gs>
                  <a:gs pos="30000">
                    <a:prstClr val="black"/>
                  </a:gs>
                </a:gsLst>
                <a:lin ang="5400000" scaled="0"/>
              </a:gradFill>
              <a:latin typeface="Segoe UI"/>
              <a:ea typeface="Yu Gothic UI"/>
            </a:endParaRPr>
          </a:p>
          <a:p>
            <a:pPr defTabSz="932597">
              <a:lnSpc>
                <a:spcPct val="90000"/>
              </a:lnSpc>
              <a:defRPr/>
            </a:pPr>
            <a:r>
              <a:rPr kumimoji="1" lang="ja-JP" altLang="en-US" sz="1122" kern="0">
                <a:gradFill>
                  <a:gsLst>
                    <a:gs pos="2917">
                      <a:prstClr val="black"/>
                    </a:gs>
                    <a:gs pos="30000">
                      <a:prstClr val="black"/>
                    </a:gs>
                  </a:gsLst>
                  <a:lin ang="5400000" scaled="0"/>
                </a:gradFill>
                <a:latin typeface="Segoe UI"/>
                <a:ea typeface="Yu Gothic UI"/>
              </a:rPr>
              <a:t>最も基本的な最低限のセキュリティ</a:t>
            </a:r>
          </a:p>
        </p:txBody>
      </p:sp>
      <p:sp>
        <p:nvSpPr>
          <p:cNvPr id="6" name="テキスト ボックス 5">
            <a:extLst>
              <a:ext uri="{FF2B5EF4-FFF2-40B4-BE49-F238E27FC236}">
                <a16:creationId xmlns:a16="http://schemas.microsoft.com/office/drawing/2014/main" id="{DF42ECC7-6F58-6EFB-A4EC-0A9F486EBC83}"/>
              </a:ext>
            </a:extLst>
          </p:cNvPr>
          <p:cNvSpPr txBox="1"/>
          <p:nvPr/>
        </p:nvSpPr>
        <p:spPr>
          <a:xfrm>
            <a:off x="4332393" y="3004625"/>
            <a:ext cx="4516352" cy="621716"/>
          </a:xfrm>
          <a:prstGeom prst="rect">
            <a:avLst/>
          </a:prstGeom>
          <a:noFill/>
        </p:spPr>
        <p:txBody>
          <a:bodyPr wrap="square" lIns="73433" tIns="36717" rIns="73433" bIns="36717" rtlCol="0">
            <a:spAutoFit/>
          </a:bodyPr>
          <a:lstStyle/>
          <a:p>
            <a:pPr defTabSz="932597">
              <a:lnSpc>
                <a:spcPct val="90000"/>
              </a:lnSpc>
              <a:defRPr/>
            </a:pPr>
            <a:r>
              <a:rPr kumimoji="1" lang="ja-JP" altLang="en-US" sz="1632" spc="-51">
                <a:ln w="3175">
                  <a:noFill/>
                </a:ln>
                <a:gradFill flip="none" rotWithShape="1">
                  <a:gsLst>
                    <a:gs pos="50000">
                      <a:srgbClr val="1F78D4"/>
                    </a:gs>
                    <a:gs pos="0">
                      <a:srgbClr val="4BD9F7"/>
                    </a:gs>
                    <a:gs pos="100000">
                      <a:srgbClr val="8678D6"/>
                    </a:gs>
                  </a:gsLst>
                  <a:lin ang="2700000" scaled="1"/>
                  <a:tileRect/>
                </a:gradFill>
                <a:latin typeface="Segoe UI"/>
                <a:ea typeface="Yu Gothic UI"/>
              </a:rPr>
              <a:t>未知の脅威対策（ふるまい検知）</a:t>
            </a:r>
            <a:endParaRPr kumimoji="1" lang="en-US" altLang="ja-JP" sz="1632" kern="0">
              <a:solidFill>
                <a:srgbClr val="0070C0"/>
              </a:solidFill>
              <a:latin typeface="Segoe UI"/>
              <a:ea typeface="Yu Gothic UI"/>
            </a:endParaRPr>
          </a:p>
          <a:p>
            <a:pPr defTabSz="932597">
              <a:lnSpc>
                <a:spcPct val="90000"/>
              </a:lnSpc>
              <a:defRPr/>
            </a:pPr>
            <a:r>
              <a:rPr kumimoji="1" lang="en-US" altLang="ja-JP" sz="1122" kern="0">
                <a:gradFill>
                  <a:gsLst>
                    <a:gs pos="2917">
                      <a:prstClr val="black"/>
                    </a:gs>
                    <a:gs pos="30000">
                      <a:prstClr val="black"/>
                    </a:gs>
                  </a:gsLst>
                  <a:lin ang="5400000" scaled="0"/>
                </a:gradFill>
                <a:latin typeface="Segoe UI"/>
                <a:ea typeface="Yu Gothic UI"/>
              </a:rPr>
              <a:t>EDR </a:t>
            </a:r>
            <a:r>
              <a:rPr kumimoji="1" lang="ja-JP" altLang="en-US" sz="1122" kern="0">
                <a:gradFill>
                  <a:gsLst>
                    <a:gs pos="2917">
                      <a:prstClr val="black"/>
                    </a:gs>
                    <a:gs pos="30000">
                      <a:prstClr val="black"/>
                    </a:gs>
                  </a:gsLst>
                  <a:lin ang="5400000" scaled="0"/>
                </a:gradFill>
                <a:latin typeface="Segoe UI"/>
                <a:ea typeface="Yu Gothic UI"/>
              </a:rPr>
              <a:t>による未知の脅威に対する高度なサーバー保護</a:t>
            </a:r>
            <a:endParaRPr kumimoji="1" lang="en-US" altLang="ja-JP" sz="1122" kern="0">
              <a:gradFill>
                <a:gsLst>
                  <a:gs pos="2917">
                    <a:prstClr val="black"/>
                  </a:gs>
                  <a:gs pos="30000">
                    <a:prstClr val="black"/>
                  </a:gs>
                </a:gsLst>
                <a:lin ang="5400000" scaled="0"/>
              </a:gradFill>
              <a:latin typeface="Segoe UI"/>
              <a:ea typeface="Yu Gothic UI"/>
            </a:endParaRPr>
          </a:p>
          <a:p>
            <a:pPr defTabSz="932597">
              <a:lnSpc>
                <a:spcPct val="90000"/>
              </a:lnSpc>
              <a:defRPr/>
            </a:pPr>
            <a:r>
              <a:rPr kumimoji="1" lang="ja-JP" altLang="en-US" sz="1122" kern="0">
                <a:gradFill>
                  <a:gsLst>
                    <a:gs pos="2917">
                      <a:prstClr val="black"/>
                    </a:gs>
                    <a:gs pos="30000">
                      <a:prstClr val="black"/>
                    </a:gs>
                  </a:gsLst>
                  <a:lin ang="5400000" scaled="0"/>
                </a:gradFill>
                <a:latin typeface="Segoe UI"/>
                <a:ea typeface="Yu Gothic UI"/>
              </a:rPr>
              <a:t>従来のウイルス対策では保護できないレイヤーをカバー</a:t>
            </a:r>
          </a:p>
        </p:txBody>
      </p:sp>
      <p:sp>
        <p:nvSpPr>
          <p:cNvPr id="7" name="テキスト ボックス 6">
            <a:extLst>
              <a:ext uri="{FF2B5EF4-FFF2-40B4-BE49-F238E27FC236}">
                <a16:creationId xmlns:a16="http://schemas.microsoft.com/office/drawing/2014/main" id="{9D25F5A0-F644-00E6-E41F-3C7BB4B1CFC4}"/>
              </a:ext>
            </a:extLst>
          </p:cNvPr>
          <p:cNvSpPr txBox="1"/>
          <p:nvPr/>
        </p:nvSpPr>
        <p:spPr>
          <a:xfrm>
            <a:off x="4332394" y="2303615"/>
            <a:ext cx="4002134" cy="621716"/>
          </a:xfrm>
          <a:prstGeom prst="rect">
            <a:avLst/>
          </a:prstGeom>
          <a:noFill/>
        </p:spPr>
        <p:txBody>
          <a:bodyPr wrap="square" lIns="73433" tIns="36717" rIns="73433" bIns="36717" rtlCol="0">
            <a:spAutoFit/>
          </a:bodyPr>
          <a:lstStyle/>
          <a:p>
            <a:pPr defTabSz="932597">
              <a:lnSpc>
                <a:spcPct val="90000"/>
              </a:lnSpc>
              <a:defRPr/>
            </a:pPr>
            <a:r>
              <a:rPr kumimoji="1" lang="ja-JP" altLang="en-US" sz="1632" spc="-51">
                <a:ln w="3175">
                  <a:noFill/>
                </a:ln>
                <a:gradFill flip="none" rotWithShape="1">
                  <a:gsLst>
                    <a:gs pos="50000">
                      <a:srgbClr val="1F78D4"/>
                    </a:gs>
                    <a:gs pos="0">
                      <a:srgbClr val="4BD9F7"/>
                    </a:gs>
                    <a:gs pos="100000">
                      <a:srgbClr val="8678D6"/>
                    </a:gs>
                  </a:gsLst>
                  <a:lin ang="2700000" scaled="1"/>
                  <a:tileRect/>
                </a:gradFill>
                <a:latin typeface="Segoe UI"/>
                <a:ea typeface="Yu Gothic UI"/>
              </a:rPr>
              <a:t>脆弱性の管理、設定ミスの検知</a:t>
            </a:r>
            <a:endParaRPr kumimoji="1" lang="en-US" altLang="ja-JP" sz="1632" kern="0">
              <a:solidFill>
                <a:srgbClr val="0070C0"/>
              </a:solidFill>
              <a:latin typeface="Segoe UI"/>
              <a:ea typeface="Yu Gothic UI"/>
            </a:endParaRPr>
          </a:p>
          <a:p>
            <a:pPr defTabSz="932597">
              <a:lnSpc>
                <a:spcPct val="90000"/>
              </a:lnSpc>
              <a:defRPr/>
            </a:pPr>
            <a:r>
              <a:rPr kumimoji="1" lang="en-US" altLang="ja-JP" sz="1122" kern="0">
                <a:gradFill>
                  <a:gsLst>
                    <a:gs pos="2917">
                      <a:prstClr val="black"/>
                    </a:gs>
                    <a:gs pos="30000">
                      <a:prstClr val="black"/>
                    </a:gs>
                  </a:gsLst>
                  <a:lin ang="5400000" scaled="0"/>
                </a:gradFill>
                <a:latin typeface="Segoe UI"/>
                <a:ea typeface="Yu Gothic UI"/>
              </a:rPr>
              <a:t>OS</a:t>
            </a:r>
            <a:r>
              <a:rPr kumimoji="1" lang="ja-JP" altLang="en-US" sz="1122" kern="0">
                <a:gradFill>
                  <a:gsLst>
                    <a:gs pos="2917">
                      <a:prstClr val="black"/>
                    </a:gs>
                    <a:gs pos="30000">
                      <a:prstClr val="black"/>
                    </a:gs>
                  </a:gsLst>
                  <a:lin ang="5400000" scaled="0"/>
                </a:gradFill>
                <a:latin typeface="Segoe UI"/>
                <a:ea typeface="Yu Gothic UI"/>
              </a:rPr>
              <a:t>やアプリのセキュリティ設定や脆弱性を一元的に管理</a:t>
            </a:r>
            <a:endParaRPr kumimoji="1" lang="en-US" altLang="ja-JP" sz="1122" kern="0">
              <a:gradFill>
                <a:gsLst>
                  <a:gs pos="2917">
                    <a:prstClr val="black"/>
                  </a:gs>
                  <a:gs pos="30000">
                    <a:prstClr val="black"/>
                  </a:gs>
                </a:gsLst>
                <a:lin ang="5400000" scaled="0"/>
              </a:gradFill>
              <a:latin typeface="Segoe UI"/>
              <a:ea typeface="Yu Gothic UI"/>
            </a:endParaRPr>
          </a:p>
          <a:p>
            <a:pPr defTabSz="932597">
              <a:lnSpc>
                <a:spcPct val="90000"/>
              </a:lnSpc>
              <a:defRPr/>
            </a:pPr>
            <a:r>
              <a:rPr kumimoji="1" lang="ja-JP" altLang="en-US" sz="1122" kern="0">
                <a:gradFill>
                  <a:gsLst>
                    <a:gs pos="2917">
                      <a:prstClr val="black"/>
                    </a:gs>
                    <a:gs pos="30000">
                      <a:prstClr val="black"/>
                    </a:gs>
                  </a:gsLst>
                  <a:lin ang="5400000" scaled="0"/>
                </a:gradFill>
                <a:latin typeface="Segoe UI"/>
                <a:ea typeface="Yu Gothic UI"/>
              </a:rPr>
              <a:t>脅威へのセキュリティ態勢を強化</a:t>
            </a:r>
            <a:endParaRPr kumimoji="1" lang="en-US" altLang="ja-JP" sz="1122" kern="0">
              <a:gradFill>
                <a:gsLst>
                  <a:gs pos="2917">
                    <a:prstClr val="black"/>
                  </a:gs>
                  <a:gs pos="30000">
                    <a:prstClr val="black"/>
                  </a:gs>
                </a:gsLst>
                <a:lin ang="5400000" scaled="0"/>
              </a:gradFill>
              <a:latin typeface="Segoe UI"/>
              <a:ea typeface="Yu Gothic UI"/>
            </a:endParaRPr>
          </a:p>
        </p:txBody>
      </p:sp>
      <p:grpSp>
        <p:nvGrpSpPr>
          <p:cNvPr id="8" name="グループ化 7">
            <a:extLst>
              <a:ext uri="{FF2B5EF4-FFF2-40B4-BE49-F238E27FC236}">
                <a16:creationId xmlns:a16="http://schemas.microsoft.com/office/drawing/2014/main" id="{AE88BD0B-C1A9-B1DC-C364-313424F8B433}"/>
              </a:ext>
            </a:extLst>
          </p:cNvPr>
          <p:cNvGrpSpPr/>
          <p:nvPr/>
        </p:nvGrpSpPr>
        <p:grpSpPr>
          <a:xfrm>
            <a:off x="2027627" y="2632489"/>
            <a:ext cx="1822238" cy="1418116"/>
            <a:chOff x="4118708" y="5033108"/>
            <a:chExt cx="1786670" cy="1390436"/>
          </a:xfrm>
        </p:grpSpPr>
        <p:sp>
          <p:nvSpPr>
            <p:cNvPr id="10" name="正方形/長方形 88">
              <a:extLst>
                <a:ext uri="{FF2B5EF4-FFF2-40B4-BE49-F238E27FC236}">
                  <a16:creationId xmlns:a16="http://schemas.microsoft.com/office/drawing/2014/main" id="{C2FA69FC-5193-F75F-AB2B-5E10E1FC0CE3}"/>
                </a:ext>
              </a:extLst>
            </p:cNvPr>
            <p:cNvSpPr/>
            <p:nvPr/>
          </p:nvSpPr>
          <p:spPr bwMode="auto">
            <a:xfrm>
              <a:off x="4218299" y="5125453"/>
              <a:ext cx="1613631" cy="1234090"/>
            </a:xfrm>
            <a:prstGeom prst="rect">
              <a:avLst/>
            </a:prstGeom>
            <a:solidFill>
              <a:sysClr val="window" lastClr="FFFFFF">
                <a:lumMod val="95000"/>
              </a:sysClr>
            </a:solidFill>
            <a:ln w="9525" cap="flat" cmpd="sng" algn="ctr">
              <a:solidFill>
                <a:srgbClr val="0072C6"/>
              </a:solidFill>
              <a:prstDash val="solid"/>
              <a:round/>
              <a:headEnd type="none" w="med" len="med"/>
              <a:tailEnd type="none" w="med" len="med"/>
            </a:ln>
            <a:effectLst/>
          </p:spPr>
          <p:txBody>
            <a:bodyPr vert="horz" wrap="none" lIns="93260" tIns="46630" rIns="93260" bIns="46630" numCol="1" rtlCol="0" anchor="ctr" anchorCtr="0" compatLnSpc="1">
              <a:prstTxWarp prst="textNoShape">
                <a:avLst/>
              </a:prstTxWarp>
            </a:bodyPr>
            <a:lstStyle/>
            <a:p>
              <a:pPr algn="ctr" defTabSz="932597" fontAlgn="base">
                <a:spcBef>
                  <a:spcPct val="0"/>
                </a:spcBef>
                <a:spcAft>
                  <a:spcPct val="0"/>
                </a:spcAft>
                <a:defRPr/>
              </a:pPr>
              <a:endParaRPr kumimoji="1" lang="ja-JP" altLang="en-US" sz="1224" kern="0">
                <a:solidFill>
                  <a:srgbClr val="000000"/>
                </a:solidFill>
                <a:latin typeface="Yu Gothic UI"/>
                <a:ea typeface="Yu Gothic UI"/>
              </a:endParaRPr>
            </a:p>
          </p:txBody>
        </p:sp>
        <p:pic>
          <p:nvPicPr>
            <p:cNvPr id="11" name="グラフィックス 10">
              <a:extLst>
                <a:ext uri="{FF2B5EF4-FFF2-40B4-BE49-F238E27FC236}">
                  <a16:creationId xmlns:a16="http://schemas.microsoft.com/office/drawing/2014/main" id="{E1BED33A-BD06-88C8-7922-A380465B02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8706" y="5264207"/>
              <a:ext cx="964584" cy="964584"/>
            </a:xfrm>
            <a:prstGeom prst="rect">
              <a:avLst/>
            </a:prstGeom>
          </p:spPr>
        </p:pic>
        <p:pic>
          <p:nvPicPr>
            <p:cNvPr id="12" name="グラフィックス 11">
              <a:extLst>
                <a:ext uri="{FF2B5EF4-FFF2-40B4-BE49-F238E27FC236}">
                  <a16:creationId xmlns:a16="http://schemas.microsoft.com/office/drawing/2014/main" id="{D73E82F5-CEA2-13AD-5E78-3993C26925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2876" y="5760114"/>
              <a:ext cx="492443" cy="492443"/>
            </a:xfrm>
            <a:prstGeom prst="rect">
              <a:avLst/>
            </a:prstGeom>
          </p:spPr>
        </p:pic>
        <p:sp>
          <p:nvSpPr>
            <p:cNvPr id="16" name="テキスト ボックス 113">
              <a:extLst>
                <a:ext uri="{FF2B5EF4-FFF2-40B4-BE49-F238E27FC236}">
                  <a16:creationId xmlns:a16="http://schemas.microsoft.com/office/drawing/2014/main" id="{490C33D5-2CBD-A94C-A159-EFD5F57780DA}"/>
                </a:ext>
              </a:extLst>
            </p:cNvPr>
            <p:cNvSpPr txBox="1"/>
            <p:nvPr/>
          </p:nvSpPr>
          <p:spPr>
            <a:xfrm>
              <a:off x="4929394" y="6142826"/>
              <a:ext cx="956327" cy="280718"/>
            </a:xfrm>
            <a:prstGeom prst="rect">
              <a:avLst/>
            </a:prstGeom>
            <a:noFill/>
          </p:spPr>
          <p:txBody>
            <a:bodyPr wrap="square" rtlCol="0">
              <a:spAutoFit/>
            </a:bodyPr>
            <a:lstStyle/>
            <a:p>
              <a:pPr algn="ctr" defTabSz="932597" eaLnBrk="0" fontAlgn="base" hangingPunct="0">
                <a:spcBef>
                  <a:spcPct val="0"/>
                </a:spcBef>
                <a:spcAft>
                  <a:spcPct val="0"/>
                </a:spcAft>
                <a:defRPr/>
              </a:pPr>
              <a:r>
                <a:rPr kumimoji="1" lang="ja-JP" altLang="en-US" sz="1224" kern="0">
                  <a:solidFill>
                    <a:srgbClr val="000000"/>
                  </a:solidFill>
                  <a:latin typeface="Yu Gothic UI"/>
                  <a:ea typeface="Yu Gothic UI"/>
                </a:rPr>
                <a:t>サーバー</a:t>
              </a:r>
              <a:endParaRPr kumimoji="1" lang="en-US" altLang="ja-JP" sz="1224" kern="0">
                <a:solidFill>
                  <a:srgbClr val="000000"/>
                </a:solidFill>
                <a:latin typeface="Yu Gothic UI"/>
                <a:ea typeface="Yu Gothic UI"/>
              </a:endParaRPr>
            </a:p>
          </p:txBody>
        </p:sp>
        <p:sp>
          <p:nvSpPr>
            <p:cNvPr id="24" name="正方形/長方形 23">
              <a:extLst>
                <a:ext uri="{FF2B5EF4-FFF2-40B4-BE49-F238E27FC236}">
                  <a16:creationId xmlns:a16="http://schemas.microsoft.com/office/drawing/2014/main" id="{95614A7A-06EF-C270-2A26-FE8917856AF0}"/>
                </a:ext>
              </a:extLst>
            </p:cNvPr>
            <p:cNvSpPr/>
            <p:nvPr/>
          </p:nvSpPr>
          <p:spPr bwMode="auto">
            <a:xfrm>
              <a:off x="4118708" y="5033108"/>
              <a:ext cx="1786670" cy="1386717"/>
            </a:xfrm>
            <a:prstGeom prst="rect">
              <a:avLst/>
            </a:prstGeom>
            <a:solidFill>
              <a:sysClr val="window" lastClr="FFFFFF">
                <a:alpha val="50000"/>
              </a:sysClr>
            </a:solidFill>
            <a:ln w="10795" cap="flat" cmpd="sng" algn="ctr">
              <a:noFill/>
              <a:prstDash val="solid"/>
              <a:headEnd type="none" w="med" len="med"/>
              <a:tailEnd type="none" w="med" len="med"/>
            </a:ln>
            <a:effectLst/>
          </p:spPr>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defRPr/>
              </a:pPr>
              <a:endParaRPr kumimoji="1" lang="ja-JP" altLang="en-US" sz="1836" kern="0">
                <a:solidFill>
                  <a:srgbClr val="44546A"/>
                </a:solidFill>
                <a:latin typeface="Segoe UI"/>
                <a:ea typeface="Yu Gothic UI"/>
                <a:cs typeface="Segoe UI" pitchFamily="34" charset="0"/>
              </a:endParaRPr>
            </a:p>
          </p:txBody>
        </p:sp>
      </p:grpSp>
      <p:sp>
        <p:nvSpPr>
          <p:cNvPr id="43" name="四角形: 角を丸くする 15">
            <a:extLst>
              <a:ext uri="{FF2B5EF4-FFF2-40B4-BE49-F238E27FC236}">
                <a16:creationId xmlns:a16="http://schemas.microsoft.com/office/drawing/2014/main" id="{2D9C7F91-1801-D04B-3881-073467B66D12}"/>
              </a:ext>
            </a:extLst>
          </p:cNvPr>
          <p:cNvSpPr>
            <a:spLocks noChangeAspect="1"/>
          </p:cNvSpPr>
          <p:nvPr/>
        </p:nvSpPr>
        <p:spPr bwMode="auto">
          <a:xfrm>
            <a:off x="2138673" y="2739818"/>
            <a:ext cx="1636282" cy="1245513"/>
          </a:xfrm>
          <a:prstGeom prst="roundRect">
            <a:avLst>
              <a:gd name="adj" fmla="val 10650"/>
            </a:avLst>
          </a:prstGeom>
          <a:solidFill>
            <a:srgbClr val="00D8CC">
              <a:alpha val="50000"/>
            </a:srgbClr>
          </a:solidFill>
          <a:ln w="25400" cap="flat" cmpd="sng" algn="ctr">
            <a:solidFill>
              <a:sysClr val="windowText" lastClr="000000">
                <a:lumMod val="75000"/>
                <a:lumOff val="25000"/>
              </a:sysClr>
            </a:solidFill>
            <a:prstDash val="sysDash"/>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defRPr/>
            </a:pPr>
            <a:endParaRPr kumimoji="1" lang="en-US" altLang="ja-JP" sz="612" kern="0">
              <a:solidFill>
                <a:srgbClr val="44546A"/>
              </a:solidFill>
              <a:latin typeface="Segoe UI"/>
              <a:ea typeface="Yu Gothic UI"/>
              <a:cs typeface="Segoe UI" pitchFamily="34" charset="0"/>
            </a:endParaRPr>
          </a:p>
        </p:txBody>
      </p:sp>
      <p:sp>
        <p:nvSpPr>
          <p:cNvPr id="44" name="四角形: 角を丸くする 16">
            <a:extLst>
              <a:ext uri="{FF2B5EF4-FFF2-40B4-BE49-F238E27FC236}">
                <a16:creationId xmlns:a16="http://schemas.microsoft.com/office/drawing/2014/main" id="{D73DE884-9BB5-F615-CF93-2F3D79741738}"/>
              </a:ext>
            </a:extLst>
          </p:cNvPr>
          <p:cNvSpPr>
            <a:spLocks noChangeAspect="1"/>
          </p:cNvSpPr>
          <p:nvPr/>
        </p:nvSpPr>
        <p:spPr bwMode="auto">
          <a:xfrm>
            <a:off x="3000899" y="3016756"/>
            <a:ext cx="685626" cy="685626"/>
          </a:xfrm>
          <a:prstGeom prst="roundRect">
            <a:avLst/>
          </a:prstGeom>
          <a:solidFill>
            <a:srgbClr val="4668C5">
              <a:alpha val="50000"/>
            </a:srgbClr>
          </a:solidFill>
          <a:ln w="25400" cap="flat" cmpd="sng" algn="ctr">
            <a:solidFill>
              <a:sysClr val="windowText" lastClr="000000">
                <a:lumMod val="75000"/>
                <a:lumOff val="25000"/>
              </a:sysClr>
            </a:solidFill>
            <a:prstDash val="sysDash"/>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defRPr/>
            </a:pPr>
            <a:endParaRPr kumimoji="1" lang="en-US" altLang="ja-JP" sz="612" kern="0">
              <a:solidFill>
                <a:srgbClr val="44546A"/>
              </a:solidFill>
              <a:latin typeface="Segoe UI"/>
              <a:ea typeface="Yu Gothic UI"/>
              <a:cs typeface="Segoe UI" pitchFamily="34" charset="0"/>
            </a:endParaRPr>
          </a:p>
        </p:txBody>
      </p:sp>
      <p:sp>
        <p:nvSpPr>
          <p:cNvPr id="45" name="四角形: 角を丸くする 17">
            <a:extLst>
              <a:ext uri="{FF2B5EF4-FFF2-40B4-BE49-F238E27FC236}">
                <a16:creationId xmlns:a16="http://schemas.microsoft.com/office/drawing/2014/main" id="{5DE79986-98A6-5F75-CD00-A73735428350}"/>
              </a:ext>
            </a:extLst>
          </p:cNvPr>
          <p:cNvSpPr>
            <a:spLocks noChangeAspect="1"/>
          </p:cNvSpPr>
          <p:nvPr/>
        </p:nvSpPr>
        <p:spPr bwMode="auto">
          <a:xfrm>
            <a:off x="3245990" y="3172076"/>
            <a:ext cx="367167" cy="367167"/>
          </a:xfrm>
          <a:prstGeom prst="roundRect">
            <a:avLst/>
          </a:prstGeom>
          <a:solidFill>
            <a:srgbClr val="D59DFF">
              <a:alpha val="50000"/>
            </a:srgbClr>
          </a:solidFill>
          <a:ln w="25400" cap="flat" cmpd="sng" algn="ctr">
            <a:solidFill>
              <a:sysClr val="windowText" lastClr="000000">
                <a:lumMod val="75000"/>
                <a:lumOff val="25000"/>
              </a:sysClr>
            </a:solidFill>
            <a:prstDash val="sysDash"/>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defRPr/>
            </a:pPr>
            <a:endParaRPr kumimoji="1" lang="en-US" altLang="ja-JP" sz="612" kern="0">
              <a:solidFill>
                <a:srgbClr val="44546A"/>
              </a:solidFill>
              <a:latin typeface="Segoe UI"/>
              <a:ea typeface="Yu Gothic UI"/>
              <a:cs typeface="Segoe UI" pitchFamily="34" charset="0"/>
            </a:endParaRPr>
          </a:p>
        </p:txBody>
      </p:sp>
      <p:cxnSp>
        <p:nvCxnSpPr>
          <p:cNvPr id="46" name="直線コネクタ 45">
            <a:extLst>
              <a:ext uri="{FF2B5EF4-FFF2-40B4-BE49-F238E27FC236}">
                <a16:creationId xmlns:a16="http://schemas.microsoft.com/office/drawing/2014/main" id="{2A4A0376-3465-9C2D-BF4C-5CEC30F82495}"/>
              </a:ext>
            </a:extLst>
          </p:cNvPr>
          <p:cNvCxnSpPr>
            <a:cxnSpLocks/>
          </p:cNvCxnSpPr>
          <p:nvPr/>
        </p:nvCxnSpPr>
        <p:spPr>
          <a:xfrm>
            <a:off x="3430517" y="3102793"/>
            <a:ext cx="812992" cy="0"/>
          </a:xfrm>
          <a:prstGeom prst="line">
            <a:avLst/>
          </a:prstGeom>
          <a:noFill/>
          <a:ln w="9525" cap="flat" cmpd="sng" algn="ctr">
            <a:solidFill>
              <a:srgbClr val="FF0000"/>
            </a:solidFill>
            <a:prstDash val="solid"/>
            <a:headEnd type="oval"/>
            <a:tailEnd type="none"/>
          </a:ln>
          <a:effectLst/>
        </p:spPr>
      </p:cxnSp>
      <p:sp>
        <p:nvSpPr>
          <p:cNvPr id="47" name="フリーフォーム: 図形 19">
            <a:extLst>
              <a:ext uri="{FF2B5EF4-FFF2-40B4-BE49-F238E27FC236}">
                <a16:creationId xmlns:a16="http://schemas.microsoft.com/office/drawing/2014/main" id="{D9C03D17-8626-5C49-1D8F-A8239F702866}"/>
              </a:ext>
            </a:extLst>
          </p:cNvPr>
          <p:cNvSpPr/>
          <p:nvPr/>
        </p:nvSpPr>
        <p:spPr bwMode="auto">
          <a:xfrm flipV="1">
            <a:off x="3489373" y="3450062"/>
            <a:ext cx="775344" cy="313548"/>
          </a:xfrm>
          <a:custGeom>
            <a:avLst/>
            <a:gdLst>
              <a:gd name="connsiteX0" fmla="*/ 0 w 1229710"/>
              <a:gd name="connsiteY0" fmla="*/ 307428 h 307428"/>
              <a:gd name="connsiteX1" fmla="*/ 275896 w 1229710"/>
              <a:gd name="connsiteY1" fmla="*/ 0 h 307428"/>
              <a:gd name="connsiteX2" fmla="*/ 1229710 w 1229710"/>
              <a:gd name="connsiteY2" fmla="*/ 0 h 307428"/>
            </a:gdLst>
            <a:ahLst/>
            <a:cxnLst>
              <a:cxn ang="0">
                <a:pos x="connsiteX0" y="connsiteY0"/>
              </a:cxn>
              <a:cxn ang="0">
                <a:pos x="connsiteX1" y="connsiteY1"/>
              </a:cxn>
              <a:cxn ang="0">
                <a:pos x="connsiteX2" y="connsiteY2"/>
              </a:cxn>
            </a:cxnLst>
            <a:rect l="l" t="t" r="r" b="b"/>
            <a:pathLst>
              <a:path w="1229710" h="307428">
                <a:moveTo>
                  <a:pt x="0" y="307428"/>
                </a:moveTo>
                <a:lnTo>
                  <a:pt x="275896" y="0"/>
                </a:lnTo>
                <a:lnTo>
                  <a:pt x="1229710" y="0"/>
                </a:lnTo>
              </a:path>
            </a:pathLst>
          </a:custGeom>
          <a:noFill/>
          <a:ln w="10795" cap="flat" cmpd="sng" algn="ctr">
            <a:solidFill>
              <a:srgbClr val="FF0000"/>
            </a:solidFill>
            <a:prstDash val="solid"/>
            <a:headEnd type="oval" w="med" len="med"/>
            <a:tailEnd type="none" w="med" len="med"/>
          </a:ln>
          <a:effectLst/>
        </p:spPr>
        <p:txBody>
          <a:bodyPr rtlCol="0" anchor="ctr"/>
          <a:lstStyle/>
          <a:p>
            <a:pPr algn="ctr" defTabSz="932597">
              <a:defRPr/>
            </a:pPr>
            <a:endParaRPr kumimoji="1" lang="ja-JP" altLang="en-US" sz="1836" kern="0">
              <a:solidFill>
                <a:prstClr val="black"/>
              </a:solidFill>
              <a:latin typeface="Segoe UI"/>
              <a:ea typeface="Yu Gothic UI"/>
            </a:endParaRPr>
          </a:p>
        </p:txBody>
      </p:sp>
      <p:sp>
        <p:nvSpPr>
          <p:cNvPr id="48" name="フリーフォーム: 図形 20">
            <a:extLst>
              <a:ext uri="{FF2B5EF4-FFF2-40B4-BE49-F238E27FC236}">
                <a16:creationId xmlns:a16="http://schemas.microsoft.com/office/drawing/2014/main" id="{0B3A8AC7-7E6B-E659-7881-1C3F147A7E78}"/>
              </a:ext>
            </a:extLst>
          </p:cNvPr>
          <p:cNvSpPr/>
          <p:nvPr/>
        </p:nvSpPr>
        <p:spPr bwMode="auto">
          <a:xfrm>
            <a:off x="3245990" y="2473506"/>
            <a:ext cx="997519" cy="389187"/>
          </a:xfrm>
          <a:custGeom>
            <a:avLst/>
            <a:gdLst>
              <a:gd name="connsiteX0" fmla="*/ 0 w 1229710"/>
              <a:gd name="connsiteY0" fmla="*/ 307428 h 307428"/>
              <a:gd name="connsiteX1" fmla="*/ 275896 w 1229710"/>
              <a:gd name="connsiteY1" fmla="*/ 0 h 307428"/>
              <a:gd name="connsiteX2" fmla="*/ 1229710 w 1229710"/>
              <a:gd name="connsiteY2" fmla="*/ 0 h 307428"/>
            </a:gdLst>
            <a:ahLst/>
            <a:cxnLst>
              <a:cxn ang="0">
                <a:pos x="connsiteX0" y="connsiteY0"/>
              </a:cxn>
              <a:cxn ang="0">
                <a:pos x="connsiteX1" y="connsiteY1"/>
              </a:cxn>
              <a:cxn ang="0">
                <a:pos x="connsiteX2" y="connsiteY2"/>
              </a:cxn>
            </a:cxnLst>
            <a:rect l="l" t="t" r="r" b="b"/>
            <a:pathLst>
              <a:path w="1229710" h="307428">
                <a:moveTo>
                  <a:pt x="0" y="307428"/>
                </a:moveTo>
                <a:lnTo>
                  <a:pt x="275896" y="0"/>
                </a:lnTo>
                <a:lnTo>
                  <a:pt x="1229710" y="0"/>
                </a:lnTo>
              </a:path>
            </a:pathLst>
          </a:custGeom>
          <a:noFill/>
          <a:ln w="10795" cap="flat" cmpd="sng" algn="ctr">
            <a:solidFill>
              <a:srgbClr val="FF0000"/>
            </a:solidFill>
            <a:prstDash val="solid"/>
            <a:headEnd type="oval" w="med" len="med"/>
            <a:tailEnd type="none" w="med" len="med"/>
          </a:ln>
          <a:effectLst/>
        </p:spPr>
        <p:txBody>
          <a:bodyPr rtlCol="0" anchor="ctr"/>
          <a:lstStyle/>
          <a:p>
            <a:pPr algn="ctr" defTabSz="932597">
              <a:defRPr/>
            </a:pPr>
            <a:endParaRPr kumimoji="1" lang="ja-JP" altLang="en-US" sz="1836" kern="0">
              <a:solidFill>
                <a:prstClr val="black"/>
              </a:solidFill>
              <a:latin typeface="Segoe UI"/>
              <a:ea typeface="Yu Gothic UI"/>
            </a:endParaRPr>
          </a:p>
        </p:txBody>
      </p:sp>
      <p:pic>
        <p:nvPicPr>
          <p:cNvPr id="51" name="図 50">
            <a:extLst>
              <a:ext uri="{FF2B5EF4-FFF2-40B4-BE49-F238E27FC236}">
                <a16:creationId xmlns:a16="http://schemas.microsoft.com/office/drawing/2014/main" id="{673534B1-08F4-F384-04D3-E1CB0A1A710C}"/>
              </a:ext>
            </a:extLst>
          </p:cNvPr>
          <p:cNvPicPr>
            <a:picLocks noChangeAspect="1"/>
          </p:cNvPicPr>
          <p:nvPr/>
        </p:nvPicPr>
        <p:blipFill>
          <a:blip r:embed="rId5"/>
          <a:stretch>
            <a:fillRect/>
          </a:stretch>
        </p:blipFill>
        <p:spPr>
          <a:xfrm>
            <a:off x="838200" y="2672985"/>
            <a:ext cx="923406" cy="737464"/>
          </a:xfrm>
          <a:prstGeom prst="rect">
            <a:avLst/>
          </a:prstGeom>
        </p:spPr>
      </p:pic>
      <p:pic>
        <p:nvPicPr>
          <p:cNvPr id="52" name="グラフィックス 51" descr="戻る 単色塗りつぶし">
            <a:extLst>
              <a:ext uri="{FF2B5EF4-FFF2-40B4-BE49-F238E27FC236}">
                <a16:creationId xmlns:a16="http://schemas.microsoft.com/office/drawing/2014/main" id="{B6353E02-6F08-5368-EBB4-959AD82347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00828" flipV="1">
            <a:off x="1610535" y="3089673"/>
            <a:ext cx="475528" cy="475528"/>
          </a:xfrm>
          <a:prstGeom prst="rect">
            <a:avLst/>
          </a:prstGeom>
        </p:spPr>
      </p:pic>
      <p:sp>
        <p:nvSpPr>
          <p:cNvPr id="53" name="Arc 154">
            <a:extLst>
              <a:ext uri="{FF2B5EF4-FFF2-40B4-BE49-F238E27FC236}">
                <a16:creationId xmlns:a16="http://schemas.microsoft.com/office/drawing/2014/main" id="{5DDF4DDB-48B7-8FF3-AFDB-F4F7DD6CAED6}"/>
              </a:ext>
            </a:extLst>
          </p:cNvPr>
          <p:cNvSpPr/>
          <p:nvPr/>
        </p:nvSpPr>
        <p:spPr>
          <a:xfrm rot="11027924" flipV="1">
            <a:off x="3200958" y="3720220"/>
            <a:ext cx="1604482" cy="982167"/>
          </a:xfrm>
          <a:prstGeom prst="arc">
            <a:avLst>
              <a:gd name="adj1" fmla="val 21526041"/>
              <a:gd name="adj2" fmla="val 7258304"/>
            </a:avLst>
          </a:prstGeom>
          <a:noFill/>
          <a:ln w="47625" cap="rnd" cmpd="sng" algn="ctr">
            <a:gradFill flip="none" rotWithShape="1">
              <a:gsLst>
                <a:gs pos="1000">
                  <a:srgbClr val="0078D4"/>
                </a:gs>
                <a:gs pos="100000">
                  <a:srgbClr val="C73ECC"/>
                </a:gs>
              </a:gsLst>
              <a:lin ang="10800000" scaled="1"/>
              <a:tileRect/>
            </a:gradFill>
            <a:prstDash val="solid"/>
            <a:headEnd type="none" w="med" len="med"/>
            <a:tailEnd type="arrow" w="lg" len="med"/>
          </a:ln>
          <a:effectLst/>
        </p:spPr>
        <p:txBody>
          <a:bodyPr rtlCol="0" anchor="ctr"/>
          <a:lstStyle/>
          <a:p>
            <a:pPr algn="ctr" defTabSz="931702">
              <a:defRPr/>
            </a:pPr>
            <a:endParaRPr lang="en-US" sz="1020" kern="0">
              <a:solidFill>
                <a:sysClr val="windowText" lastClr="000000"/>
              </a:solidFill>
              <a:latin typeface="Segoe UI"/>
              <a:ea typeface="Yu Gothic UI"/>
            </a:endParaRPr>
          </a:p>
        </p:txBody>
      </p:sp>
      <p:sp>
        <p:nvSpPr>
          <p:cNvPr id="54" name="テキスト ボックス 53">
            <a:extLst>
              <a:ext uri="{FF2B5EF4-FFF2-40B4-BE49-F238E27FC236}">
                <a16:creationId xmlns:a16="http://schemas.microsoft.com/office/drawing/2014/main" id="{EE3BAA3E-1AC7-2C43-45FB-177485AF3E23}"/>
              </a:ext>
            </a:extLst>
          </p:cNvPr>
          <p:cNvSpPr txBox="1"/>
          <p:nvPr/>
        </p:nvSpPr>
        <p:spPr>
          <a:xfrm>
            <a:off x="3128857" y="4799863"/>
            <a:ext cx="1337588" cy="592876"/>
          </a:xfrm>
          <a:prstGeom prst="rect">
            <a:avLst/>
          </a:prstGeom>
          <a:noFill/>
        </p:spPr>
        <p:txBody>
          <a:bodyPr wrap="square" lIns="73433" tIns="36717" rIns="73433" bIns="36717" rtlCol="0">
            <a:spAutoFit/>
          </a:bodyPr>
          <a:lstStyle/>
          <a:p>
            <a:pPr defTabSz="932597">
              <a:lnSpc>
                <a:spcPct val="90000"/>
              </a:lnSpc>
              <a:defRPr/>
            </a:pPr>
            <a:r>
              <a:rPr kumimoji="1" lang="ja-JP" altLang="en-US" sz="1224" kern="0">
                <a:gradFill>
                  <a:gsLst>
                    <a:gs pos="2917">
                      <a:prstClr val="black"/>
                    </a:gs>
                    <a:gs pos="30000">
                      <a:prstClr val="black"/>
                    </a:gs>
                  </a:gsLst>
                  <a:lin ang="5400000" scaled="0"/>
                </a:gradFill>
                <a:latin typeface="Segoe UI"/>
                <a:ea typeface="Yu Gothic UI"/>
              </a:rPr>
              <a:t>既存が</a:t>
            </a:r>
            <a:endParaRPr kumimoji="1" lang="en-US" altLang="ja-JP" sz="1224" kern="0">
              <a:gradFill>
                <a:gsLst>
                  <a:gs pos="2917">
                    <a:prstClr val="black"/>
                  </a:gs>
                  <a:gs pos="30000">
                    <a:prstClr val="black"/>
                  </a:gs>
                </a:gsLst>
                <a:lin ang="5400000" scaled="0"/>
              </a:gradFill>
              <a:latin typeface="Segoe UI"/>
              <a:ea typeface="Yu Gothic UI"/>
            </a:endParaRPr>
          </a:p>
          <a:p>
            <a:pPr defTabSz="932597">
              <a:lnSpc>
                <a:spcPct val="90000"/>
              </a:lnSpc>
              <a:defRPr/>
            </a:pPr>
            <a:r>
              <a:rPr kumimoji="1" lang="ja-JP" altLang="en-US" sz="1224" kern="0">
                <a:gradFill>
                  <a:gsLst>
                    <a:gs pos="2917">
                      <a:prstClr val="black"/>
                    </a:gs>
                    <a:gs pos="30000">
                      <a:prstClr val="black"/>
                    </a:gs>
                  </a:gsLst>
                  <a:lin ang="5400000" scaled="0"/>
                </a:gradFill>
                <a:latin typeface="Segoe UI"/>
                <a:ea typeface="Yu Gothic UI"/>
              </a:rPr>
              <a:t>ウイルス対策のみ</a:t>
            </a:r>
            <a:endParaRPr kumimoji="1" lang="en-US" altLang="ja-JP" sz="1224" kern="0">
              <a:gradFill>
                <a:gsLst>
                  <a:gs pos="2917">
                    <a:prstClr val="black"/>
                  </a:gs>
                  <a:gs pos="30000">
                    <a:prstClr val="black"/>
                  </a:gs>
                </a:gsLst>
                <a:lin ang="5400000" scaled="0"/>
              </a:gradFill>
              <a:latin typeface="Segoe UI"/>
              <a:ea typeface="Yu Gothic UI"/>
            </a:endParaRPr>
          </a:p>
          <a:p>
            <a:pPr defTabSz="932597">
              <a:lnSpc>
                <a:spcPct val="90000"/>
              </a:lnSpc>
              <a:defRPr/>
            </a:pPr>
            <a:r>
              <a:rPr kumimoji="1" lang="ja-JP" altLang="en-US" sz="1224" kern="0">
                <a:gradFill>
                  <a:gsLst>
                    <a:gs pos="2917">
                      <a:prstClr val="black"/>
                    </a:gs>
                    <a:gs pos="30000">
                      <a:prstClr val="black"/>
                    </a:gs>
                  </a:gsLst>
                  <a:lin ang="5400000" scaled="0"/>
                </a:gradFill>
                <a:latin typeface="Segoe UI"/>
                <a:ea typeface="Yu Gothic UI"/>
              </a:rPr>
              <a:t>の場合は</a:t>
            </a:r>
            <a:r>
              <a:rPr kumimoji="1" lang="en-US" altLang="ja-JP" sz="1224" kern="0">
                <a:gradFill>
                  <a:gsLst>
                    <a:gs pos="2917">
                      <a:prstClr val="black"/>
                    </a:gs>
                    <a:gs pos="30000">
                      <a:prstClr val="black"/>
                    </a:gs>
                  </a:gsLst>
                  <a:lin ang="5400000" scaled="0"/>
                </a:gradFill>
                <a:latin typeface="Segoe UI"/>
                <a:ea typeface="Yu Gothic UI"/>
              </a:rPr>
              <a:t>…</a:t>
            </a:r>
            <a:endParaRPr kumimoji="1" lang="ja-JP" altLang="en-US" sz="1224" kern="0">
              <a:gradFill>
                <a:gsLst>
                  <a:gs pos="2917">
                    <a:prstClr val="black"/>
                  </a:gs>
                  <a:gs pos="30000">
                    <a:prstClr val="black"/>
                  </a:gs>
                </a:gsLst>
                <a:lin ang="5400000" scaled="0"/>
              </a:gradFill>
              <a:latin typeface="Segoe UI"/>
              <a:ea typeface="Yu Gothic UI"/>
            </a:endParaRPr>
          </a:p>
        </p:txBody>
      </p:sp>
      <p:pic>
        <p:nvPicPr>
          <p:cNvPr id="115" name="図 114">
            <a:extLst>
              <a:ext uri="{FF2B5EF4-FFF2-40B4-BE49-F238E27FC236}">
                <a16:creationId xmlns:a16="http://schemas.microsoft.com/office/drawing/2014/main" id="{A8625B67-E05B-D20F-7B04-E2C153E0522E}"/>
              </a:ext>
            </a:extLst>
          </p:cNvPr>
          <p:cNvPicPr>
            <a:picLocks noChangeAspect="1"/>
          </p:cNvPicPr>
          <p:nvPr/>
        </p:nvPicPr>
        <p:blipFill>
          <a:blip r:embed="rId7"/>
          <a:stretch>
            <a:fillRect/>
          </a:stretch>
        </p:blipFill>
        <p:spPr>
          <a:xfrm>
            <a:off x="4654512" y="4309364"/>
            <a:ext cx="6556459" cy="2476885"/>
          </a:xfrm>
          <a:prstGeom prst="rect">
            <a:avLst/>
          </a:prstGeom>
        </p:spPr>
      </p:pic>
    </p:spTree>
    <p:extLst>
      <p:ext uri="{BB962C8B-B14F-4D97-AF65-F5344CB8AC3E}">
        <p14:creationId xmlns:p14="http://schemas.microsoft.com/office/powerpoint/2010/main" val="1172259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07A0-141B-7562-CF2E-C3C6CE44706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8BDEC9-93F0-C992-A0A7-DC76203A2416}"/>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4</a:t>
            </a:r>
          </a:p>
          <a:p>
            <a:pPr marL="0" indent="0">
              <a:buNone/>
            </a:pP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信頼性と</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 Azure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 BCDR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サービス</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a:buNone/>
            </a:pPr>
            <a:r>
              <a:rPr lang="en" sz="1400" dirty="0">
                <a:solidFill>
                  <a:srgbClr val="595959"/>
                </a:solidFill>
              </a:rPr>
              <a:t>Reliability</a:t>
            </a:r>
            <a:r>
              <a:rPr lang="en" sz="1400" b="0" i="0" dirty="0">
                <a:solidFill>
                  <a:srgbClr val="595959"/>
                </a:solidFill>
                <a:latin typeface="Yu Gothic UI"/>
                <a:ea typeface="Yu Gothic UI"/>
                <a:cs typeface="Yu Gothic UI"/>
              </a:rPr>
              <a:t>, BCDR</a:t>
            </a:r>
          </a:p>
        </p:txBody>
      </p:sp>
    </p:spTree>
    <p:extLst>
      <p:ext uri="{BB962C8B-B14F-4D97-AF65-F5344CB8AC3E}">
        <p14:creationId xmlns:p14="http://schemas.microsoft.com/office/powerpoint/2010/main" val="470860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3D9BA-E40C-DE7B-7386-09D5032BB8F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9F85C4F-0281-9CD2-98A8-EFA09D14307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50" charset="-128"/>
                <a:ea typeface="Yu Gothic UI" panose="020B0500000000000000" pitchFamily="50" charset="-128"/>
              </a:rPr>
              <a:t>Azure </a:t>
            </a:r>
            <a:r>
              <a:rPr lang="ja-JP" altLang="en-US" sz="2000">
                <a:latin typeface="Yu Gothic UI" panose="020B0500000000000000" pitchFamily="50" charset="-128"/>
                <a:ea typeface="Yu Gothic UI" panose="020B0500000000000000" pitchFamily="50" charset="-128"/>
              </a:rPr>
              <a:t>物理インフラストラクチャ</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AF0500B-34F6-7DFF-8E68-1EEF4527377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368E933-3ACC-CE9A-0C88-99139881D02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Arrow: Down 360">
            <a:extLst>
              <a:ext uri="{FF2B5EF4-FFF2-40B4-BE49-F238E27FC236}">
                <a16:creationId xmlns:a16="http://schemas.microsoft.com/office/drawing/2014/main" id="{B87B98A8-1A2F-FFAC-0102-3A8F6A524C29}"/>
              </a:ext>
            </a:extLst>
          </p:cNvPr>
          <p:cNvSpPr/>
          <p:nvPr/>
        </p:nvSpPr>
        <p:spPr>
          <a:xfrm rot="16200000">
            <a:off x="9512581" y="3973648"/>
            <a:ext cx="361458" cy="337922"/>
          </a:xfrm>
          <a:prstGeom prst="downArrow">
            <a:avLst>
              <a:gd name="adj1" fmla="val 44022"/>
              <a:gd name="adj2"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endParaRPr lang="en-US" sz="1800">
              <a:solidFill>
                <a:prstClr val="white"/>
              </a:solidFill>
              <a:latin typeface="Yu Gothic UI" panose="020B0500000000000000" pitchFamily="50" charset="-128"/>
              <a:ea typeface="Yu Gothic UI" panose="020B0500000000000000" pitchFamily="50" charset="-128"/>
            </a:endParaRPr>
          </a:p>
        </p:txBody>
      </p:sp>
      <p:sp>
        <p:nvSpPr>
          <p:cNvPr id="12" name="Arrow: Down 361">
            <a:extLst>
              <a:ext uri="{FF2B5EF4-FFF2-40B4-BE49-F238E27FC236}">
                <a16:creationId xmlns:a16="http://schemas.microsoft.com/office/drawing/2014/main" id="{6926872B-E9C8-E798-5868-AAB0779309B0}"/>
              </a:ext>
            </a:extLst>
          </p:cNvPr>
          <p:cNvSpPr/>
          <p:nvPr/>
        </p:nvSpPr>
        <p:spPr>
          <a:xfrm rot="5400000">
            <a:off x="9579946" y="3567406"/>
            <a:ext cx="361458" cy="337922"/>
          </a:xfrm>
          <a:prstGeom prst="downArrow">
            <a:avLst>
              <a:gd name="adj1" fmla="val 44022"/>
              <a:gd name="adj2"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endParaRPr lang="en-US" sz="1800">
              <a:solidFill>
                <a:prstClr val="white"/>
              </a:solidFill>
              <a:latin typeface="Yu Gothic UI" panose="020B0500000000000000" pitchFamily="50" charset="-128"/>
              <a:ea typeface="Yu Gothic UI" panose="020B0500000000000000" pitchFamily="50" charset="-128"/>
            </a:endParaRPr>
          </a:p>
        </p:txBody>
      </p:sp>
      <p:sp>
        <p:nvSpPr>
          <p:cNvPr id="13" name="TextBox 180">
            <a:extLst>
              <a:ext uri="{FF2B5EF4-FFF2-40B4-BE49-F238E27FC236}">
                <a16:creationId xmlns:a16="http://schemas.microsoft.com/office/drawing/2014/main" id="{D1D9F6A0-FE8F-74F6-3F47-3FBED4C135A1}"/>
              </a:ext>
            </a:extLst>
          </p:cNvPr>
          <p:cNvSpPr txBox="1"/>
          <p:nvPr/>
        </p:nvSpPr>
        <p:spPr>
          <a:xfrm>
            <a:off x="311414" y="1392125"/>
            <a:ext cx="4634754" cy="4934684"/>
          </a:xfrm>
          <a:prstGeom prst="rect">
            <a:avLst/>
          </a:prstGeom>
          <a:noFill/>
        </p:spPr>
        <p:txBody>
          <a:bodyPr wrap="square" lIns="0" tIns="0" rIns="0" bIns="0" rtlCol="0">
            <a:spAutoFit/>
          </a:bodyPr>
          <a:lstStyle/>
          <a:p>
            <a:pPr defTabSz="914192">
              <a:spcAft>
                <a:spcPts val="400"/>
              </a:spcAft>
              <a:defRPr/>
            </a:pPr>
            <a:r>
              <a:rPr 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Geography / </a:t>
            </a:r>
            <a:r>
              <a:rPr lang="ja-JP" alt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ジオ</a:t>
            </a:r>
            <a:endParaRPr 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endParaRP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各市場に応じた</a:t>
            </a:r>
            <a:r>
              <a:rPr lang="en-US" altLang="ja-JP" sz="1400" dirty="0">
                <a:solidFill>
                  <a:srgbClr val="000000"/>
                </a:solidFill>
                <a:latin typeface="Yu Gothic UI" panose="020B0500000000000000" pitchFamily="50" charset="-128"/>
                <a:ea typeface="Yu Gothic UI" panose="020B0500000000000000" pitchFamily="50" charset="-128"/>
              </a:rPr>
              <a:t>2</a:t>
            </a:r>
            <a:r>
              <a:rPr lang="ja-JP" altLang="en-US" sz="1400" dirty="0">
                <a:solidFill>
                  <a:srgbClr val="000000"/>
                </a:solidFill>
                <a:latin typeface="Yu Gothic UI" panose="020B0500000000000000" pitchFamily="50" charset="-128"/>
                <a:ea typeface="Yu Gothic UI" panose="020B0500000000000000" pitchFamily="50" charset="-128"/>
              </a:rPr>
              <a:t>つ以上のリージョンを持つ </a:t>
            </a:r>
            <a:r>
              <a:rPr lang="en-US" altLang="ja-JP" sz="1400" dirty="0">
                <a:solidFill>
                  <a:srgbClr val="000000"/>
                </a:solidFill>
                <a:latin typeface="Yu Gothic UI" panose="020B0500000000000000" pitchFamily="50" charset="-128"/>
                <a:ea typeface="Yu Gothic UI" panose="020B0500000000000000" pitchFamily="50" charset="-128"/>
              </a:rPr>
              <a:t>"</a:t>
            </a:r>
            <a:r>
              <a:rPr lang="ja-JP" altLang="en-US" sz="1400" dirty="0">
                <a:solidFill>
                  <a:srgbClr val="000000"/>
                </a:solidFill>
                <a:latin typeface="Yu Gothic UI" panose="020B0500000000000000" pitchFamily="50" charset="-128"/>
                <a:ea typeface="Yu Gothic UI" panose="020B0500000000000000" pitchFamily="50" charset="-128"/>
              </a:rPr>
              <a:t>地域</a:t>
            </a:r>
            <a:r>
              <a:rPr lang="en-US" altLang="ja-JP" sz="1400" dirty="0">
                <a:solidFill>
                  <a:srgbClr val="000000"/>
                </a:solidFill>
                <a:latin typeface="Yu Gothic UI" panose="020B0500000000000000" pitchFamily="50" charset="-128"/>
                <a:ea typeface="Yu Gothic UI" panose="020B0500000000000000" pitchFamily="50" charset="-128"/>
              </a:rPr>
              <a:t>" (</a:t>
            </a:r>
            <a:r>
              <a:rPr lang="ja-JP" altLang="en-US" sz="1400" dirty="0">
                <a:solidFill>
                  <a:srgbClr val="000000"/>
                </a:solidFill>
                <a:latin typeface="Yu Gothic UI" panose="020B0500000000000000" pitchFamily="50" charset="-128"/>
                <a:ea typeface="Yu Gothic UI" panose="020B0500000000000000" pitchFamily="50" charset="-128"/>
              </a:rPr>
              <a:t>例</a:t>
            </a:r>
            <a:r>
              <a:rPr lang="en-US" altLang="ja-JP" sz="1400" dirty="0">
                <a:solidFill>
                  <a:srgbClr val="000000"/>
                </a:solidFill>
                <a:latin typeface="Yu Gothic UI" panose="020B0500000000000000" pitchFamily="50" charset="-128"/>
                <a:ea typeface="Yu Gothic UI" panose="020B0500000000000000" pitchFamily="50" charset="-128"/>
              </a:rPr>
              <a:t>: </a:t>
            </a:r>
            <a:r>
              <a:rPr lang="ja-JP" altLang="en-US" sz="1400" dirty="0">
                <a:solidFill>
                  <a:srgbClr val="000000"/>
                </a:solidFill>
                <a:latin typeface="Yu Gothic UI" panose="020B0500000000000000" pitchFamily="50" charset="-128"/>
                <a:ea typeface="Yu Gothic UI" panose="020B0500000000000000" pitchFamily="50" charset="-128"/>
              </a:rPr>
              <a:t>日本</a:t>
            </a:r>
            <a:r>
              <a:rPr lang="en-US" altLang="ja-JP" sz="1400" dirty="0">
                <a:solidFill>
                  <a:srgbClr val="000000"/>
                </a:solidFill>
                <a:latin typeface="Yu Gothic UI" panose="020B0500000000000000" pitchFamily="50" charset="-128"/>
                <a:ea typeface="Yu Gothic UI" panose="020B0500000000000000" pitchFamily="50" charset="-128"/>
              </a:rPr>
              <a:t>)</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データ保管場所要件やコンプライアンス要件を満たす</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リージョン障害に対応するフォールトトレランスを持つ</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1417" indent="-171417" defTabSz="914192">
              <a:spcAft>
                <a:spcPts val="400"/>
              </a:spcAft>
              <a:buClr>
                <a:srgbClr val="000000"/>
              </a:buClr>
              <a:buFont typeface="Arial" panose="020B0604020202020204" pitchFamily="34" charset="0"/>
              <a:buChar char="•"/>
              <a:defRPr/>
            </a:pPr>
            <a:endParaRPr lang="en-US" altLang="ja-JP" sz="1400" dirty="0">
              <a:solidFill>
                <a:srgbClr val="000000"/>
              </a:solidFill>
              <a:latin typeface="Yu Gothic UI" panose="020B0500000000000000" pitchFamily="50" charset="-128"/>
              <a:ea typeface="Yu Gothic UI" panose="020B0500000000000000" pitchFamily="50" charset="-128"/>
            </a:endParaRPr>
          </a:p>
          <a:p>
            <a:pPr defTabSz="914192">
              <a:spcAft>
                <a:spcPts val="400"/>
              </a:spcAft>
              <a:buClr>
                <a:srgbClr val="000000"/>
              </a:buClr>
              <a:defRPr/>
            </a:pPr>
            <a:r>
              <a:rPr 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Region</a:t>
            </a:r>
            <a:r>
              <a:rPr lang="ja-JP" alt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 </a:t>
            </a:r>
            <a:r>
              <a:rPr lang="en-US" altLang="ja-JP"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 </a:t>
            </a:r>
            <a:r>
              <a:rPr lang="ja-JP" alt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リージョン</a:t>
            </a:r>
            <a:endParaRPr 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endParaRP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各都市圏毎の複数データセンターの集まり</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例</a:t>
            </a:r>
            <a:r>
              <a:rPr lang="en-US" altLang="ja-JP" sz="1400" dirty="0">
                <a:solidFill>
                  <a:srgbClr val="000000"/>
                </a:solidFill>
                <a:latin typeface="Yu Gothic UI" panose="020B0500000000000000" pitchFamily="50" charset="-128"/>
                <a:ea typeface="Yu Gothic UI" panose="020B0500000000000000" pitchFamily="50" charset="-128"/>
              </a:rPr>
              <a:t>: </a:t>
            </a:r>
            <a:r>
              <a:rPr lang="ja-JP" altLang="en-US" sz="1400" dirty="0">
                <a:solidFill>
                  <a:srgbClr val="000000"/>
                </a:solidFill>
                <a:latin typeface="Yu Gothic UI" panose="020B0500000000000000" pitchFamily="50" charset="-128"/>
                <a:ea typeface="Yu Gothic UI" panose="020B0500000000000000" pitchFamily="50" charset="-128"/>
              </a:rPr>
              <a:t>東日本、西日本</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ネットワークレイテンシは </a:t>
            </a:r>
            <a:r>
              <a:rPr lang="en-US" altLang="ja-JP" sz="1400" dirty="0">
                <a:solidFill>
                  <a:srgbClr val="000000"/>
                </a:solidFill>
                <a:latin typeface="Yu Gothic UI" panose="020B0500000000000000" pitchFamily="50" charset="-128"/>
                <a:ea typeface="Yu Gothic UI" panose="020B0500000000000000" pitchFamily="50" charset="-128"/>
              </a:rPr>
              <a:t>2msec </a:t>
            </a:r>
            <a:r>
              <a:rPr lang="ja-JP" altLang="en-US" sz="1400" dirty="0">
                <a:solidFill>
                  <a:srgbClr val="000000"/>
                </a:solidFill>
                <a:latin typeface="Yu Gothic UI" panose="020B0500000000000000" pitchFamily="50" charset="-128"/>
                <a:ea typeface="Yu Gothic UI" panose="020B0500000000000000" pitchFamily="50" charset="-128"/>
              </a:rPr>
              <a:t>未満</a:t>
            </a:r>
            <a:endParaRPr lang="en-US" altLang="ja-JP" sz="1400" dirty="0">
              <a:solidFill>
                <a:srgbClr val="000000"/>
              </a:solidFill>
              <a:latin typeface="Yu Gothic UI" panose="020B0500000000000000" pitchFamily="50" charset="-128"/>
              <a:ea typeface="Yu Gothic UI" panose="020B0500000000000000" pitchFamily="50" charset="-128"/>
            </a:endParaRPr>
          </a:p>
          <a:p>
            <a:pPr defTabSz="914192">
              <a:spcAft>
                <a:spcPts val="400"/>
              </a:spcAft>
              <a:buClr>
                <a:srgbClr val="000000"/>
              </a:buClr>
              <a:defRPr/>
            </a:pPr>
            <a:endParaRPr lang="en-US" altLang="ja-JP" sz="1400" dirty="0">
              <a:solidFill>
                <a:srgbClr val="000000"/>
              </a:solidFill>
              <a:latin typeface="Yu Gothic UI" panose="020B0500000000000000" pitchFamily="50" charset="-128"/>
              <a:ea typeface="Yu Gothic UI" panose="020B0500000000000000" pitchFamily="50" charset="-128"/>
            </a:endParaRPr>
          </a:p>
          <a:p>
            <a:pPr defTabSz="914192">
              <a:spcAft>
                <a:spcPts val="400"/>
              </a:spcAft>
              <a:buClr>
                <a:srgbClr val="000000"/>
              </a:buClr>
              <a:defRPr/>
            </a:pPr>
            <a:r>
              <a:rPr 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Availability Zones</a:t>
            </a:r>
            <a:r>
              <a:rPr lang="ja-JP" alt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 </a:t>
            </a:r>
            <a:r>
              <a:rPr lang="en-US" altLang="ja-JP"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 </a:t>
            </a:r>
            <a:r>
              <a:rPr lang="ja-JP" alt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可用性ゾーン</a:t>
            </a:r>
            <a:endParaRPr lang="en-US" sz="1800" dirty="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endParaRP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各リージョン内の一意の物理的な場所</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各ゾーンは </a:t>
            </a:r>
            <a:r>
              <a:rPr lang="en-US" altLang="ja-JP" sz="1400" dirty="0">
                <a:solidFill>
                  <a:srgbClr val="000000"/>
                </a:solidFill>
                <a:latin typeface="Yu Gothic UI" panose="020B0500000000000000" pitchFamily="50" charset="-128"/>
                <a:ea typeface="Yu Gothic UI" panose="020B0500000000000000" pitchFamily="50" charset="-128"/>
              </a:rPr>
              <a:t>1 </a:t>
            </a:r>
            <a:r>
              <a:rPr lang="ja-JP" altLang="en-US" sz="1400" dirty="0">
                <a:solidFill>
                  <a:srgbClr val="000000"/>
                </a:solidFill>
                <a:latin typeface="Yu Gothic UI" panose="020B0500000000000000" pitchFamily="50" charset="-128"/>
                <a:ea typeface="Yu Gothic UI" panose="020B0500000000000000" pitchFamily="50" charset="-128"/>
              </a:rPr>
              <a:t>つ以上の </a:t>
            </a:r>
            <a:r>
              <a:rPr lang="en-US" altLang="ja-JP" sz="1400" dirty="0">
                <a:solidFill>
                  <a:srgbClr val="000000"/>
                </a:solidFill>
                <a:latin typeface="Yu Gothic UI" panose="020B0500000000000000" pitchFamily="50" charset="-128"/>
                <a:ea typeface="Yu Gothic UI" panose="020B0500000000000000" pitchFamily="50" charset="-128"/>
              </a:rPr>
              <a:t>DC </a:t>
            </a:r>
            <a:r>
              <a:rPr lang="ja-JP" altLang="en-US" sz="1400" dirty="0">
                <a:solidFill>
                  <a:srgbClr val="000000"/>
                </a:solidFill>
                <a:latin typeface="Yu Gothic UI" panose="020B0500000000000000" pitchFamily="50" charset="-128"/>
                <a:ea typeface="Yu Gothic UI" panose="020B0500000000000000" pitchFamily="50" charset="-128"/>
              </a:rPr>
              <a:t>で構成されます。</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一つのゾーンは</a:t>
            </a:r>
            <a:r>
              <a:rPr lang="en-US" altLang="ja-JP" sz="1400" dirty="0">
                <a:solidFill>
                  <a:srgbClr val="000000"/>
                </a:solidFill>
                <a:latin typeface="Yu Gothic UI" panose="020B0500000000000000" pitchFamily="50" charset="-128"/>
                <a:ea typeface="Yu Gothic UI" panose="020B0500000000000000" pitchFamily="50" charset="-128"/>
              </a:rPr>
              <a:t>1</a:t>
            </a:r>
            <a:r>
              <a:rPr lang="ja-JP" altLang="en-US" sz="1400" dirty="0">
                <a:solidFill>
                  <a:srgbClr val="000000"/>
                </a:solidFill>
                <a:latin typeface="Yu Gothic UI" panose="020B0500000000000000" pitchFamily="50" charset="-128"/>
                <a:ea typeface="Yu Gothic UI" panose="020B0500000000000000" pitchFamily="50" charset="-128"/>
              </a:rPr>
              <a:t>つ以上のデータセンターで構成</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それぞれ独立した電源、冷却、ネットワーキング</a:t>
            </a:r>
          </a:p>
          <a:p>
            <a:pPr marL="171417" indent="-171417" defTabSz="914192">
              <a:spcAft>
                <a:spcPts val="400"/>
              </a:spcAft>
              <a:buClr>
                <a:srgbClr val="000000"/>
              </a:buClr>
              <a:buFont typeface="Arial" panose="020B0604020202020204" pitchFamily="34" charset="0"/>
              <a:buChar char="•"/>
              <a:defRPr/>
            </a:pPr>
            <a:r>
              <a:rPr lang="en-US" altLang="ja-JP" sz="1400" dirty="0">
                <a:solidFill>
                  <a:srgbClr val="000000"/>
                </a:solidFill>
                <a:latin typeface="Yu Gothic UI" panose="020B0500000000000000" pitchFamily="50" charset="-128"/>
                <a:ea typeface="Yu Gothic UI" panose="020B0500000000000000" pitchFamily="50" charset="-128"/>
              </a:rPr>
              <a:t>AZ </a:t>
            </a:r>
            <a:r>
              <a:rPr lang="ja-JP" altLang="en-US" sz="1400" dirty="0">
                <a:solidFill>
                  <a:srgbClr val="000000"/>
                </a:solidFill>
                <a:latin typeface="Yu Gothic UI" panose="020B0500000000000000" pitchFamily="50" charset="-128"/>
                <a:ea typeface="Yu Gothic UI" panose="020B0500000000000000" pitchFamily="50" charset="-128"/>
              </a:rPr>
              <a:t>ネットワーク間のレイテンシは</a:t>
            </a:r>
            <a:r>
              <a:rPr lang="en-US" altLang="ja-JP" sz="1400" dirty="0">
                <a:solidFill>
                  <a:srgbClr val="000000"/>
                </a:solidFill>
                <a:latin typeface="Yu Gothic UI" panose="020B0500000000000000" pitchFamily="50" charset="-128"/>
                <a:ea typeface="Yu Gothic UI" panose="020B0500000000000000" pitchFamily="50" charset="-128"/>
              </a:rPr>
              <a:t>2 msec </a:t>
            </a:r>
            <a:r>
              <a:rPr lang="ja-JP" altLang="en-US" sz="1400" dirty="0">
                <a:solidFill>
                  <a:srgbClr val="000000"/>
                </a:solidFill>
                <a:latin typeface="Yu Gothic UI" panose="020B0500000000000000" pitchFamily="50" charset="-128"/>
                <a:ea typeface="Yu Gothic UI" panose="020B0500000000000000" pitchFamily="50" charset="-128"/>
              </a:rPr>
              <a:t>未満</a:t>
            </a:r>
          </a:p>
          <a:p>
            <a:pPr marL="171417" indent="-171417" defTabSz="914192">
              <a:spcAft>
                <a:spcPts val="400"/>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データセンター障害から保護するためのフォールトトレランス</a:t>
            </a:r>
          </a:p>
          <a:p>
            <a:pPr marL="171417" indent="-171417" defTabSz="914192">
              <a:spcAft>
                <a:spcPts val="400"/>
              </a:spcAft>
              <a:buClr>
                <a:srgbClr val="000000"/>
              </a:buClr>
              <a:buFont typeface="Arial" panose="020B0604020202020204" pitchFamily="34" charset="0"/>
              <a:buChar char="•"/>
              <a:defRPr/>
            </a:pPr>
            <a:endParaRPr lang="ja-JP" altLang="en-US" sz="1400" dirty="0">
              <a:solidFill>
                <a:srgbClr val="000000"/>
              </a:solidFill>
              <a:latin typeface="Yu Gothic UI" panose="020B0500000000000000" pitchFamily="50" charset="-128"/>
              <a:ea typeface="Yu Gothic UI" panose="020B0500000000000000" pitchFamily="50" charset="-128"/>
            </a:endParaRPr>
          </a:p>
        </p:txBody>
      </p:sp>
      <p:sp>
        <p:nvSpPr>
          <p:cNvPr id="14" name="Rectangle 7">
            <a:extLst>
              <a:ext uri="{FF2B5EF4-FFF2-40B4-BE49-F238E27FC236}">
                <a16:creationId xmlns:a16="http://schemas.microsoft.com/office/drawing/2014/main" id="{E66AA815-DBB6-805E-0363-6C5AC00E6E56}"/>
              </a:ext>
            </a:extLst>
          </p:cNvPr>
          <p:cNvSpPr/>
          <p:nvPr/>
        </p:nvSpPr>
        <p:spPr>
          <a:xfrm>
            <a:off x="7798983" y="1299215"/>
            <a:ext cx="1182075" cy="336740"/>
          </a:xfrm>
          <a:prstGeom prst="rect">
            <a:avLst/>
          </a:prstGeom>
        </p:spPr>
        <p:txBody>
          <a:bodyPr wrap="none">
            <a:spAutoFit/>
          </a:bodyPr>
          <a:lstStyle/>
          <a:p>
            <a:pPr algn="ctr" defTabSz="932293" fontAlgn="base">
              <a:spcBef>
                <a:spcPct val="0"/>
              </a:spcBef>
              <a:spcAft>
                <a:spcPct val="0"/>
              </a:spcAft>
              <a:defRPr/>
            </a:pPr>
            <a:r>
              <a:rPr lang="en-US" sz="1600">
                <a:solidFill>
                  <a:srgbClr val="1A1A1A"/>
                </a:solidFill>
                <a:latin typeface="Yu Gothic UI" panose="020B0500000000000000" pitchFamily="50" charset="-128"/>
                <a:ea typeface="Yu Gothic UI" panose="020B0500000000000000" pitchFamily="50" charset="-128"/>
                <a:cs typeface="Segoe UI Semibold" panose="020B0702040204020203" pitchFamily="34" charset="0"/>
              </a:rPr>
              <a:t>Geography</a:t>
            </a:r>
          </a:p>
        </p:txBody>
      </p:sp>
      <p:grpSp>
        <p:nvGrpSpPr>
          <p:cNvPr id="15" name="Group 4">
            <a:extLst>
              <a:ext uri="{FF2B5EF4-FFF2-40B4-BE49-F238E27FC236}">
                <a16:creationId xmlns:a16="http://schemas.microsoft.com/office/drawing/2014/main" id="{E36E4351-3A55-3027-7CE4-F6325207C08C}"/>
              </a:ext>
            </a:extLst>
          </p:cNvPr>
          <p:cNvGrpSpPr/>
          <p:nvPr/>
        </p:nvGrpSpPr>
        <p:grpSpPr>
          <a:xfrm>
            <a:off x="9926585" y="2145674"/>
            <a:ext cx="1497957" cy="3587627"/>
            <a:chOff x="9846105" y="2029745"/>
            <a:chExt cx="1498169" cy="3588136"/>
          </a:xfrm>
        </p:grpSpPr>
        <p:sp>
          <p:nvSpPr>
            <p:cNvPr id="16" name="Rectangle 357">
              <a:extLst>
                <a:ext uri="{FF2B5EF4-FFF2-40B4-BE49-F238E27FC236}">
                  <a16:creationId xmlns:a16="http://schemas.microsoft.com/office/drawing/2014/main" id="{C656709E-72F2-4B8C-4F34-21091E6F17C5}"/>
                </a:ext>
              </a:extLst>
            </p:cNvPr>
            <p:cNvSpPr/>
            <p:nvPr/>
          </p:nvSpPr>
          <p:spPr bwMode="auto">
            <a:xfrm>
              <a:off x="9846105" y="2029745"/>
              <a:ext cx="1498169" cy="3588136"/>
            </a:xfrm>
            <a:prstGeom prst="rect">
              <a:avLst/>
            </a:prstGeom>
            <a:solidFill>
              <a:schemeClr val="bg1"/>
            </a:solidFill>
            <a:ln w="10795" cap="flat" cmpd="sng" algn="ctr">
              <a:noFill/>
              <a:prstDash val="solid"/>
            </a:ln>
            <a:effectLst>
              <a:outerShdw blurRad="190500" dist="50800" dir="2700000" sx="101000" sy="101000" algn="tl"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r>
                <a:rPr lang="en-US" sz="1200">
                  <a:solidFill>
                    <a:srgbClr val="1A1A1A"/>
                  </a:solidFill>
                  <a:latin typeface="Yu Gothic UI" panose="020B0500000000000000" pitchFamily="50" charset="-128"/>
                  <a:ea typeface="Yu Gothic UI" panose="020B0500000000000000" pitchFamily="50" charset="-128"/>
                  <a:cs typeface="Segoe UI Semibold" panose="020B0702040204020203" pitchFamily="34" charset="0"/>
                </a:rPr>
                <a:t>Region 2</a:t>
              </a:r>
            </a:p>
          </p:txBody>
        </p:sp>
        <p:grpSp>
          <p:nvGrpSpPr>
            <p:cNvPr id="17" name="Group 440">
              <a:extLst>
                <a:ext uri="{FF2B5EF4-FFF2-40B4-BE49-F238E27FC236}">
                  <a16:creationId xmlns:a16="http://schemas.microsoft.com/office/drawing/2014/main" id="{BD25710D-1652-F809-96F4-1C33CDA0510C}"/>
                </a:ext>
              </a:extLst>
            </p:cNvPr>
            <p:cNvGrpSpPr/>
            <p:nvPr/>
          </p:nvGrpSpPr>
          <p:grpSpPr>
            <a:xfrm>
              <a:off x="10299594" y="2725813"/>
              <a:ext cx="591190" cy="2371944"/>
              <a:chOff x="9944169" y="2814255"/>
              <a:chExt cx="591190" cy="2371944"/>
            </a:xfrm>
          </p:grpSpPr>
          <p:grpSp>
            <p:nvGrpSpPr>
              <p:cNvPr id="18" name="Group 432">
                <a:extLst>
                  <a:ext uri="{FF2B5EF4-FFF2-40B4-BE49-F238E27FC236}">
                    <a16:creationId xmlns:a16="http://schemas.microsoft.com/office/drawing/2014/main" id="{FF8B0299-6404-BA4D-8A8E-A38813ED972E}"/>
                  </a:ext>
                </a:extLst>
              </p:cNvPr>
              <p:cNvGrpSpPr/>
              <p:nvPr/>
            </p:nvGrpSpPr>
            <p:grpSpPr>
              <a:xfrm>
                <a:off x="9944169" y="2814255"/>
                <a:ext cx="591190" cy="647372"/>
                <a:chOff x="9663506" y="3493975"/>
                <a:chExt cx="591190" cy="647372"/>
              </a:xfrm>
            </p:grpSpPr>
            <p:sp>
              <p:nvSpPr>
                <p:cNvPr id="27" name="Freeform: Shape 418">
                  <a:extLst>
                    <a:ext uri="{FF2B5EF4-FFF2-40B4-BE49-F238E27FC236}">
                      <a16:creationId xmlns:a16="http://schemas.microsoft.com/office/drawing/2014/main" id="{258DBE4B-1940-3B35-120F-E0AA26E34AC6}"/>
                    </a:ext>
                  </a:extLst>
                </p:cNvPr>
                <p:cNvSpPr/>
                <p:nvPr/>
              </p:nvSpPr>
              <p:spPr>
                <a:xfrm>
                  <a:off x="9663506" y="3493975"/>
                  <a:ext cx="591190" cy="647372"/>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28" name="Group 419">
                  <a:extLst>
                    <a:ext uri="{FF2B5EF4-FFF2-40B4-BE49-F238E27FC236}">
                      <a16:creationId xmlns:a16="http://schemas.microsoft.com/office/drawing/2014/main" id="{B3C27B45-8653-FFDB-D638-85A16B4A8BE9}"/>
                    </a:ext>
                  </a:extLst>
                </p:cNvPr>
                <p:cNvGrpSpPr/>
                <p:nvPr/>
              </p:nvGrpSpPr>
              <p:grpSpPr>
                <a:xfrm>
                  <a:off x="9776830" y="3817806"/>
                  <a:ext cx="359819" cy="223821"/>
                  <a:chOff x="1940021" y="2942066"/>
                  <a:chExt cx="2357983" cy="1466762"/>
                </a:xfrm>
                <a:solidFill>
                  <a:schemeClr val="tx1"/>
                </a:solidFill>
              </p:grpSpPr>
              <p:sp>
                <p:nvSpPr>
                  <p:cNvPr id="30" name="Freeform: Shape 428">
                    <a:extLst>
                      <a:ext uri="{FF2B5EF4-FFF2-40B4-BE49-F238E27FC236}">
                        <a16:creationId xmlns:a16="http://schemas.microsoft.com/office/drawing/2014/main" id="{FD741BF9-E58F-F4A8-9546-95939213DA48}"/>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31" name="Freeform: Shape 429">
                    <a:extLst>
                      <a:ext uri="{FF2B5EF4-FFF2-40B4-BE49-F238E27FC236}">
                        <a16:creationId xmlns:a16="http://schemas.microsoft.com/office/drawing/2014/main" id="{2FDCE20B-1B2D-4B6A-3880-AA2E7BA1358A}"/>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32" name="Freeform: Shape 430">
                    <a:extLst>
                      <a:ext uri="{FF2B5EF4-FFF2-40B4-BE49-F238E27FC236}">
                        <a16:creationId xmlns:a16="http://schemas.microsoft.com/office/drawing/2014/main" id="{2EB4C68B-AAF2-53B1-B641-8A2CD69AE410}"/>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29" name="Freeform: Shape 420">
                  <a:extLst>
                    <a:ext uri="{FF2B5EF4-FFF2-40B4-BE49-F238E27FC236}">
                      <a16:creationId xmlns:a16="http://schemas.microsoft.com/office/drawing/2014/main" id="{F579477B-C757-71CB-F26A-C4BFCCBBE71A}"/>
                    </a:ext>
                  </a:extLst>
                </p:cNvPr>
                <p:cNvSpPr/>
                <p:nvPr/>
              </p:nvSpPr>
              <p:spPr>
                <a:xfrm rot="5400000">
                  <a:off x="9935928" y="3899507"/>
                  <a:ext cx="41621" cy="31771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grpSp>
            <p:nvGrpSpPr>
              <p:cNvPr id="19" name="Group 431">
                <a:extLst>
                  <a:ext uri="{FF2B5EF4-FFF2-40B4-BE49-F238E27FC236}">
                    <a16:creationId xmlns:a16="http://schemas.microsoft.com/office/drawing/2014/main" id="{BB8982D0-8B5B-F0E2-57C7-5D89127486F2}"/>
                  </a:ext>
                </a:extLst>
              </p:cNvPr>
              <p:cNvGrpSpPr/>
              <p:nvPr/>
            </p:nvGrpSpPr>
            <p:grpSpPr>
              <a:xfrm>
                <a:off x="9944169" y="4538827"/>
                <a:ext cx="591190" cy="647372"/>
                <a:chOff x="10361282" y="3493975"/>
                <a:chExt cx="591190" cy="647372"/>
              </a:xfrm>
            </p:grpSpPr>
            <p:sp>
              <p:nvSpPr>
                <p:cNvPr id="21" name="Freeform: Shape 421">
                  <a:extLst>
                    <a:ext uri="{FF2B5EF4-FFF2-40B4-BE49-F238E27FC236}">
                      <a16:creationId xmlns:a16="http://schemas.microsoft.com/office/drawing/2014/main" id="{7786982D-1CF2-62CB-AF9A-64595AD738F3}"/>
                    </a:ext>
                  </a:extLst>
                </p:cNvPr>
                <p:cNvSpPr/>
                <p:nvPr/>
              </p:nvSpPr>
              <p:spPr>
                <a:xfrm>
                  <a:off x="10361282" y="3493975"/>
                  <a:ext cx="591190" cy="647372"/>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22" name="Group 422">
                  <a:extLst>
                    <a:ext uri="{FF2B5EF4-FFF2-40B4-BE49-F238E27FC236}">
                      <a16:creationId xmlns:a16="http://schemas.microsoft.com/office/drawing/2014/main" id="{C07A080A-F394-953C-83FA-CA000A86A0B7}"/>
                    </a:ext>
                  </a:extLst>
                </p:cNvPr>
                <p:cNvGrpSpPr/>
                <p:nvPr/>
              </p:nvGrpSpPr>
              <p:grpSpPr>
                <a:xfrm>
                  <a:off x="10474606" y="3817806"/>
                  <a:ext cx="359819" cy="223821"/>
                  <a:chOff x="1940021" y="2942066"/>
                  <a:chExt cx="2357983" cy="1466762"/>
                </a:xfrm>
                <a:solidFill>
                  <a:schemeClr val="tx1"/>
                </a:solidFill>
              </p:grpSpPr>
              <p:sp>
                <p:nvSpPr>
                  <p:cNvPr id="24" name="Freeform: Shape 425">
                    <a:extLst>
                      <a:ext uri="{FF2B5EF4-FFF2-40B4-BE49-F238E27FC236}">
                        <a16:creationId xmlns:a16="http://schemas.microsoft.com/office/drawing/2014/main" id="{C3DA31E5-2AFE-7045-5556-F3ABF7C4B8F7}"/>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25" name="Freeform: Shape 426">
                    <a:extLst>
                      <a:ext uri="{FF2B5EF4-FFF2-40B4-BE49-F238E27FC236}">
                        <a16:creationId xmlns:a16="http://schemas.microsoft.com/office/drawing/2014/main" id="{02791A48-D1F6-C052-0F82-E4E0E4BE1FD1}"/>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26" name="Freeform: Shape 427">
                    <a:extLst>
                      <a:ext uri="{FF2B5EF4-FFF2-40B4-BE49-F238E27FC236}">
                        <a16:creationId xmlns:a16="http://schemas.microsoft.com/office/drawing/2014/main" id="{2279E78A-5524-69FE-43AC-EC6E3096C345}"/>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23" name="Freeform: Shape 423">
                  <a:extLst>
                    <a:ext uri="{FF2B5EF4-FFF2-40B4-BE49-F238E27FC236}">
                      <a16:creationId xmlns:a16="http://schemas.microsoft.com/office/drawing/2014/main" id="{2B609362-025D-1D6D-225F-80827EC197FD}"/>
                    </a:ext>
                  </a:extLst>
                </p:cNvPr>
                <p:cNvSpPr/>
                <p:nvPr/>
              </p:nvSpPr>
              <p:spPr>
                <a:xfrm rot="5400000">
                  <a:off x="10633704" y="3899507"/>
                  <a:ext cx="41621" cy="31771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cxnSp>
            <p:nvCxnSpPr>
              <p:cNvPr id="20" name="Straight Connector 434">
                <a:extLst>
                  <a:ext uri="{FF2B5EF4-FFF2-40B4-BE49-F238E27FC236}">
                    <a16:creationId xmlns:a16="http://schemas.microsoft.com/office/drawing/2014/main" id="{28F85929-B99B-9E23-B3CA-AD1F09E2109D}"/>
                  </a:ext>
                </a:extLst>
              </p:cNvPr>
              <p:cNvCxnSpPr>
                <a:cxnSpLocks/>
              </p:cNvCxnSpPr>
              <p:nvPr/>
            </p:nvCxnSpPr>
            <p:spPr>
              <a:xfrm>
                <a:off x="10237401" y="3546731"/>
                <a:ext cx="0" cy="900959"/>
              </a:xfrm>
              <a:prstGeom prst="line">
                <a:avLst/>
              </a:prstGeom>
              <a:ln w="63500">
                <a:solidFill>
                  <a:schemeClr val="bg1">
                    <a:lumMod val="65000"/>
                  </a:schemeClr>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grpSp>
        <p:nvGrpSpPr>
          <p:cNvPr id="33" name="Group 26">
            <a:extLst>
              <a:ext uri="{FF2B5EF4-FFF2-40B4-BE49-F238E27FC236}">
                <a16:creationId xmlns:a16="http://schemas.microsoft.com/office/drawing/2014/main" id="{2DF9561C-9888-B972-CAC3-DF8B751A14AA}"/>
              </a:ext>
            </a:extLst>
          </p:cNvPr>
          <p:cNvGrpSpPr/>
          <p:nvPr/>
        </p:nvGrpSpPr>
        <p:grpSpPr>
          <a:xfrm>
            <a:off x="5338830" y="2116346"/>
            <a:ext cx="4185519" cy="3646285"/>
            <a:chOff x="5257700" y="2000412"/>
            <a:chExt cx="4186112" cy="3646803"/>
          </a:xfrm>
        </p:grpSpPr>
        <p:sp>
          <p:nvSpPr>
            <p:cNvPr id="34" name="Rectangle 356">
              <a:extLst>
                <a:ext uri="{FF2B5EF4-FFF2-40B4-BE49-F238E27FC236}">
                  <a16:creationId xmlns:a16="http://schemas.microsoft.com/office/drawing/2014/main" id="{690F79C2-E976-8999-A18C-47111A47384C}"/>
                </a:ext>
              </a:extLst>
            </p:cNvPr>
            <p:cNvSpPr/>
            <p:nvPr/>
          </p:nvSpPr>
          <p:spPr bwMode="auto">
            <a:xfrm>
              <a:off x="5257700" y="2000412"/>
              <a:ext cx="4186112" cy="3646803"/>
            </a:xfrm>
            <a:prstGeom prst="rect">
              <a:avLst/>
            </a:prstGeom>
            <a:solidFill>
              <a:schemeClr val="bg1"/>
            </a:solidFill>
            <a:ln w="10795" cap="flat" cmpd="sng" algn="ctr">
              <a:noFill/>
              <a:prstDash val="solid"/>
            </a:ln>
            <a:effectLst>
              <a:outerShdw blurRad="190500" dist="50800" dir="2700000" sx="101000" sy="101000" algn="tl"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r>
                <a:rPr lang="en-US" sz="1200">
                  <a:solidFill>
                    <a:srgbClr val="1A1A1A"/>
                  </a:solidFill>
                  <a:latin typeface="Yu Gothic UI" panose="020B0500000000000000" pitchFamily="50" charset="-128"/>
                  <a:ea typeface="Yu Gothic UI" panose="020B0500000000000000" pitchFamily="50" charset="-128"/>
                  <a:cs typeface="Segoe UI Semibold" panose="020B0702040204020203" pitchFamily="34" charset="0"/>
                </a:rPr>
                <a:t>Region 1</a:t>
              </a:r>
            </a:p>
          </p:txBody>
        </p:sp>
        <p:grpSp>
          <p:nvGrpSpPr>
            <p:cNvPr id="35" name="Group 25">
              <a:extLst>
                <a:ext uri="{FF2B5EF4-FFF2-40B4-BE49-F238E27FC236}">
                  <a16:creationId xmlns:a16="http://schemas.microsoft.com/office/drawing/2014/main" id="{EDAA94BC-D246-00B3-09DB-DD449C3EB525}"/>
                </a:ext>
              </a:extLst>
            </p:cNvPr>
            <p:cNvGrpSpPr/>
            <p:nvPr/>
          </p:nvGrpSpPr>
          <p:grpSpPr>
            <a:xfrm>
              <a:off x="5583437" y="2231877"/>
              <a:ext cx="3534638" cy="3202813"/>
              <a:chOff x="5583437" y="2231877"/>
              <a:chExt cx="3534638" cy="3202813"/>
            </a:xfrm>
          </p:grpSpPr>
          <p:cxnSp>
            <p:nvCxnSpPr>
              <p:cNvPr id="36" name="Straight Connector 153">
                <a:extLst>
                  <a:ext uri="{FF2B5EF4-FFF2-40B4-BE49-F238E27FC236}">
                    <a16:creationId xmlns:a16="http://schemas.microsoft.com/office/drawing/2014/main" id="{337CF882-29BF-A700-C760-BAAE440A7CB2}"/>
                  </a:ext>
                </a:extLst>
              </p:cNvPr>
              <p:cNvCxnSpPr>
                <a:cxnSpLocks/>
              </p:cNvCxnSpPr>
              <p:nvPr/>
            </p:nvCxnSpPr>
            <p:spPr>
              <a:xfrm flipV="1">
                <a:off x="6335686" y="3458292"/>
                <a:ext cx="394623" cy="410879"/>
              </a:xfrm>
              <a:prstGeom prst="line">
                <a:avLst/>
              </a:prstGeom>
              <a:noFill/>
              <a:ln w="63500" cap="flat" cmpd="sng" algn="ctr">
                <a:solidFill>
                  <a:schemeClr val="bg1">
                    <a:lumMod val="75000"/>
                  </a:schemeClr>
                </a:solidFill>
                <a:prstDash val="solid"/>
                <a:headEnd type="none"/>
                <a:tailEnd type="none"/>
              </a:ln>
              <a:effectLst/>
            </p:spPr>
          </p:cxnSp>
          <p:cxnSp>
            <p:nvCxnSpPr>
              <p:cNvPr id="37" name="Straight Connector 217">
                <a:extLst>
                  <a:ext uri="{FF2B5EF4-FFF2-40B4-BE49-F238E27FC236}">
                    <a16:creationId xmlns:a16="http://schemas.microsoft.com/office/drawing/2014/main" id="{D3A4F3E1-0490-92DF-A4F3-49958396B57E}"/>
                  </a:ext>
                </a:extLst>
              </p:cNvPr>
              <p:cNvCxnSpPr>
                <a:cxnSpLocks/>
              </p:cNvCxnSpPr>
              <p:nvPr/>
            </p:nvCxnSpPr>
            <p:spPr>
              <a:xfrm>
                <a:off x="7190824" y="4710136"/>
                <a:ext cx="326552" cy="0"/>
              </a:xfrm>
              <a:prstGeom prst="line">
                <a:avLst/>
              </a:prstGeom>
              <a:noFill/>
              <a:ln w="63500" cap="flat" cmpd="sng" algn="ctr">
                <a:solidFill>
                  <a:schemeClr val="bg1">
                    <a:lumMod val="75000"/>
                  </a:schemeClr>
                </a:solidFill>
                <a:prstDash val="solid"/>
                <a:headEnd type="none"/>
                <a:tailEnd type="none"/>
              </a:ln>
              <a:effectLst/>
            </p:spPr>
          </p:cxnSp>
          <p:cxnSp>
            <p:nvCxnSpPr>
              <p:cNvPr id="38" name="Straight Connector 212">
                <a:extLst>
                  <a:ext uri="{FF2B5EF4-FFF2-40B4-BE49-F238E27FC236}">
                    <a16:creationId xmlns:a16="http://schemas.microsoft.com/office/drawing/2014/main" id="{B81C5569-8BF9-0335-B34F-3D46D093A6B3}"/>
                  </a:ext>
                </a:extLst>
              </p:cNvPr>
              <p:cNvCxnSpPr>
                <a:cxnSpLocks/>
              </p:cNvCxnSpPr>
              <p:nvPr/>
            </p:nvCxnSpPr>
            <p:spPr>
              <a:xfrm flipH="1" flipV="1">
                <a:off x="7919593" y="3458292"/>
                <a:ext cx="394623" cy="410879"/>
              </a:xfrm>
              <a:prstGeom prst="line">
                <a:avLst/>
              </a:prstGeom>
              <a:noFill/>
              <a:ln w="63500" cap="flat" cmpd="sng" algn="ctr">
                <a:solidFill>
                  <a:schemeClr val="bg1">
                    <a:lumMod val="75000"/>
                  </a:schemeClr>
                </a:solidFill>
                <a:prstDash val="solid"/>
                <a:headEnd type="none"/>
                <a:tailEnd type="none"/>
              </a:ln>
              <a:effectLst/>
            </p:spPr>
          </p:cxnSp>
          <p:grpSp>
            <p:nvGrpSpPr>
              <p:cNvPr id="39" name="Group 22">
                <a:extLst>
                  <a:ext uri="{FF2B5EF4-FFF2-40B4-BE49-F238E27FC236}">
                    <a16:creationId xmlns:a16="http://schemas.microsoft.com/office/drawing/2014/main" id="{BAF85FEF-EB6A-B538-F109-E97CB6D617B3}"/>
                  </a:ext>
                </a:extLst>
              </p:cNvPr>
              <p:cNvGrpSpPr/>
              <p:nvPr/>
            </p:nvGrpSpPr>
            <p:grpSpPr>
              <a:xfrm>
                <a:off x="6534860" y="2231877"/>
                <a:ext cx="1631794" cy="1631792"/>
                <a:chOff x="6534860" y="2231877"/>
                <a:chExt cx="1631794" cy="1631792"/>
              </a:xfrm>
            </p:grpSpPr>
            <p:sp>
              <p:nvSpPr>
                <p:cNvPr id="73" name="Oval 9">
                  <a:extLst>
                    <a:ext uri="{FF2B5EF4-FFF2-40B4-BE49-F238E27FC236}">
                      <a16:creationId xmlns:a16="http://schemas.microsoft.com/office/drawing/2014/main" id="{83520C2F-DD1F-333B-8CD4-593E0130C50D}"/>
                    </a:ext>
                  </a:extLst>
                </p:cNvPr>
                <p:cNvSpPr/>
                <p:nvPr/>
              </p:nvSpPr>
              <p:spPr bwMode="auto">
                <a:xfrm>
                  <a:off x="6534860" y="2231877"/>
                  <a:ext cx="1631794" cy="1631792"/>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91427" rIns="91427" bIns="45713"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lang="en-US" sz="1000">
                      <a:solidFill>
                        <a:srgbClr val="1A1A1A"/>
                      </a:solidFill>
                      <a:latin typeface="Yu Gothic UI" panose="020B0500000000000000" pitchFamily="50" charset="-128"/>
                      <a:ea typeface="Yu Gothic UI" panose="020B0500000000000000" pitchFamily="50" charset="-128"/>
                      <a:cs typeface="Segoe UI" pitchFamily="34" charset="0"/>
                    </a:rPr>
                    <a:t>Availability</a:t>
                  </a: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r>
                    <a:rPr lang="en-US" sz="1000">
                      <a:solidFill>
                        <a:srgbClr val="0078D4"/>
                      </a:solidFill>
                      <a:latin typeface="Yu Gothic UI" panose="020B0500000000000000" pitchFamily="50" charset="-128"/>
                      <a:ea typeface="Yu Gothic UI" panose="020B0500000000000000" pitchFamily="50" charset="-128"/>
                      <a:cs typeface="Segoe UI" pitchFamily="34" charset="0"/>
                    </a:rPr>
                    <a:t>Zone 1</a:t>
                  </a:r>
                </a:p>
              </p:txBody>
            </p:sp>
            <p:grpSp>
              <p:nvGrpSpPr>
                <p:cNvPr id="74" name="Group 15">
                  <a:extLst>
                    <a:ext uri="{FF2B5EF4-FFF2-40B4-BE49-F238E27FC236}">
                      <a16:creationId xmlns:a16="http://schemas.microsoft.com/office/drawing/2014/main" id="{31A10754-B1D8-AE94-59AB-DFD2BB69AC74}"/>
                    </a:ext>
                  </a:extLst>
                </p:cNvPr>
                <p:cNvGrpSpPr/>
                <p:nvPr/>
              </p:nvGrpSpPr>
              <p:grpSpPr>
                <a:xfrm>
                  <a:off x="6706275" y="2716112"/>
                  <a:ext cx="1288966" cy="647373"/>
                  <a:chOff x="6706275" y="2716112"/>
                  <a:chExt cx="1288966" cy="647373"/>
                </a:xfrm>
              </p:grpSpPr>
              <p:sp>
                <p:nvSpPr>
                  <p:cNvPr id="75" name="Freeform: Shape 370">
                    <a:extLst>
                      <a:ext uri="{FF2B5EF4-FFF2-40B4-BE49-F238E27FC236}">
                        <a16:creationId xmlns:a16="http://schemas.microsoft.com/office/drawing/2014/main" id="{9F993255-FEFB-8106-0EEA-6D1A6E228AE5}"/>
                      </a:ext>
                    </a:extLst>
                  </p:cNvPr>
                  <p:cNvSpPr/>
                  <p:nvPr/>
                </p:nvSpPr>
                <p:spPr>
                  <a:xfrm>
                    <a:off x="6706275" y="2716112"/>
                    <a:ext cx="591190" cy="647373"/>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76" name="Group 372">
                    <a:extLst>
                      <a:ext uri="{FF2B5EF4-FFF2-40B4-BE49-F238E27FC236}">
                        <a16:creationId xmlns:a16="http://schemas.microsoft.com/office/drawing/2014/main" id="{A2236F6E-94AE-BB56-678F-55269A948244}"/>
                      </a:ext>
                    </a:extLst>
                  </p:cNvPr>
                  <p:cNvGrpSpPr/>
                  <p:nvPr/>
                </p:nvGrpSpPr>
                <p:grpSpPr>
                  <a:xfrm>
                    <a:off x="6819599" y="3039944"/>
                    <a:ext cx="359819" cy="223821"/>
                    <a:chOff x="1940021" y="2942066"/>
                    <a:chExt cx="2357983" cy="1466762"/>
                  </a:xfrm>
                  <a:solidFill>
                    <a:schemeClr val="tx1"/>
                  </a:solidFill>
                </p:grpSpPr>
                <p:sp>
                  <p:nvSpPr>
                    <p:cNvPr id="85" name="Freeform: Shape 374">
                      <a:extLst>
                        <a:ext uri="{FF2B5EF4-FFF2-40B4-BE49-F238E27FC236}">
                          <a16:creationId xmlns:a16="http://schemas.microsoft.com/office/drawing/2014/main" id="{11D19DF4-6B60-340D-9A35-AC9DB9B0A2C8}"/>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86" name="Freeform: Shape 375">
                      <a:extLst>
                        <a:ext uri="{FF2B5EF4-FFF2-40B4-BE49-F238E27FC236}">
                          <a16:creationId xmlns:a16="http://schemas.microsoft.com/office/drawing/2014/main" id="{545E8C17-4AD0-F9E6-8C7A-537FF2DCF5BA}"/>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87" name="Freeform: Shape 376">
                      <a:extLst>
                        <a:ext uri="{FF2B5EF4-FFF2-40B4-BE49-F238E27FC236}">
                          <a16:creationId xmlns:a16="http://schemas.microsoft.com/office/drawing/2014/main" id="{0EA5E522-8816-4C17-57AF-1383A4B2445C}"/>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77" name="Freeform: Shape 373">
                    <a:extLst>
                      <a:ext uri="{FF2B5EF4-FFF2-40B4-BE49-F238E27FC236}">
                        <a16:creationId xmlns:a16="http://schemas.microsoft.com/office/drawing/2014/main" id="{EEBC2C93-95C4-878B-08B6-3461C75255D1}"/>
                      </a:ext>
                    </a:extLst>
                  </p:cNvPr>
                  <p:cNvSpPr/>
                  <p:nvPr/>
                </p:nvSpPr>
                <p:spPr>
                  <a:xfrm rot="5400000">
                    <a:off x="6978696" y="3121644"/>
                    <a:ext cx="41621" cy="31771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78" name="Freeform: Shape 378">
                    <a:extLst>
                      <a:ext uri="{FF2B5EF4-FFF2-40B4-BE49-F238E27FC236}">
                        <a16:creationId xmlns:a16="http://schemas.microsoft.com/office/drawing/2014/main" id="{8A527DD7-ECC4-7057-31DF-003F3C0EAF79}"/>
                      </a:ext>
                    </a:extLst>
                  </p:cNvPr>
                  <p:cNvSpPr/>
                  <p:nvPr/>
                </p:nvSpPr>
                <p:spPr>
                  <a:xfrm>
                    <a:off x="7404051" y="2716112"/>
                    <a:ext cx="591190" cy="647373"/>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79" name="Group 380">
                    <a:extLst>
                      <a:ext uri="{FF2B5EF4-FFF2-40B4-BE49-F238E27FC236}">
                        <a16:creationId xmlns:a16="http://schemas.microsoft.com/office/drawing/2014/main" id="{2CAFFC92-8AE2-D18F-8154-A437D9ADE455}"/>
                      </a:ext>
                    </a:extLst>
                  </p:cNvPr>
                  <p:cNvGrpSpPr/>
                  <p:nvPr/>
                </p:nvGrpSpPr>
                <p:grpSpPr>
                  <a:xfrm>
                    <a:off x="7517375" y="3039944"/>
                    <a:ext cx="359819" cy="223821"/>
                    <a:chOff x="1940021" y="2942066"/>
                    <a:chExt cx="2357983" cy="1466762"/>
                  </a:xfrm>
                  <a:solidFill>
                    <a:schemeClr val="tx1"/>
                  </a:solidFill>
                </p:grpSpPr>
                <p:sp>
                  <p:nvSpPr>
                    <p:cNvPr id="82" name="Freeform: Shape 382">
                      <a:extLst>
                        <a:ext uri="{FF2B5EF4-FFF2-40B4-BE49-F238E27FC236}">
                          <a16:creationId xmlns:a16="http://schemas.microsoft.com/office/drawing/2014/main" id="{70837C1A-FF89-71EE-9F06-73C826915E56}"/>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83" name="Freeform: Shape 383">
                      <a:extLst>
                        <a:ext uri="{FF2B5EF4-FFF2-40B4-BE49-F238E27FC236}">
                          <a16:creationId xmlns:a16="http://schemas.microsoft.com/office/drawing/2014/main" id="{02962D08-8762-6D3B-040C-1758C91CE46F}"/>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84" name="Freeform: Shape 384">
                      <a:extLst>
                        <a:ext uri="{FF2B5EF4-FFF2-40B4-BE49-F238E27FC236}">
                          <a16:creationId xmlns:a16="http://schemas.microsoft.com/office/drawing/2014/main" id="{28545754-9E74-5908-E6E9-077974B742E1}"/>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80" name="Freeform: Shape 381">
                    <a:extLst>
                      <a:ext uri="{FF2B5EF4-FFF2-40B4-BE49-F238E27FC236}">
                        <a16:creationId xmlns:a16="http://schemas.microsoft.com/office/drawing/2014/main" id="{8B995F55-0436-7C48-858B-E9F2A99B4451}"/>
                      </a:ext>
                    </a:extLst>
                  </p:cNvPr>
                  <p:cNvSpPr/>
                  <p:nvPr/>
                </p:nvSpPr>
                <p:spPr>
                  <a:xfrm rot="5400000">
                    <a:off x="7676473" y="3121644"/>
                    <a:ext cx="41621" cy="31771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cxnSp>
                <p:nvCxnSpPr>
                  <p:cNvPr id="81" name="Straight Connector 386">
                    <a:extLst>
                      <a:ext uri="{FF2B5EF4-FFF2-40B4-BE49-F238E27FC236}">
                        <a16:creationId xmlns:a16="http://schemas.microsoft.com/office/drawing/2014/main" id="{CDB4EE2C-D0AF-337F-D809-B81666B58A97}"/>
                      </a:ext>
                    </a:extLst>
                  </p:cNvPr>
                  <p:cNvCxnSpPr>
                    <a:cxnSpLocks/>
                  </p:cNvCxnSpPr>
                  <p:nvPr/>
                </p:nvCxnSpPr>
                <p:spPr>
                  <a:xfrm>
                    <a:off x="7297465" y="3067001"/>
                    <a:ext cx="106644" cy="0"/>
                  </a:xfrm>
                  <a:prstGeom prst="line">
                    <a:avLst/>
                  </a:prstGeom>
                  <a:noFill/>
                  <a:ln w="63500" cap="flat" cmpd="sng" algn="ctr">
                    <a:solidFill>
                      <a:schemeClr val="bg1">
                        <a:lumMod val="75000"/>
                      </a:schemeClr>
                    </a:solidFill>
                    <a:prstDash val="solid"/>
                    <a:headEnd type="none"/>
                    <a:tailEnd type="none"/>
                  </a:ln>
                  <a:effectLst/>
                </p:spPr>
              </p:cxnSp>
            </p:grpSp>
          </p:grpSp>
          <p:grpSp>
            <p:nvGrpSpPr>
              <p:cNvPr id="40" name="Group 23">
                <a:extLst>
                  <a:ext uri="{FF2B5EF4-FFF2-40B4-BE49-F238E27FC236}">
                    <a16:creationId xmlns:a16="http://schemas.microsoft.com/office/drawing/2014/main" id="{31138C41-B682-98DF-43B8-0CC91384BE36}"/>
                  </a:ext>
                </a:extLst>
              </p:cNvPr>
              <p:cNvGrpSpPr/>
              <p:nvPr/>
            </p:nvGrpSpPr>
            <p:grpSpPr>
              <a:xfrm>
                <a:off x="5583437" y="3802898"/>
                <a:ext cx="1631793" cy="1631792"/>
                <a:chOff x="5583437" y="3802898"/>
                <a:chExt cx="1631793" cy="1631792"/>
              </a:xfrm>
            </p:grpSpPr>
            <p:sp>
              <p:nvSpPr>
                <p:cNvPr id="57" name="Oval 358">
                  <a:extLst>
                    <a:ext uri="{FF2B5EF4-FFF2-40B4-BE49-F238E27FC236}">
                      <a16:creationId xmlns:a16="http://schemas.microsoft.com/office/drawing/2014/main" id="{60F54795-C125-5783-4EB6-45F6B295A4BA}"/>
                    </a:ext>
                  </a:extLst>
                </p:cNvPr>
                <p:cNvSpPr/>
                <p:nvPr/>
              </p:nvSpPr>
              <p:spPr bwMode="auto">
                <a:xfrm>
                  <a:off x="5583437" y="3802898"/>
                  <a:ext cx="1631793" cy="1631792"/>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91427" rIns="182854" bIns="45713"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lang="en-US" sz="1000">
                      <a:solidFill>
                        <a:srgbClr val="1A1A1A"/>
                      </a:solidFill>
                      <a:latin typeface="Yu Gothic UI" panose="020B0500000000000000" pitchFamily="50" charset="-128"/>
                      <a:ea typeface="Yu Gothic UI" panose="020B0500000000000000" pitchFamily="50" charset="-128"/>
                      <a:cs typeface="Segoe UI" pitchFamily="34" charset="0"/>
                    </a:rPr>
                    <a:t>Availability</a:t>
                  </a: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r>
                    <a:rPr lang="en-US" sz="1000">
                      <a:solidFill>
                        <a:srgbClr val="0078D4"/>
                      </a:solidFill>
                      <a:latin typeface="Yu Gothic UI" panose="020B0500000000000000" pitchFamily="50" charset="-128"/>
                      <a:ea typeface="Yu Gothic UI" panose="020B0500000000000000" pitchFamily="50" charset="-128"/>
                      <a:cs typeface="Segoe UI" pitchFamily="34" charset="0"/>
                    </a:rPr>
                    <a:t>Zone 2</a:t>
                  </a:r>
                </a:p>
              </p:txBody>
            </p:sp>
            <p:grpSp>
              <p:nvGrpSpPr>
                <p:cNvPr id="58" name="Group 21">
                  <a:extLst>
                    <a:ext uri="{FF2B5EF4-FFF2-40B4-BE49-F238E27FC236}">
                      <a16:creationId xmlns:a16="http://schemas.microsoft.com/office/drawing/2014/main" id="{A3958AC4-EF52-0485-A2D6-D242A0D839A8}"/>
                    </a:ext>
                  </a:extLst>
                </p:cNvPr>
                <p:cNvGrpSpPr/>
                <p:nvPr/>
              </p:nvGrpSpPr>
              <p:grpSpPr>
                <a:xfrm>
                  <a:off x="5754853" y="4359248"/>
                  <a:ext cx="591190" cy="647372"/>
                  <a:chOff x="5754853" y="4359248"/>
                  <a:chExt cx="591190" cy="647372"/>
                </a:xfrm>
              </p:grpSpPr>
              <p:sp>
                <p:nvSpPr>
                  <p:cNvPr id="67" name="Freeform: Shape 390">
                    <a:extLst>
                      <a:ext uri="{FF2B5EF4-FFF2-40B4-BE49-F238E27FC236}">
                        <a16:creationId xmlns:a16="http://schemas.microsoft.com/office/drawing/2014/main" id="{A39A64E3-CA19-30D8-D592-48D34A221479}"/>
                      </a:ext>
                    </a:extLst>
                  </p:cNvPr>
                  <p:cNvSpPr/>
                  <p:nvPr/>
                </p:nvSpPr>
                <p:spPr>
                  <a:xfrm>
                    <a:off x="5754853" y="4359248"/>
                    <a:ext cx="591190" cy="647372"/>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68" name="Group 391">
                    <a:extLst>
                      <a:ext uri="{FF2B5EF4-FFF2-40B4-BE49-F238E27FC236}">
                        <a16:creationId xmlns:a16="http://schemas.microsoft.com/office/drawing/2014/main" id="{2F11F8C2-C54E-4E9D-A5E6-35439000675D}"/>
                      </a:ext>
                    </a:extLst>
                  </p:cNvPr>
                  <p:cNvGrpSpPr/>
                  <p:nvPr/>
                </p:nvGrpSpPr>
                <p:grpSpPr>
                  <a:xfrm>
                    <a:off x="5868177" y="4683079"/>
                    <a:ext cx="359819" cy="223821"/>
                    <a:chOff x="1940021" y="2942066"/>
                    <a:chExt cx="2357983" cy="1466762"/>
                  </a:xfrm>
                  <a:solidFill>
                    <a:schemeClr val="tx1"/>
                  </a:solidFill>
                </p:grpSpPr>
                <p:sp>
                  <p:nvSpPr>
                    <p:cNvPr id="70" name="Freeform: Shape 400">
                      <a:extLst>
                        <a:ext uri="{FF2B5EF4-FFF2-40B4-BE49-F238E27FC236}">
                          <a16:creationId xmlns:a16="http://schemas.microsoft.com/office/drawing/2014/main" id="{A86F47FC-1300-D55A-50FD-E68D6035DC71}"/>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71" name="Freeform: Shape 401">
                      <a:extLst>
                        <a:ext uri="{FF2B5EF4-FFF2-40B4-BE49-F238E27FC236}">
                          <a16:creationId xmlns:a16="http://schemas.microsoft.com/office/drawing/2014/main" id="{1EDC2004-EBE0-44EF-37AF-C8F09F13D0F7}"/>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72" name="Freeform: Shape 402">
                      <a:extLst>
                        <a:ext uri="{FF2B5EF4-FFF2-40B4-BE49-F238E27FC236}">
                          <a16:creationId xmlns:a16="http://schemas.microsoft.com/office/drawing/2014/main" id="{4B535FCB-8AE0-CC33-352C-3DF11C06483F}"/>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69" name="Freeform: Shape 392">
                    <a:extLst>
                      <a:ext uri="{FF2B5EF4-FFF2-40B4-BE49-F238E27FC236}">
                        <a16:creationId xmlns:a16="http://schemas.microsoft.com/office/drawing/2014/main" id="{3BC6039A-A322-0102-325C-4567EAF5F344}"/>
                      </a:ext>
                    </a:extLst>
                  </p:cNvPr>
                  <p:cNvSpPr/>
                  <p:nvPr/>
                </p:nvSpPr>
                <p:spPr>
                  <a:xfrm rot="5400000">
                    <a:off x="6027275" y="4764780"/>
                    <a:ext cx="41621" cy="31771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grpSp>
              <p:nvGrpSpPr>
                <p:cNvPr id="59" name="Group 20">
                  <a:extLst>
                    <a:ext uri="{FF2B5EF4-FFF2-40B4-BE49-F238E27FC236}">
                      <a16:creationId xmlns:a16="http://schemas.microsoft.com/office/drawing/2014/main" id="{C656DE06-1664-9064-B311-E8A8D5A6293F}"/>
                    </a:ext>
                  </a:extLst>
                </p:cNvPr>
                <p:cNvGrpSpPr/>
                <p:nvPr/>
              </p:nvGrpSpPr>
              <p:grpSpPr>
                <a:xfrm>
                  <a:off x="6452629" y="4359248"/>
                  <a:ext cx="591190" cy="647372"/>
                  <a:chOff x="6452629" y="4359248"/>
                  <a:chExt cx="591190" cy="647372"/>
                </a:xfrm>
              </p:grpSpPr>
              <p:sp>
                <p:nvSpPr>
                  <p:cNvPr id="61" name="Freeform: Shape 393">
                    <a:extLst>
                      <a:ext uri="{FF2B5EF4-FFF2-40B4-BE49-F238E27FC236}">
                        <a16:creationId xmlns:a16="http://schemas.microsoft.com/office/drawing/2014/main" id="{E1C65FF5-6239-DFAD-322F-87D2963D806D}"/>
                      </a:ext>
                    </a:extLst>
                  </p:cNvPr>
                  <p:cNvSpPr/>
                  <p:nvPr/>
                </p:nvSpPr>
                <p:spPr>
                  <a:xfrm>
                    <a:off x="6452629" y="4359248"/>
                    <a:ext cx="591190" cy="647372"/>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62" name="Group 394">
                    <a:extLst>
                      <a:ext uri="{FF2B5EF4-FFF2-40B4-BE49-F238E27FC236}">
                        <a16:creationId xmlns:a16="http://schemas.microsoft.com/office/drawing/2014/main" id="{81DDD4F8-FFFA-F162-2DFF-89BBFC5ACFB4}"/>
                      </a:ext>
                    </a:extLst>
                  </p:cNvPr>
                  <p:cNvGrpSpPr/>
                  <p:nvPr/>
                </p:nvGrpSpPr>
                <p:grpSpPr>
                  <a:xfrm>
                    <a:off x="6565953" y="4683079"/>
                    <a:ext cx="359819" cy="223821"/>
                    <a:chOff x="1940021" y="2942066"/>
                    <a:chExt cx="2357983" cy="1466762"/>
                  </a:xfrm>
                  <a:solidFill>
                    <a:schemeClr val="tx1"/>
                  </a:solidFill>
                </p:grpSpPr>
                <p:sp>
                  <p:nvSpPr>
                    <p:cNvPr id="64" name="Freeform: Shape 397">
                      <a:extLst>
                        <a:ext uri="{FF2B5EF4-FFF2-40B4-BE49-F238E27FC236}">
                          <a16:creationId xmlns:a16="http://schemas.microsoft.com/office/drawing/2014/main" id="{23FF8F6B-5118-F241-2289-AF0BEB15FA56}"/>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65" name="Freeform: Shape 398">
                      <a:extLst>
                        <a:ext uri="{FF2B5EF4-FFF2-40B4-BE49-F238E27FC236}">
                          <a16:creationId xmlns:a16="http://schemas.microsoft.com/office/drawing/2014/main" id="{2A34BC20-DB82-04C0-C6AF-28F64745E7A1}"/>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66" name="Freeform: Shape 399">
                      <a:extLst>
                        <a:ext uri="{FF2B5EF4-FFF2-40B4-BE49-F238E27FC236}">
                          <a16:creationId xmlns:a16="http://schemas.microsoft.com/office/drawing/2014/main" id="{4624B317-A6A0-A081-D773-026FBE5E4DCA}"/>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63" name="Freeform: Shape 395">
                    <a:extLst>
                      <a:ext uri="{FF2B5EF4-FFF2-40B4-BE49-F238E27FC236}">
                        <a16:creationId xmlns:a16="http://schemas.microsoft.com/office/drawing/2014/main" id="{36CEEC43-9181-D137-9B97-C51CAC742A44}"/>
                      </a:ext>
                    </a:extLst>
                  </p:cNvPr>
                  <p:cNvSpPr/>
                  <p:nvPr/>
                </p:nvSpPr>
                <p:spPr>
                  <a:xfrm rot="5400000">
                    <a:off x="6725051" y="4764780"/>
                    <a:ext cx="41621" cy="31771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cxnSp>
              <p:nvCxnSpPr>
                <p:cNvPr id="60" name="Straight Connector 396">
                  <a:extLst>
                    <a:ext uri="{FF2B5EF4-FFF2-40B4-BE49-F238E27FC236}">
                      <a16:creationId xmlns:a16="http://schemas.microsoft.com/office/drawing/2014/main" id="{F6EB3B6E-4F9C-584E-E5FB-278E77DA643E}"/>
                    </a:ext>
                  </a:extLst>
                </p:cNvPr>
                <p:cNvCxnSpPr>
                  <a:cxnSpLocks/>
                </p:cNvCxnSpPr>
                <p:nvPr/>
              </p:nvCxnSpPr>
              <p:spPr>
                <a:xfrm>
                  <a:off x="6346043" y="4710136"/>
                  <a:ext cx="106644" cy="0"/>
                </a:xfrm>
                <a:prstGeom prst="line">
                  <a:avLst/>
                </a:prstGeom>
                <a:noFill/>
                <a:ln w="63500" cap="flat" cmpd="sng" algn="ctr">
                  <a:solidFill>
                    <a:schemeClr val="bg1">
                      <a:lumMod val="75000"/>
                    </a:schemeClr>
                  </a:solidFill>
                  <a:prstDash val="solid"/>
                  <a:headEnd type="none"/>
                  <a:tailEnd type="none"/>
                </a:ln>
                <a:effectLst/>
              </p:spPr>
            </p:cxnSp>
          </p:grpSp>
          <p:grpSp>
            <p:nvGrpSpPr>
              <p:cNvPr id="41" name="Group 24">
                <a:extLst>
                  <a:ext uri="{FF2B5EF4-FFF2-40B4-BE49-F238E27FC236}">
                    <a16:creationId xmlns:a16="http://schemas.microsoft.com/office/drawing/2014/main" id="{522AB6E6-2044-2CF0-EFB8-C937DC29FBC7}"/>
                  </a:ext>
                </a:extLst>
              </p:cNvPr>
              <p:cNvGrpSpPr/>
              <p:nvPr/>
            </p:nvGrpSpPr>
            <p:grpSpPr>
              <a:xfrm>
                <a:off x="7486282" y="3802898"/>
                <a:ext cx="1631793" cy="1631792"/>
                <a:chOff x="7486282" y="3802898"/>
                <a:chExt cx="1631793" cy="1631792"/>
              </a:xfrm>
            </p:grpSpPr>
            <p:sp>
              <p:nvSpPr>
                <p:cNvPr id="42" name="Oval 359">
                  <a:extLst>
                    <a:ext uri="{FF2B5EF4-FFF2-40B4-BE49-F238E27FC236}">
                      <a16:creationId xmlns:a16="http://schemas.microsoft.com/office/drawing/2014/main" id="{98AB6BFD-98FC-2528-5123-4EA95BD8178E}"/>
                    </a:ext>
                  </a:extLst>
                </p:cNvPr>
                <p:cNvSpPr/>
                <p:nvPr/>
              </p:nvSpPr>
              <p:spPr bwMode="auto">
                <a:xfrm>
                  <a:off x="7486282" y="3802898"/>
                  <a:ext cx="1631793" cy="1631792"/>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91427" rIns="182854" bIns="45713" numCol="1" spcCol="0" rtlCol="0" fromWordArt="0" anchor="ctr" anchorCtr="0" forceAA="0" compatLnSpc="1">
                  <a:prstTxWarp prst="textNoShape">
                    <a:avLst/>
                  </a:prstTxWarp>
                  <a:noAutofit/>
                </a:bodyPr>
                <a:lstStyle/>
                <a:p>
                  <a:pPr algn="ctr" defTabSz="932293" fontAlgn="base">
                    <a:spcBef>
                      <a:spcPct val="0"/>
                    </a:spcBef>
                    <a:spcAft>
                      <a:spcPct val="0"/>
                    </a:spcAft>
                    <a:defRPr/>
                  </a:pPr>
                  <a:r>
                    <a:rPr lang="en-US" sz="1000">
                      <a:solidFill>
                        <a:srgbClr val="1A1A1A"/>
                      </a:solidFill>
                      <a:latin typeface="Yu Gothic UI" panose="020B0500000000000000" pitchFamily="50" charset="-128"/>
                      <a:ea typeface="Yu Gothic UI" panose="020B0500000000000000" pitchFamily="50" charset="-128"/>
                      <a:cs typeface="Segoe UI" pitchFamily="34" charset="0"/>
                    </a:rPr>
                    <a:t>Availability</a:t>
                  </a: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endParaRPr lang="en-US" sz="1000">
                    <a:solidFill>
                      <a:srgbClr val="1A1A1A"/>
                    </a:solidFill>
                    <a:latin typeface="Yu Gothic UI" panose="020B0500000000000000" pitchFamily="50" charset="-128"/>
                    <a:ea typeface="Yu Gothic UI" panose="020B0500000000000000" pitchFamily="50" charset="-128"/>
                    <a:cs typeface="Segoe UI" pitchFamily="34" charset="0"/>
                  </a:endParaRPr>
                </a:p>
                <a:p>
                  <a:pPr algn="ctr" defTabSz="932293" fontAlgn="base">
                    <a:spcBef>
                      <a:spcPct val="0"/>
                    </a:spcBef>
                    <a:spcAft>
                      <a:spcPct val="0"/>
                    </a:spcAft>
                    <a:defRPr/>
                  </a:pPr>
                  <a:r>
                    <a:rPr lang="en-US" sz="1000">
                      <a:solidFill>
                        <a:srgbClr val="0078D4"/>
                      </a:solidFill>
                      <a:latin typeface="Yu Gothic UI" panose="020B0500000000000000" pitchFamily="50" charset="-128"/>
                      <a:ea typeface="Yu Gothic UI" panose="020B0500000000000000" pitchFamily="50" charset="-128"/>
                      <a:cs typeface="Segoe UI" pitchFamily="34" charset="0"/>
                    </a:rPr>
                    <a:t>Zone 3</a:t>
                  </a:r>
                </a:p>
              </p:txBody>
            </p:sp>
            <p:grpSp>
              <p:nvGrpSpPr>
                <p:cNvPr id="43" name="Group 403">
                  <a:extLst>
                    <a:ext uri="{FF2B5EF4-FFF2-40B4-BE49-F238E27FC236}">
                      <a16:creationId xmlns:a16="http://schemas.microsoft.com/office/drawing/2014/main" id="{CCD44C7D-FA0C-23EF-6CAF-AD7C2F7D9A3D}"/>
                    </a:ext>
                  </a:extLst>
                </p:cNvPr>
                <p:cNvGrpSpPr/>
                <p:nvPr/>
              </p:nvGrpSpPr>
              <p:grpSpPr>
                <a:xfrm>
                  <a:off x="7664812" y="4359248"/>
                  <a:ext cx="1288966" cy="647372"/>
                  <a:chOff x="6346186" y="2784209"/>
                  <a:chExt cx="1078250" cy="541543"/>
                </a:xfrm>
              </p:grpSpPr>
              <p:sp>
                <p:nvSpPr>
                  <p:cNvPr id="44" name="Freeform: Shape 404">
                    <a:extLst>
                      <a:ext uri="{FF2B5EF4-FFF2-40B4-BE49-F238E27FC236}">
                        <a16:creationId xmlns:a16="http://schemas.microsoft.com/office/drawing/2014/main" id="{57A4225F-65E9-C003-EA11-2FC0073B7A7D}"/>
                      </a:ext>
                    </a:extLst>
                  </p:cNvPr>
                  <p:cNvSpPr/>
                  <p:nvPr/>
                </p:nvSpPr>
                <p:spPr>
                  <a:xfrm>
                    <a:off x="6346186" y="2784209"/>
                    <a:ext cx="494544" cy="541543"/>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45" name="Group 405">
                    <a:extLst>
                      <a:ext uri="{FF2B5EF4-FFF2-40B4-BE49-F238E27FC236}">
                        <a16:creationId xmlns:a16="http://schemas.microsoft.com/office/drawing/2014/main" id="{59B6B1DA-9D63-AD3F-E301-451A65E05A3C}"/>
                      </a:ext>
                    </a:extLst>
                  </p:cNvPr>
                  <p:cNvGrpSpPr/>
                  <p:nvPr/>
                </p:nvGrpSpPr>
                <p:grpSpPr>
                  <a:xfrm>
                    <a:off x="6440984" y="3055102"/>
                    <a:ext cx="300997" cy="187232"/>
                    <a:chOff x="1940021" y="2942066"/>
                    <a:chExt cx="2357983" cy="1466762"/>
                  </a:xfrm>
                  <a:solidFill>
                    <a:schemeClr val="tx1"/>
                  </a:solidFill>
                </p:grpSpPr>
                <p:sp>
                  <p:nvSpPr>
                    <p:cNvPr id="54" name="Freeform: Shape 414">
                      <a:extLst>
                        <a:ext uri="{FF2B5EF4-FFF2-40B4-BE49-F238E27FC236}">
                          <a16:creationId xmlns:a16="http://schemas.microsoft.com/office/drawing/2014/main" id="{1440D85B-721C-C7CF-D244-2E135ADF72FA}"/>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55" name="Freeform: Shape 415">
                      <a:extLst>
                        <a:ext uri="{FF2B5EF4-FFF2-40B4-BE49-F238E27FC236}">
                          <a16:creationId xmlns:a16="http://schemas.microsoft.com/office/drawing/2014/main" id="{63FFE51B-FFF4-BB7C-23D2-BE2D38CC107C}"/>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56" name="Freeform: Shape 416">
                      <a:extLst>
                        <a:ext uri="{FF2B5EF4-FFF2-40B4-BE49-F238E27FC236}">
                          <a16:creationId xmlns:a16="http://schemas.microsoft.com/office/drawing/2014/main" id="{B258DA67-9548-E562-8B99-FC68C885323D}"/>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46" name="Freeform: Shape 406">
                    <a:extLst>
                      <a:ext uri="{FF2B5EF4-FFF2-40B4-BE49-F238E27FC236}">
                        <a16:creationId xmlns:a16="http://schemas.microsoft.com/office/drawing/2014/main" id="{C17E9FB1-E067-D614-6C2E-F18E6F69B112}"/>
                      </a:ext>
                    </a:extLst>
                  </p:cNvPr>
                  <p:cNvSpPr/>
                  <p:nvPr/>
                </p:nvSpPr>
                <p:spPr>
                  <a:xfrm rot="5400000">
                    <a:off x="6574073" y="3123447"/>
                    <a:ext cx="34817" cy="26577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47" name="Freeform: Shape 407">
                    <a:extLst>
                      <a:ext uri="{FF2B5EF4-FFF2-40B4-BE49-F238E27FC236}">
                        <a16:creationId xmlns:a16="http://schemas.microsoft.com/office/drawing/2014/main" id="{3E3DEA15-A5DF-7075-664F-94CC45E0B687}"/>
                      </a:ext>
                    </a:extLst>
                  </p:cNvPr>
                  <p:cNvSpPr/>
                  <p:nvPr/>
                </p:nvSpPr>
                <p:spPr>
                  <a:xfrm>
                    <a:off x="6929892" y="2784209"/>
                    <a:ext cx="494544" cy="541543"/>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nvGrpSpPr>
                  <p:cNvPr id="48" name="Group 408">
                    <a:extLst>
                      <a:ext uri="{FF2B5EF4-FFF2-40B4-BE49-F238E27FC236}">
                        <a16:creationId xmlns:a16="http://schemas.microsoft.com/office/drawing/2014/main" id="{369AF3A1-5423-8B37-5962-4FAF575F2C20}"/>
                      </a:ext>
                    </a:extLst>
                  </p:cNvPr>
                  <p:cNvGrpSpPr/>
                  <p:nvPr/>
                </p:nvGrpSpPr>
                <p:grpSpPr>
                  <a:xfrm>
                    <a:off x="7024690" y="3055102"/>
                    <a:ext cx="300997" cy="187232"/>
                    <a:chOff x="1940021" y="2942066"/>
                    <a:chExt cx="2357983" cy="1466762"/>
                  </a:xfrm>
                  <a:solidFill>
                    <a:schemeClr val="tx1"/>
                  </a:solidFill>
                </p:grpSpPr>
                <p:sp>
                  <p:nvSpPr>
                    <p:cNvPr id="51" name="Freeform: Shape 411">
                      <a:extLst>
                        <a:ext uri="{FF2B5EF4-FFF2-40B4-BE49-F238E27FC236}">
                          <a16:creationId xmlns:a16="http://schemas.microsoft.com/office/drawing/2014/main" id="{D6C779C4-C614-77E9-E41A-11436E11017F}"/>
                        </a:ext>
                      </a:extLst>
                    </p:cNvPr>
                    <p:cNvSpPr/>
                    <p:nvPr/>
                  </p:nvSpPr>
                  <p:spPr>
                    <a:xfrm>
                      <a:off x="1940021"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52" name="Freeform: Shape 412">
                      <a:extLst>
                        <a:ext uri="{FF2B5EF4-FFF2-40B4-BE49-F238E27FC236}">
                          <a16:creationId xmlns:a16="http://schemas.microsoft.com/office/drawing/2014/main" id="{CCC4700F-6D00-5DE0-7186-E512E110EB99}"/>
                        </a:ext>
                      </a:extLst>
                    </p:cNvPr>
                    <p:cNvSpPr/>
                    <p:nvPr/>
                  </p:nvSpPr>
                  <p:spPr>
                    <a:xfrm>
                      <a:off x="2666350" y="2942066"/>
                      <a:ext cx="905317" cy="1466762"/>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sp>
                  <p:nvSpPr>
                    <p:cNvPr id="53" name="Freeform: Shape 413">
                      <a:extLst>
                        <a:ext uri="{FF2B5EF4-FFF2-40B4-BE49-F238E27FC236}">
                          <a16:creationId xmlns:a16="http://schemas.microsoft.com/office/drawing/2014/main" id="{8559E42E-7048-DA77-E526-F3BE65E4A22D}"/>
                        </a:ext>
                      </a:extLst>
                    </p:cNvPr>
                    <p:cNvSpPr/>
                    <p:nvPr/>
                  </p:nvSpPr>
                  <p:spPr>
                    <a:xfrm>
                      <a:off x="3626795" y="3166351"/>
                      <a:ext cx="671209" cy="1060314"/>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grpFill/>
                    <a:ln w="1079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grpSp>
              <p:sp>
                <p:nvSpPr>
                  <p:cNvPr id="49" name="Freeform: Shape 409">
                    <a:extLst>
                      <a:ext uri="{FF2B5EF4-FFF2-40B4-BE49-F238E27FC236}">
                        <a16:creationId xmlns:a16="http://schemas.microsoft.com/office/drawing/2014/main" id="{5E840DC7-C3E7-9A08-DBE8-7115A8E329BE}"/>
                      </a:ext>
                    </a:extLst>
                  </p:cNvPr>
                  <p:cNvSpPr/>
                  <p:nvPr/>
                </p:nvSpPr>
                <p:spPr>
                  <a:xfrm rot="5400000">
                    <a:off x="7157779" y="3123447"/>
                    <a:ext cx="34817" cy="265779"/>
                  </a:xfrm>
                  <a:custGeom>
                    <a:avLst/>
                    <a:gdLst>
                      <a:gd name="connsiteX0" fmla="*/ 0 w 220127"/>
                      <a:gd name="connsiteY0" fmla="*/ 45721 h 1440301"/>
                      <a:gd name="connsiteX1" fmla="*/ 0 w 220127"/>
                      <a:gd name="connsiteY1" fmla="*/ 1 h 1440301"/>
                      <a:gd name="connsiteX2" fmla="*/ 174408 w 220127"/>
                      <a:gd name="connsiteY2" fmla="*/ 1 h 1440301"/>
                      <a:gd name="connsiteX3" fmla="*/ 174408 w 220127"/>
                      <a:gd name="connsiteY3" fmla="*/ 0 h 1440301"/>
                      <a:gd name="connsiteX4" fmla="*/ 220127 w 220127"/>
                      <a:gd name="connsiteY4" fmla="*/ 0 h 1440301"/>
                      <a:gd name="connsiteX5" fmla="*/ 220127 w 220127"/>
                      <a:gd name="connsiteY5" fmla="*/ 1440301 h 1440301"/>
                      <a:gd name="connsiteX6" fmla="*/ 197267 w 220127"/>
                      <a:gd name="connsiteY6" fmla="*/ 1440301 h 1440301"/>
                      <a:gd name="connsiteX7" fmla="*/ 197267 w 220127"/>
                      <a:gd name="connsiteY7" fmla="*/ 1440301 h 1440301"/>
                      <a:gd name="connsiteX8" fmla="*/ 2638 w 220127"/>
                      <a:gd name="connsiteY8" fmla="*/ 1440301 h 1440301"/>
                      <a:gd name="connsiteX9" fmla="*/ 2638 w 220127"/>
                      <a:gd name="connsiteY9" fmla="*/ 1394581 h 1440301"/>
                      <a:gd name="connsiteX10" fmla="*/ 174408 w 220127"/>
                      <a:gd name="connsiteY10" fmla="*/ 1394581 h 1440301"/>
                      <a:gd name="connsiteX11" fmla="*/ 174408 w 220127"/>
                      <a:gd name="connsiteY11" fmla="*/ 45721 h 14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27" h="1440301">
                        <a:moveTo>
                          <a:pt x="0" y="45721"/>
                        </a:moveTo>
                        <a:lnTo>
                          <a:pt x="0" y="1"/>
                        </a:lnTo>
                        <a:lnTo>
                          <a:pt x="174408" y="1"/>
                        </a:lnTo>
                        <a:lnTo>
                          <a:pt x="174408" y="0"/>
                        </a:lnTo>
                        <a:lnTo>
                          <a:pt x="220127" y="0"/>
                        </a:lnTo>
                        <a:lnTo>
                          <a:pt x="220127" y="1440301"/>
                        </a:lnTo>
                        <a:lnTo>
                          <a:pt x="197267" y="1440301"/>
                        </a:lnTo>
                        <a:lnTo>
                          <a:pt x="197267" y="1440301"/>
                        </a:lnTo>
                        <a:lnTo>
                          <a:pt x="2638" y="1440301"/>
                        </a:lnTo>
                        <a:lnTo>
                          <a:pt x="2638" y="1394581"/>
                        </a:lnTo>
                        <a:lnTo>
                          <a:pt x="174408" y="1394581"/>
                        </a:lnTo>
                        <a:lnTo>
                          <a:pt x="174408" y="45721"/>
                        </a:lnTo>
                        <a:close/>
                      </a:path>
                    </a:pathLst>
                  </a:custGeom>
                  <a:solidFill>
                    <a:srgbClr val="0078D4"/>
                  </a:solidFill>
                  <a:ln w="9525" cap="flat" cmpd="sng" algn="ctr">
                    <a:noFill/>
                    <a:prstDash val="solid"/>
                  </a:ln>
                  <a:effectLst/>
                </p:spPr>
                <p:txBody>
                  <a:bodyPr rtlCol="0" anchor="ctr"/>
                  <a:lstStyle/>
                  <a:p>
                    <a:pPr algn="ctr" defTabSz="932563">
                      <a:defRPr/>
                    </a:pPr>
                    <a:endParaRPr lang="en-US" sz="1800" kern="0">
                      <a:solidFill>
                        <a:srgbClr val="FFFFFF"/>
                      </a:solidFill>
                      <a:latin typeface="Yu Gothic UI" panose="020B0500000000000000" pitchFamily="50" charset="-128"/>
                      <a:ea typeface="Yu Gothic UI" panose="020B0500000000000000" pitchFamily="50" charset="-128"/>
                    </a:endParaRPr>
                  </a:p>
                </p:txBody>
              </p:sp>
              <p:cxnSp>
                <p:nvCxnSpPr>
                  <p:cNvPr id="50" name="Straight Connector 410">
                    <a:extLst>
                      <a:ext uri="{FF2B5EF4-FFF2-40B4-BE49-F238E27FC236}">
                        <a16:creationId xmlns:a16="http://schemas.microsoft.com/office/drawing/2014/main" id="{DE5CAB77-E946-76A8-BB29-4AA67F9A83A0}"/>
                      </a:ext>
                    </a:extLst>
                  </p:cNvPr>
                  <p:cNvCxnSpPr>
                    <a:cxnSpLocks/>
                  </p:cNvCxnSpPr>
                  <p:nvPr/>
                </p:nvCxnSpPr>
                <p:spPr>
                  <a:xfrm>
                    <a:off x="6840730" y="3077736"/>
                    <a:ext cx="89210" cy="0"/>
                  </a:xfrm>
                  <a:prstGeom prst="line">
                    <a:avLst/>
                  </a:prstGeom>
                  <a:noFill/>
                  <a:ln w="63500" cap="flat" cmpd="sng" algn="ctr">
                    <a:solidFill>
                      <a:schemeClr val="bg1">
                        <a:lumMod val="75000"/>
                      </a:schemeClr>
                    </a:solidFill>
                    <a:prstDash val="solid"/>
                    <a:headEnd type="none"/>
                    <a:tailEnd type="none"/>
                  </a:ln>
                  <a:effectLst/>
                </p:spPr>
              </p:cxnSp>
            </p:grpSp>
          </p:grpSp>
        </p:grpSp>
      </p:grpSp>
      <p:grpSp>
        <p:nvGrpSpPr>
          <p:cNvPr id="88" name="Group 232">
            <a:extLst>
              <a:ext uri="{FF2B5EF4-FFF2-40B4-BE49-F238E27FC236}">
                <a16:creationId xmlns:a16="http://schemas.microsoft.com/office/drawing/2014/main" id="{CA16DDE0-7716-B229-7158-BA5655FAE098}"/>
              </a:ext>
            </a:extLst>
          </p:cNvPr>
          <p:cNvGrpSpPr/>
          <p:nvPr/>
        </p:nvGrpSpPr>
        <p:grpSpPr>
          <a:xfrm>
            <a:off x="5069007" y="1703121"/>
            <a:ext cx="6611001" cy="4339595"/>
            <a:chOff x="4987838" y="1587128"/>
            <a:chExt cx="6611938" cy="4340211"/>
          </a:xfrm>
        </p:grpSpPr>
        <p:sp>
          <p:nvSpPr>
            <p:cNvPr id="89" name="Rectangle 355">
              <a:extLst>
                <a:ext uri="{FF2B5EF4-FFF2-40B4-BE49-F238E27FC236}">
                  <a16:creationId xmlns:a16="http://schemas.microsoft.com/office/drawing/2014/main" id="{F309845A-9C2F-D1DB-E9B6-55F0E8C56C8D}"/>
                </a:ext>
              </a:extLst>
            </p:cNvPr>
            <p:cNvSpPr/>
            <p:nvPr/>
          </p:nvSpPr>
          <p:spPr bwMode="auto">
            <a:xfrm>
              <a:off x="6985704" y="1587128"/>
              <a:ext cx="2595015" cy="278932"/>
            </a:xfrm>
            <a:prstGeom prst="rect">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125" fontAlgn="base">
                <a:lnSpc>
                  <a:spcPct val="90000"/>
                </a:lnSpc>
                <a:spcBef>
                  <a:spcPct val="0"/>
                </a:spcBef>
                <a:spcAft>
                  <a:spcPct val="0"/>
                </a:spcAft>
                <a:defRPr/>
              </a:pPr>
              <a:r>
                <a:rPr lang="en-US" sz="1600" kern="0">
                  <a:solidFill>
                    <a:srgbClr val="0078D4"/>
                  </a:solidFill>
                  <a:latin typeface="Yu Gothic UI" panose="020B0500000000000000" pitchFamily="50" charset="-128"/>
                  <a:ea typeface="Yu Gothic UI" panose="020B0500000000000000" pitchFamily="50" charset="-128"/>
                  <a:cs typeface="Segoe UI Semibold" panose="020B0702040204020203" pitchFamily="34" charset="0"/>
                </a:rPr>
                <a:t>Data residency boundary</a:t>
              </a:r>
            </a:p>
          </p:txBody>
        </p:sp>
        <p:grpSp>
          <p:nvGrpSpPr>
            <p:cNvPr id="90" name="Group 231">
              <a:extLst>
                <a:ext uri="{FF2B5EF4-FFF2-40B4-BE49-F238E27FC236}">
                  <a16:creationId xmlns:a16="http://schemas.microsoft.com/office/drawing/2014/main" id="{210C9DE4-F9FC-F9BE-1087-D16BCE3D52C5}"/>
                </a:ext>
              </a:extLst>
            </p:cNvPr>
            <p:cNvGrpSpPr/>
            <p:nvPr/>
          </p:nvGrpSpPr>
          <p:grpSpPr>
            <a:xfrm>
              <a:off x="4987838" y="1707984"/>
              <a:ext cx="6611938" cy="4219355"/>
              <a:chOff x="4987838" y="1707984"/>
              <a:chExt cx="6611938" cy="4219355"/>
            </a:xfrm>
          </p:grpSpPr>
          <p:cxnSp>
            <p:nvCxnSpPr>
              <p:cNvPr id="91" name="Straight Connector 30">
                <a:extLst>
                  <a:ext uri="{FF2B5EF4-FFF2-40B4-BE49-F238E27FC236}">
                    <a16:creationId xmlns:a16="http://schemas.microsoft.com/office/drawing/2014/main" id="{BCB55464-E78D-D8AA-4B55-EC4F673EBD5F}"/>
                  </a:ext>
                </a:extLst>
              </p:cNvPr>
              <p:cNvCxnSpPr>
                <a:cxnSpLocks/>
              </p:cNvCxnSpPr>
              <p:nvPr/>
            </p:nvCxnSpPr>
            <p:spPr>
              <a:xfrm>
                <a:off x="5008562" y="1709951"/>
                <a:ext cx="1977142" cy="0"/>
              </a:xfrm>
              <a:prstGeom prst="line">
                <a:avLst/>
              </a:prstGeom>
              <a:noFill/>
              <a:ln w="22225" cap="flat" cmpd="sng" algn="ctr">
                <a:solidFill>
                  <a:srgbClr val="0078D4"/>
                </a:solidFill>
                <a:prstDash val="sysDash"/>
                <a:headEnd type="none" w="med" len="med"/>
                <a:tailEnd type="none" w="med" len="med"/>
              </a:ln>
              <a:effectLst/>
            </p:spPr>
          </p:cxnSp>
          <p:cxnSp>
            <p:nvCxnSpPr>
              <p:cNvPr id="92" name="Straight Connector 233">
                <a:extLst>
                  <a:ext uri="{FF2B5EF4-FFF2-40B4-BE49-F238E27FC236}">
                    <a16:creationId xmlns:a16="http://schemas.microsoft.com/office/drawing/2014/main" id="{393CB31F-878F-4AE5-93F5-135D202DCA30}"/>
                  </a:ext>
                </a:extLst>
              </p:cNvPr>
              <p:cNvCxnSpPr>
                <a:cxnSpLocks/>
              </p:cNvCxnSpPr>
              <p:nvPr/>
            </p:nvCxnSpPr>
            <p:spPr>
              <a:xfrm>
                <a:off x="9580719" y="1709951"/>
                <a:ext cx="2019057" cy="0"/>
              </a:xfrm>
              <a:prstGeom prst="line">
                <a:avLst/>
              </a:prstGeom>
              <a:noFill/>
              <a:ln w="22225" cap="flat" cmpd="sng" algn="ctr">
                <a:solidFill>
                  <a:srgbClr val="0078D4"/>
                </a:solidFill>
                <a:prstDash val="sysDash"/>
                <a:headEnd type="none" w="med" len="med"/>
                <a:tailEnd type="none" w="med" len="med"/>
              </a:ln>
              <a:effectLst/>
            </p:spPr>
          </p:cxnSp>
          <p:cxnSp>
            <p:nvCxnSpPr>
              <p:cNvPr id="93" name="Straight Connector 236">
                <a:extLst>
                  <a:ext uri="{FF2B5EF4-FFF2-40B4-BE49-F238E27FC236}">
                    <a16:creationId xmlns:a16="http://schemas.microsoft.com/office/drawing/2014/main" id="{39C57152-3782-9CFA-FB25-C3AA3CCF8152}"/>
                  </a:ext>
                </a:extLst>
              </p:cNvPr>
              <p:cNvCxnSpPr>
                <a:cxnSpLocks/>
              </p:cNvCxnSpPr>
              <p:nvPr/>
            </p:nvCxnSpPr>
            <p:spPr>
              <a:xfrm>
                <a:off x="5008562" y="5918480"/>
                <a:ext cx="6591214" cy="0"/>
              </a:xfrm>
              <a:prstGeom prst="line">
                <a:avLst/>
              </a:prstGeom>
              <a:noFill/>
              <a:ln w="22225" cap="flat" cmpd="sng" algn="ctr">
                <a:solidFill>
                  <a:srgbClr val="0078D4"/>
                </a:solidFill>
                <a:prstDash val="sysDash"/>
                <a:headEnd type="none" w="med" len="med"/>
                <a:tailEnd type="none" w="med" len="med"/>
              </a:ln>
              <a:effectLst/>
            </p:spPr>
          </p:cxnSp>
          <p:cxnSp>
            <p:nvCxnSpPr>
              <p:cNvPr id="94" name="Straight Connector 238">
                <a:extLst>
                  <a:ext uri="{FF2B5EF4-FFF2-40B4-BE49-F238E27FC236}">
                    <a16:creationId xmlns:a16="http://schemas.microsoft.com/office/drawing/2014/main" id="{352C9F76-944B-A45D-432C-5522E8C9DC05}"/>
                  </a:ext>
                </a:extLst>
              </p:cNvPr>
              <p:cNvCxnSpPr>
                <a:cxnSpLocks/>
              </p:cNvCxnSpPr>
              <p:nvPr/>
            </p:nvCxnSpPr>
            <p:spPr>
              <a:xfrm flipV="1">
                <a:off x="11599776" y="1707984"/>
                <a:ext cx="0" cy="4219355"/>
              </a:xfrm>
              <a:prstGeom prst="line">
                <a:avLst/>
              </a:prstGeom>
              <a:noFill/>
              <a:ln w="22225" cap="flat" cmpd="sng" algn="ctr">
                <a:solidFill>
                  <a:srgbClr val="0078D4"/>
                </a:solidFill>
                <a:prstDash val="sysDash"/>
                <a:headEnd type="none" w="med" len="med"/>
                <a:tailEnd type="none" w="med" len="med"/>
              </a:ln>
              <a:effectLst/>
            </p:spPr>
          </p:cxnSp>
          <p:cxnSp>
            <p:nvCxnSpPr>
              <p:cNvPr id="95" name="Straight Connector 241">
                <a:extLst>
                  <a:ext uri="{FF2B5EF4-FFF2-40B4-BE49-F238E27FC236}">
                    <a16:creationId xmlns:a16="http://schemas.microsoft.com/office/drawing/2014/main" id="{A2811794-2FF8-772A-B339-9C82CE3ACA2F}"/>
                  </a:ext>
                </a:extLst>
              </p:cNvPr>
              <p:cNvCxnSpPr>
                <a:cxnSpLocks/>
              </p:cNvCxnSpPr>
              <p:nvPr/>
            </p:nvCxnSpPr>
            <p:spPr>
              <a:xfrm flipV="1">
                <a:off x="4987838" y="1707984"/>
                <a:ext cx="0" cy="4219355"/>
              </a:xfrm>
              <a:prstGeom prst="line">
                <a:avLst/>
              </a:prstGeom>
              <a:noFill/>
              <a:ln w="22225" cap="flat" cmpd="sng" algn="ctr">
                <a:solidFill>
                  <a:srgbClr val="0078D4"/>
                </a:solidFill>
                <a:prstDash val="sysDash"/>
                <a:headEnd type="none" w="med" len="med"/>
                <a:tailEnd type="none" w="med" len="med"/>
              </a:ln>
              <a:effectLst/>
            </p:spPr>
          </p:cxnSp>
        </p:grpSp>
      </p:grpSp>
      <p:sp>
        <p:nvSpPr>
          <p:cNvPr id="96" name="Title 1">
            <a:extLst>
              <a:ext uri="{FF2B5EF4-FFF2-40B4-BE49-F238E27FC236}">
                <a16:creationId xmlns:a16="http://schemas.microsoft.com/office/drawing/2014/main" id="{24D7595F-0E39-0274-04D6-64A5322B2928}"/>
              </a:ext>
            </a:extLst>
          </p:cNvPr>
          <p:cNvSpPr txBox="1">
            <a:spLocks/>
          </p:cNvSpPr>
          <p:nvPr/>
        </p:nvSpPr>
        <p:spPr>
          <a:xfrm>
            <a:off x="420955" y="6290982"/>
            <a:ext cx="4668773" cy="181036"/>
          </a:xfrm>
          <a:prstGeom prst="rect">
            <a:avLst/>
          </a:prstGeom>
        </p:spPr>
        <p:txBody>
          <a:bodyPr vert="horz" wrap="square" lIns="0" tIns="0" rIns="0" bIns="0" rtlCol="0" anchor="t">
            <a:spAutoFit/>
          </a:bodyPr>
          <a:lstStyle>
            <a:lvl1pPr algn="l" defTabSz="951304" rtl="0" eaLnBrk="1" latinLnBrk="0" hangingPunct="1">
              <a:lnSpc>
                <a:spcPct val="100000"/>
              </a:lnSpc>
              <a:spcBef>
                <a:spcPct val="0"/>
              </a:spcBef>
              <a:buNone/>
              <a:defRPr lang="en-US" sz="3672" b="0" kern="1200" cap="none" spc="-51" baseline="0" dirty="0" smtClean="0">
                <a:ln w="3175">
                  <a:noFill/>
                </a:ln>
                <a:solidFill>
                  <a:schemeClr val="tx1"/>
                </a:solidFill>
                <a:effectLst/>
                <a:latin typeface="+mj-lt"/>
                <a:ea typeface="+mn-ea"/>
                <a:cs typeface="Segoe UI" pitchFamily="34" charset="0"/>
              </a:defRPr>
            </a:lvl1pPr>
          </a:lstStyle>
          <a:p>
            <a:r>
              <a:rPr lang="en-US" altLang="ja-JP" sz="1176" dirty="0">
                <a:latin typeface="Yu Gothic UI" panose="020B0500000000000000" pitchFamily="50" charset="-128"/>
                <a:ea typeface="Yu Gothic UI" panose="020B0500000000000000" pitchFamily="50" charset="-128"/>
              </a:rPr>
              <a:t>Microsoft </a:t>
            </a:r>
            <a:r>
              <a:rPr lang="ja-JP" altLang="en-US" sz="1176" dirty="0">
                <a:latin typeface="Yu Gothic UI" panose="020B0500000000000000" pitchFamily="50" charset="-128"/>
                <a:ea typeface="Yu Gothic UI" panose="020B0500000000000000" pitchFamily="50" charset="-128"/>
              </a:rPr>
              <a:t>のデータセンターはリージョン数 </a:t>
            </a:r>
            <a:r>
              <a:rPr lang="en-US" altLang="ja-JP" sz="1176" dirty="0">
                <a:latin typeface="Yu Gothic UI" panose="020B0500000000000000" pitchFamily="50" charset="-128"/>
                <a:ea typeface="Yu Gothic UI" panose="020B0500000000000000" pitchFamily="50" charset="-128"/>
              </a:rPr>
              <a:t>60+ </a:t>
            </a:r>
            <a:r>
              <a:rPr lang="ja-JP" altLang="en-US" sz="1176" dirty="0">
                <a:latin typeface="Yu Gothic UI" panose="020B0500000000000000" pitchFamily="50" charset="-128"/>
                <a:ea typeface="Yu Gothic UI" panose="020B0500000000000000" pitchFamily="50" charset="-128"/>
              </a:rPr>
              <a:t>の複数倍存在する</a:t>
            </a:r>
          </a:p>
        </p:txBody>
      </p:sp>
    </p:spTree>
    <p:extLst>
      <p:ext uri="{BB962C8B-B14F-4D97-AF65-F5344CB8AC3E}">
        <p14:creationId xmlns:p14="http://schemas.microsoft.com/office/powerpoint/2010/main" val="171686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42" presetClass="path" presetSubtype="0" decel="100000" fill="hold" grpId="1" nodeType="withEffect">
                                  <p:stCondLst>
                                    <p:cond delay="0"/>
                                  </p:stCondLst>
                                  <p:childTnLst>
                                    <p:animMotion origin="layout" path="M 4.375E-6 -2.59259E-6 L 4.375E-6 0.0257 " pathEditMode="relative" rAng="0" ptsTypes="AA">
                                      <p:cBhvr>
                                        <p:cTn id="9" dur="500" spd="-100000" fill="hold"/>
                                        <p:tgtEl>
                                          <p:spTgt spid="13"/>
                                        </p:tgtEl>
                                        <p:attrNameLst>
                                          <p:attrName>ppt_x</p:attrName>
                                          <p:attrName>ppt_y</p:attrName>
                                        </p:attrNameLst>
                                      </p:cBhvr>
                                      <p:rCtr x="0" y="1273"/>
                                    </p:animMotion>
                                  </p:childTnLst>
                                </p:cTn>
                              </p:par>
                              <p:par>
                                <p:cTn id="10"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42" presetClass="path" presetSubtype="0" decel="100000" fill="hold" grpId="1" nodeType="withEffect">
                                  <p:stCondLst>
                                    <p:cond delay="0"/>
                                  </p:stCondLst>
                                  <p:childTnLst>
                                    <p:animMotion origin="layout" path="M 2.29167E-6 3.33333E-6 L 2.29167E-6 0.02569 " pathEditMode="relative" rAng="0" ptsTypes="AA">
                                      <p:cBhvr>
                                        <p:cTn id="14" dur="500" spd="-100000" fill="hold"/>
                                        <p:tgtEl>
                                          <p:spTgt spid="14"/>
                                        </p:tgtEl>
                                        <p:attrNameLst>
                                          <p:attrName>ppt_x</p:attrName>
                                          <p:attrName>ppt_y</p:attrName>
                                        </p:attrNameLst>
                                      </p:cBhvr>
                                      <p:rCtr x="0" y="1273"/>
                                    </p:animMotion>
                                  </p:childTnLst>
                                </p:cTn>
                              </p:par>
                              <p:par>
                                <p:cTn id="15" presetID="10" presetClass="entr" presetSubtype="0" fill="hold" nodeType="withEffect">
                                  <p:stCondLst>
                                    <p:cond delay="100"/>
                                  </p:stCondLst>
                                  <p:childTnLst>
                                    <p:set>
                                      <p:cBhvr>
                                        <p:cTn id="16" dur="1" fill="hold">
                                          <p:stCondLst>
                                            <p:cond delay="0"/>
                                          </p:stCondLst>
                                        </p:cTn>
                                        <p:tgtEl>
                                          <p:spTgt spid="88"/>
                                        </p:tgtEl>
                                        <p:attrNameLst>
                                          <p:attrName>style.visibility</p:attrName>
                                        </p:attrNameLst>
                                      </p:cBhvr>
                                      <p:to>
                                        <p:strVal val="visible"/>
                                      </p:to>
                                    </p:set>
                                    <p:animEffect transition="in" filter="fade">
                                      <p:cBhvr>
                                        <p:cTn id="17" dur="500"/>
                                        <p:tgtEl>
                                          <p:spTgt spid="88"/>
                                        </p:tgtEl>
                                      </p:cBhvr>
                                    </p:animEffect>
                                  </p:childTnLst>
                                </p:cTn>
                              </p:par>
                              <p:par>
                                <p:cTn id="18" presetID="42" presetClass="path" presetSubtype="0" decel="100000" fill="hold" nodeType="withEffect">
                                  <p:stCondLst>
                                    <p:cond delay="100"/>
                                  </p:stCondLst>
                                  <p:childTnLst>
                                    <p:animMotion origin="layout" path="M 1.04167E-6 -4.81481E-6 L 1.04167E-6 0.0257 " pathEditMode="relative" rAng="0" ptsTypes="AA">
                                      <p:cBhvr>
                                        <p:cTn id="19" dur="500" spd="-100000" fill="hold"/>
                                        <p:tgtEl>
                                          <p:spTgt spid="88"/>
                                        </p:tgtEl>
                                        <p:attrNameLst>
                                          <p:attrName>ppt_x</p:attrName>
                                          <p:attrName>ppt_y</p:attrName>
                                        </p:attrNameLst>
                                      </p:cBhvr>
                                      <p:rCtr x="0" y="1273"/>
                                    </p:animMotion>
                                  </p:childTnLst>
                                </p:cTn>
                              </p:par>
                              <p:par>
                                <p:cTn id="20" presetID="10" presetClass="entr" presetSubtype="0" fill="hold" nodeType="withEffect">
                                  <p:stCondLst>
                                    <p:cond delay="20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42" presetClass="path" presetSubtype="0" decel="100000" fill="hold" nodeType="withEffect">
                                  <p:stCondLst>
                                    <p:cond delay="200"/>
                                  </p:stCondLst>
                                  <p:childTnLst>
                                    <p:animMotion origin="layout" path="M 4.79167E-6 4.44444E-6 L 4.79167E-6 0.02569 " pathEditMode="relative" rAng="0" ptsTypes="AA">
                                      <p:cBhvr>
                                        <p:cTn id="24" dur="500" spd="-100000" fill="hold"/>
                                        <p:tgtEl>
                                          <p:spTgt spid="33"/>
                                        </p:tgtEl>
                                        <p:attrNameLst>
                                          <p:attrName>ppt_x</p:attrName>
                                          <p:attrName>ppt_y</p:attrName>
                                        </p:attrNameLst>
                                      </p:cBhvr>
                                      <p:rCtr x="0" y="1273"/>
                                    </p:animMotion>
                                  </p:childTnLst>
                                </p:cTn>
                              </p:par>
                              <p:par>
                                <p:cTn id="25" presetID="10" presetClass="entr" presetSubtype="0" fill="hold" nodeType="withEffect">
                                  <p:stCondLst>
                                    <p:cond delay="3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42" presetClass="path" presetSubtype="0" decel="100000" fill="hold" nodeType="withEffect">
                                  <p:stCondLst>
                                    <p:cond delay="300"/>
                                  </p:stCondLst>
                                  <p:childTnLst>
                                    <p:animMotion origin="layout" path="M -1.04167E-6 4.44444E-6 L -1.04167E-6 0.02569 " pathEditMode="relative" rAng="0" ptsTypes="AA">
                                      <p:cBhvr>
                                        <p:cTn id="29" dur="500" spd="-100000" fill="hold"/>
                                        <p:tgtEl>
                                          <p:spTgt spid="15"/>
                                        </p:tgtEl>
                                        <p:attrNameLst>
                                          <p:attrName>ppt_x</p:attrName>
                                          <p:attrName>ppt_y</p:attrName>
                                        </p:attrNameLst>
                                      </p:cBhvr>
                                      <p:rCtr x="0" y="1273"/>
                                    </p:animMotion>
                                  </p:childTnLst>
                                </p:cTn>
                              </p:par>
                            </p:childTnLst>
                          </p:cTn>
                        </p:par>
                        <p:par>
                          <p:cTn id="30" fill="hold">
                            <p:stCondLst>
                              <p:cond delay="8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2" fill="hold" grpId="0" nodeType="withEffect">
                                  <p:stCondLst>
                                    <p:cond delay="100"/>
                                  </p:stCondLst>
                                  <p:childTnLst>
                                    <p:set>
                                      <p:cBhvr>
                                        <p:cTn id="35" dur="1" fill="hold">
                                          <p:stCondLst>
                                            <p:cond delay="0"/>
                                          </p:stCondLst>
                                        </p:cTn>
                                        <p:tgtEl>
                                          <p:spTgt spid="12"/>
                                        </p:tgtEl>
                                        <p:attrNameLst>
                                          <p:attrName>style.visibility</p:attrName>
                                        </p:attrNameLst>
                                      </p:cBhvr>
                                      <p:to>
                                        <p:strVal val="visible"/>
                                      </p:to>
                                    </p:set>
                                    <p:animEffect transition="in" filter="wipe(right)">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6"/>
                                        </p:tgtEl>
                                        <p:attrNameLst>
                                          <p:attrName>style.visibility</p:attrName>
                                        </p:attrNameLst>
                                      </p:cBhvr>
                                      <p:to>
                                        <p:strVal val="visible"/>
                                      </p:to>
                                    </p:set>
                                    <p:animEffect transition="in" filter="fade">
                                      <p:cBhvr>
                                        <p:cTn id="39" dur="500"/>
                                        <p:tgtEl>
                                          <p:spTgt spid="96"/>
                                        </p:tgtEl>
                                      </p:cBhvr>
                                    </p:animEffect>
                                  </p:childTnLst>
                                </p:cTn>
                              </p:par>
                              <p:par>
                                <p:cTn id="40" presetID="42" presetClass="path" presetSubtype="0" decel="100000" fill="hold" grpId="1" nodeType="withEffect">
                                  <p:stCondLst>
                                    <p:cond delay="0"/>
                                  </p:stCondLst>
                                  <p:childTnLst>
                                    <p:animMotion origin="layout" path="M 4.44218E-6 -3.17749E-7 L 4.44218E-6 0.02565 " pathEditMode="relative" rAng="0" ptsTypes="AA">
                                      <p:cBhvr>
                                        <p:cTn id="41" dur="500" spd="-100000" fill="hold"/>
                                        <p:tgtEl>
                                          <p:spTgt spid="96"/>
                                        </p:tgtEl>
                                        <p:attrNameLst>
                                          <p:attrName>ppt_x</p:attrName>
                                          <p:attrName>ppt_y</p:attrName>
                                        </p:attrNameLst>
                                      </p:cBhvr>
                                      <p:rCtr x="0" y="12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3" grpId="1"/>
      <p:bldP spid="14" grpId="0"/>
      <p:bldP spid="14" grpId="1"/>
      <p:bldP spid="96" grpId="0"/>
      <p:bldP spid="96"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78CCE-9DF1-4FCA-3D1F-4DC8D4654CB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8C80750-032B-4748-7976-7A96A0DD189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信頼性の確保</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53F3D54C-ED77-3126-DDFF-8FED78DB6E2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A5BCB84-8E5C-15CE-DEA6-7AD664DB17F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4">
            <a:extLst>
              <a:ext uri="{FF2B5EF4-FFF2-40B4-BE49-F238E27FC236}">
                <a16:creationId xmlns:a16="http://schemas.microsoft.com/office/drawing/2014/main" id="{97B274DE-F270-EF3C-C123-4E535414F181}"/>
              </a:ext>
            </a:extLst>
          </p:cNvPr>
          <p:cNvSpPr>
            <a:spLocks noGrp="1"/>
          </p:cNvSpPr>
          <p:nvPr>
            <p:ph idx="1"/>
          </p:nvPr>
        </p:nvSpPr>
        <p:spPr>
          <a:xfrm>
            <a:off x="838200" y="1323559"/>
            <a:ext cx="10515600" cy="1641586"/>
          </a:xfrm>
        </p:spPr>
        <p:txBody>
          <a:bodyPr>
            <a:normAutofit/>
          </a:bodyPr>
          <a:lstStyle/>
          <a:p>
            <a:pPr marL="0" indent="0"/>
            <a:r>
              <a:rPr kumimoji="1" lang="ja-JP" altLang="en-US" sz="2000"/>
              <a:t>アプリケーションが確実に顧客の要求を満たせるようにするためには、信頼性を確保する必要がある。</a:t>
            </a:r>
          </a:p>
          <a:p>
            <a:pPr marL="0" indent="0"/>
            <a:r>
              <a:rPr kumimoji="1" lang="ja-JP" altLang="en-US" sz="2000"/>
              <a:t>可用性及び回復性の高いシステムを設計することで、信頼性を確保することができる。</a:t>
            </a:r>
          </a:p>
        </p:txBody>
      </p:sp>
      <p:sp>
        <p:nvSpPr>
          <p:cNvPr id="111" name="Rectangle 35">
            <a:extLst>
              <a:ext uri="{FF2B5EF4-FFF2-40B4-BE49-F238E27FC236}">
                <a16:creationId xmlns:a16="http://schemas.microsoft.com/office/drawing/2014/main" id="{36DA961E-FDEB-B587-106F-EA22C3F5DCD1}"/>
              </a:ext>
            </a:extLst>
          </p:cNvPr>
          <p:cNvSpPr>
            <a:spLocks noChangeArrowheads="1"/>
          </p:cNvSpPr>
          <p:nvPr/>
        </p:nvSpPr>
        <p:spPr bwMode="auto">
          <a:xfrm>
            <a:off x="7019544" y="2911024"/>
            <a:ext cx="4270370" cy="508891"/>
          </a:xfrm>
          <a:prstGeom prst="rect">
            <a:avLst/>
          </a:prstGeom>
          <a:solidFill>
            <a:srgbClr val="0078D4">
              <a:lumMod val="75000"/>
            </a:srgbClr>
          </a:solidFill>
          <a:ln w="12700">
            <a:noFill/>
            <a:miter lim="800000"/>
            <a:headEnd/>
            <a:tailEnd/>
          </a:ln>
          <a:effectLst/>
        </p:spPr>
        <p:txBody>
          <a:bodyPr wrap="none" lIns="35292" tIns="35292" rIns="35292" bIns="35292"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altLang="en-US" sz="1730" b="1" i="0" u="none" strike="noStrike" kern="0" cap="none" spc="0" normalizeH="0" baseline="0" noProof="0" dirty="0">
                <a:ln>
                  <a:noFill/>
                </a:ln>
                <a:solidFill>
                  <a:srgbClr val="FFFFFF"/>
                </a:solidFill>
                <a:effectLst/>
                <a:uLnTx/>
                <a:uFillTx/>
                <a:latin typeface="Segoe UI"/>
                <a:ea typeface="Yu Gothic UI"/>
              </a:rPr>
              <a:t>可用性 </a:t>
            </a:r>
            <a:r>
              <a:rPr kumimoji="0" lang="en-US" altLang="ja-JP" sz="1730" b="1" i="0" u="none" strike="noStrike" kern="0" cap="none" spc="0" normalizeH="0" baseline="0" noProof="0" dirty="0">
                <a:ln>
                  <a:noFill/>
                </a:ln>
                <a:solidFill>
                  <a:srgbClr val="FFFFFF"/>
                </a:solidFill>
                <a:effectLst/>
                <a:uLnTx/>
                <a:uFillTx/>
                <a:latin typeface="Segoe UI"/>
                <a:ea typeface="Yu Gothic UI"/>
              </a:rPr>
              <a:t>(availability)</a:t>
            </a:r>
          </a:p>
        </p:txBody>
      </p:sp>
      <p:sp>
        <p:nvSpPr>
          <p:cNvPr id="112" name="Rectangle 35">
            <a:extLst>
              <a:ext uri="{FF2B5EF4-FFF2-40B4-BE49-F238E27FC236}">
                <a16:creationId xmlns:a16="http://schemas.microsoft.com/office/drawing/2014/main" id="{34AE05A9-A5E0-EBF6-A896-71D94BA2827C}"/>
              </a:ext>
            </a:extLst>
          </p:cNvPr>
          <p:cNvSpPr>
            <a:spLocks noChangeArrowheads="1"/>
          </p:cNvSpPr>
          <p:nvPr/>
        </p:nvSpPr>
        <p:spPr bwMode="auto">
          <a:xfrm>
            <a:off x="7035980" y="3455148"/>
            <a:ext cx="4270370" cy="991685"/>
          </a:xfrm>
          <a:prstGeom prst="rect">
            <a:avLst/>
          </a:prstGeom>
          <a:noFill/>
          <a:ln w="12700">
            <a:solidFill>
              <a:srgbClr val="FFFFFF">
                <a:lumMod val="75000"/>
              </a:srgbClr>
            </a:solidFill>
            <a:miter lim="800000"/>
            <a:headEnd/>
            <a:tailEnd/>
          </a:ln>
          <a:effectLst/>
        </p:spPr>
        <p:txBody>
          <a:bodyPr wrap="none" lIns="35292" tIns="35292" rIns="35292" bIns="35292" anchor="ctr"/>
          <a:lstStyle/>
          <a:p>
            <a:pPr marL="280121" marR="0" lvl="0" indent="-191416"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568" b="0" i="0" u="none" strike="noStrike" kern="0" cap="none" spc="0" normalizeH="0" baseline="0" noProof="0" dirty="0">
                <a:ln>
                  <a:noFill/>
                </a:ln>
                <a:solidFill>
                  <a:srgbClr val="171717"/>
                </a:solidFill>
                <a:effectLst/>
                <a:uLnTx/>
                <a:uFillTx/>
                <a:latin typeface="Segoe UI" panose="020B0502040204020203" pitchFamily="34" charset="0"/>
                <a:ea typeface="Yu Gothic UI"/>
              </a:rPr>
              <a:t>システムが機能し動作している時間の割合。</a:t>
            </a:r>
            <a:endParaRPr kumimoji="0" lang="en-US" altLang="ja-JP" sz="1568" b="0" i="0" u="none" strike="noStrike" kern="0" cap="none" spc="0" normalizeH="0" baseline="0" noProof="0" dirty="0">
              <a:ln>
                <a:noFill/>
              </a:ln>
              <a:solidFill>
                <a:srgbClr val="000000"/>
              </a:solidFill>
              <a:effectLst/>
              <a:uLnTx/>
              <a:uFillTx/>
              <a:latin typeface="Segoe UI"/>
              <a:ea typeface="Yu Gothic UI"/>
            </a:endParaRPr>
          </a:p>
          <a:p>
            <a:pPr marL="280121" marR="0" lvl="0" indent="-191416"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568" b="0" i="0" u="none" strike="noStrike" kern="0" cap="none" spc="0" normalizeH="0" baseline="0" noProof="0" dirty="0">
                <a:ln>
                  <a:noFill/>
                </a:ln>
                <a:solidFill>
                  <a:srgbClr val="000000"/>
                </a:solidFill>
                <a:effectLst/>
                <a:uLnTx/>
                <a:uFillTx/>
                <a:latin typeface="Segoe UI"/>
                <a:ea typeface="Yu Gothic UI"/>
              </a:rPr>
              <a:t>マルチ </a:t>
            </a:r>
            <a:r>
              <a:rPr kumimoji="0" lang="en-US" altLang="ja-JP" sz="1568" b="0" i="0" u="none" strike="noStrike" kern="0" cap="none" spc="0" normalizeH="0" baseline="0" noProof="0" dirty="0">
                <a:ln>
                  <a:noFill/>
                </a:ln>
                <a:solidFill>
                  <a:srgbClr val="000000"/>
                </a:solidFill>
                <a:effectLst/>
                <a:uLnTx/>
                <a:uFillTx/>
                <a:latin typeface="Segoe UI"/>
                <a:ea typeface="Yu Gothic UI"/>
              </a:rPr>
              <a:t>AZ</a:t>
            </a:r>
            <a:r>
              <a:rPr kumimoji="0" lang="ja-JP" altLang="en-US" sz="1568" b="0" i="0" u="none" strike="noStrike" kern="0" cap="none" spc="0" normalizeH="0" baseline="0" noProof="0" dirty="0">
                <a:ln>
                  <a:noFill/>
                </a:ln>
                <a:solidFill>
                  <a:srgbClr val="000000"/>
                </a:solidFill>
                <a:effectLst/>
                <a:uLnTx/>
                <a:uFillTx/>
                <a:latin typeface="Segoe UI"/>
                <a:ea typeface="Yu Gothic UI"/>
              </a:rPr>
              <a:t> 構成などを用いた冗長性の高いシステム</a:t>
            </a:r>
            <a:br>
              <a:rPr kumimoji="0" lang="en-US" altLang="ja-JP" sz="1568" b="0" i="0" u="none" strike="noStrike" kern="0" cap="none" spc="0" normalizeH="0" baseline="0" noProof="0" dirty="0">
                <a:ln>
                  <a:noFill/>
                </a:ln>
                <a:solidFill>
                  <a:srgbClr val="000000"/>
                </a:solidFill>
                <a:effectLst/>
                <a:uLnTx/>
                <a:uFillTx/>
                <a:latin typeface="Segoe UI"/>
                <a:ea typeface="Yu Gothic UI"/>
              </a:rPr>
            </a:br>
            <a:r>
              <a:rPr kumimoji="0" lang="ja-JP" altLang="en-US" sz="1568" b="0" i="0" u="none" strike="noStrike" kern="0" cap="none" spc="0" normalizeH="0" baseline="0" noProof="0" dirty="0">
                <a:ln>
                  <a:noFill/>
                </a:ln>
                <a:solidFill>
                  <a:srgbClr val="000000"/>
                </a:solidFill>
                <a:effectLst/>
                <a:uLnTx/>
                <a:uFillTx/>
                <a:latin typeface="Segoe UI"/>
                <a:ea typeface="Yu Gothic UI"/>
              </a:rPr>
              <a:t>を設計することにより、可用性を確保する。</a:t>
            </a:r>
          </a:p>
        </p:txBody>
      </p:sp>
      <p:sp>
        <p:nvSpPr>
          <p:cNvPr id="113" name="Rectangle 35">
            <a:extLst>
              <a:ext uri="{FF2B5EF4-FFF2-40B4-BE49-F238E27FC236}">
                <a16:creationId xmlns:a16="http://schemas.microsoft.com/office/drawing/2014/main" id="{323B6389-783D-E976-5E6A-8CA4D8A03227}"/>
              </a:ext>
            </a:extLst>
          </p:cNvPr>
          <p:cNvSpPr>
            <a:spLocks noChangeArrowheads="1"/>
          </p:cNvSpPr>
          <p:nvPr/>
        </p:nvSpPr>
        <p:spPr bwMode="auto">
          <a:xfrm>
            <a:off x="7019545" y="4757928"/>
            <a:ext cx="4270370" cy="508891"/>
          </a:xfrm>
          <a:prstGeom prst="rect">
            <a:avLst/>
          </a:prstGeom>
          <a:solidFill>
            <a:srgbClr val="0078D4">
              <a:lumMod val="75000"/>
            </a:srgbClr>
          </a:solidFill>
          <a:ln w="12700">
            <a:noFill/>
            <a:miter lim="800000"/>
            <a:headEnd/>
            <a:tailEnd/>
          </a:ln>
          <a:effectLst/>
        </p:spPr>
        <p:txBody>
          <a:bodyPr wrap="none" lIns="35292" tIns="35292" rIns="35292" bIns="35292"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altLang="en-US" sz="1730" b="1" i="0" u="none" strike="noStrike" kern="0" cap="none" spc="0" normalizeH="0" baseline="0" noProof="0" dirty="0">
                <a:ln>
                  <a:noFill/>
                </a:ln>
                <a:solidFill>
                  <a:srgbClr val="FFFFFF"/>
                </a:solidFill>
                <a:effectLst/>
                <a:uLnTx/>
                <a:uFillTx/>
                <a:latin typeface="Segoe UI"/>
                <a:ea typeface="Yu Gothic UI"/>
              </a:rPr>
              <a:t>回復性 </a:t>
            </a:r>
            <a:r>
              <a:rPr kumimoji="0" lang="en-US" altLang="ja-JP" sz="1730" b="1" i="0" u="none" strike="noStrike" kern="0" cap="none" spc="0" normalizeH="0" baseline="0" noProof="0" dirty="0">
                <a:ln>
                  <a:noFill/>
                </a:ln>
                <a:solidFill>
                  <a:srgbClr val="FFFFFF"/>
                </a:solidFill>
                <a:effectLst/>
                <a:uLnTx/>
                <a:uFillTx/>
                <a:latin typeface="Segoe UI"/>
                <a:ea typeface="Yu Gothic UI"/>
              </a:rPr>
              <a:t>(resiliency)</a:t>
            </a:r>
          </a:p>
        </p:txBody>
      </p:sp>
      <p:sp>
        <p:nvSpPr>
          <p:cNvPr id="114" name="Rectangle 35">
            <a:extLst>
              <a:ext uri="{FF2B5EF4-FFF2-40B4-BE49-F238E27FC236}">
                <a16:creationId xmlns:a16="http://schemas.microsoft.com/office/drawing/2014/main" id="{DFA370D3-A360-BFE8-78C1-6FB9C2DD9D13}"/>
              </a:ext>
            </a:extLst>
          </p:cNvPr>
          <p:cNvSpPr>
            <a:spLocks noChangeArrowheads="1"/>
          </p:cNvSpPr>
          <p:nvPr/>
        </p:nvSpPr>
        <p:spPr bwMode="auto">
          <a:xfrm>
            <a:off x="7035979" y="5302050"/>
            <a:ext cx="4270370" cy="991685"/>
          </a:xfrm>
          <a:prstGeom prst="rect">
            <a:avLst/>
          </a:prstGeom>
          <a:noFill/>
          <a:ln w="12700">
            <a:solidFill>
              <a:srgbClr val="FFFFFF">
                <a:lumMod val="75000"/>
              </a:srgbClr>
            </a:solidFill>
            <a:miter lim="800000"/>
            <a:headEnd/>
            <a:tailEnd/>
          </a:ln>
          <a:effectLst/>
        </p:spPr>
        <p:txBody>
          <a:bodyPr wrap="none" lIns="35292" tIns="35292" rIns="35292" bIns="35292" anchor="ctr"/>
          <a:lstStyle/>
          <a:p>
            <a:pPr marL="280121" marR="0" lvl="0" indent="-191416"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568" b="0" i="0" u="none" strike="noStrike" kern="0" cap="none" spc="0" normalizeH="0" baseline="0" noProof="0" dirty="0">
                <a:ln>
                  <a:noFill/>
                </a:ln>
                <a:solidFill>
                  <a:srgbClr val="000000"/>
                </a:solidFill>
                <a:effectLst/>
                <a:uLnTx/>
                <a:uFillTx/>
                <a:latin typeface="Segoe UI"/>
                <a:ea typeface="Yu Gothic UI"/>
              </a:rPr>
              <a:t>障害から回復し、引き続き機能する能力。</a:t>
            </a:r>
            <a:endParaRPr kumimoji="0" lang="en-US" altLang="ja-JP" sz="1568" b="0" i="0" u="none" strike="noStrike" kern="0" cap="none" spc="0" normalizeH="0" baseline="0" noProof="0" dirty="0">
              <a:ln>
                <a:noFill/>
              </a:ln>
              <a:solidFill>
                <a:srgbClr val="000000"/>
              </a:solidFill>
              <a:effectLst/>
              <a:uLnTx/>
              <a:uFillTx/>
              <a:latin typeface="Segoe UI"/>
              <a:ea typeface="Yu Gothic UI"/>
            </a:endParaRPr>
          </a:p>
          <a:p>
            <a:pPr marL="280121" marR="0" lvl="0" indent="-191416"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568" b="0" i="0" u="none" strike="noStrike" kern="0" cap="none" spc="0" normalizeH="0" baseline="0" noProof="0" dirty="0">
                <a:ln>
                  <a:noFill/>
                </a:ln>
                <a:solidFill>
                  <a:srgbClr val="202124"/>
                </a:solidFill>
                <a:effectLst/>
                <a:uLnTx/>
                <a:uFillTx/>
                <a:latin typeface="arial" panose="020B0604020202020204" pitchFamily="34" charset="0"/>
                <a:ea typeface="Yu Gothic UI"/>
              </a:rPr>
              <a:t>ダウンタイムまたはデータの損失を回避するシステム</a:t>
            </a:r>
            <a:br>
              <a:rPr kumimoji="0" lang="en-US" altLang="ja-JP" sz="1568" b="0" i="0" u="none" strike="noStrike" kern="0" cap="none" spc="0" normalizeH="0" baseline="0" noProof="0" dirty="0">
                <a:ln>
                  <a:noFill/>
                </a:ln>
                <a:solidFill>
                  <a:srgbClr val="202124"/>
                </a:solidFill>
                <a:effectLst/>
                <a:uLnTx/>
                <a:uFillTx/>
                <a:latin typeface="arial" panose="020B0604020202020204" pitchFamily="34" charset="0"/>
                <a:ea typeface="Yu Gothic UI"/>
              </a:rPr>
            </a:br>
            <a:r>
              <a:rPr kumimoji="0" lang="ja-JP" altLang="en-US" sz="1568" b="0" i="0" u="none" strike="noStrike" kern="0" cap="none" spc="0" normalizeH="0" baseline="0" noProof="0" dirty="0">
                <a:ln>
                  <a:noFill/>
                </a:ln>
                <a:solidFill>
                  <a:srgbClr val="202124"/>
                </a:solidFill>
                <a:effectLst/>
                <a:uLnTx/>
                <a:uFillTx/>
                <a:latin typeface="arial" panose="020B0604020202020204" pitchFamily="34" charset="0"/>
                <a:ea typeface="Yu Gothic UI"/>
              </a:rPr>
              <a:t>を設計することにより、回復性を確保する。</a:t>
            </a:r>
            <a:endParaRPr kumimoji="0" lang="en-US" altLang="ja-JP" sz="1568" b="0" i="0" u="none" strike="noStrike" kern="0" cap="none" spc="0" normalizeH="0" baseline="0" noProof="0" dirty="0">
              <a:ln>
                <a:noFill/>
              </a:ln>
              <a:solidFill>
                <a:srgbClr val="000000"/>
              </a:solidFill>
              <a:effectLst/>
              <a:uLnTx/>
              <a:uFillTx/>
              <a:latin typeface="Segoe UI"/>
              <a:ea typeface="Yu Gothic UI"/>
            </a:endParaRPr>
          </a:p>
        </p:txBody>
      </p:sp>
      <p:sp>
        <p:nvSpPr>
          <p:cNvPr id="115" name="テキスト ボックス 114">
            <a:extLst>
              <a:ext uri="{FF2B5EF4-FFF2-40B4-BE49-F238E27FC236}">
                <a16:creationId xmlns:a16="http://schemas.microsoft.com/office/drawing/2014/main" id="{440F0585-A557-88D3-2BDC-BE8713123C4E}"/>
              </a:ext>
            </a:extLst>
          </p:cNvPr>
          <p:cNvSpPr txBox="1"/>
          <p:nvPr/>
        </p:nvSpPr>
        <p:spPr>
          <a:xfrm>
            <a:off x="270865" y="6446967"/>
            <a:ext cx="11010111" cy="301727"/>
          </a:xfrm>
          <a:prstGeom prst="rect">
            <a:avLst/>
          </a:prstGeom>
          <a:noFill/>
        </p:spPr>
        <p:txBody>
          <a:bodyPr wrap="square">
            <a:spAutoFit/>
          </a:bodyPr>
          <a:lstStyle/>
          <a:p>
            <a:pPr defTabSz="914367" rtl="0"/>
            <a:r>
              <a:rPr lang="ja-JP" altLang="en-US" sz="1372" dirty="0">
                <a:solidFill>
                  <a:srgbClr val="000000"/>
                </a:solidFill>
                <a:latin typeface="Segoe UI"/>
                <a:ea typeface="Yu Gothic UI"/>
              </a:rPr>
              <a:t>信頼性の重要な要素の概要</a:t>
            </a:r>
            <a:r>
              <a:rPr lang="en-US" altLang="ja-JP" sz="1372" dirty="0">
                <a:solidFill>
                  <a:srgbClr val="000000"/>
                </a:solidFill>
                <a:latin typeface="Segoe UI"/>
                <a:ea typeface="Yu Gothic UI"/>
              </a:rPr>
              <a:t>: </a:t>
            </a:r>
            <a:r>
              <a:rPr lang="en-US" altLang="ja-JP" sz="1372" dirty="0">
                <a:solidFill>
                  <a:srgbClr val="000000"/>
                </a:solidFill>
                <a:latin typeface="Segoe UI"/>
                <a:ea typeface="Yu Gothic UI"/>
                <a:hlinkClick r:id="rId3"/>
              </a:rPr>
              <a:t>https://docs.microsoft.com/ja-jp/azure/architecture/framework/resiliency/overview</a:t>
            </a:r>
            <a:endParaRPr lang="ja-JP" altLang="en-US" sz="1372" dirty="0">
              <a:solidFill>
                <a:srgbClr val="000000"/>
              </a:solidFill>
              <a:latin typeface="Segoe UI"/>
              <a:ea typeface="Yu Gothic UI"/>
            </a:endParaRPr>
          </a:p>
        </p:txBody>
      </p:sp>
      <p:grpSp>
        <p:nvGrpSpPr>
          <p:cNvPr id="116" name="グループ化 115">
            <a:extLst>
              <a:ext uri="{FF2B5EF4-FFF2-40B4-BE49-F238E27FC236}">
                <a16:creationId xmlns:a16="http://schemas.microsoft.com/office/drawing/2014/main" id="{CC492725-CDB7-3152-B963-12BC9841C2AE}"/>
              </a:ext>
            </a:extLst>
          </p:cNvPr>
          <p:cNvGrpSpPr/>
          <p:nvPr/>
        </p:nvGrpSpPr>
        <p:grpSpPr>
          <a:xfrm>
            <a:off x="6956681" y="2300175"/>
            <a:ext cx="4378722" cy="408917"/>
            <a:chOff x="4279168" y="2323926"/>
            <a:chExt cx="7283533" cy="417117"/>
          </a:xfrm>
        </p:grpSpPr>
        <p:sp>
          <p:nvSpPr>
            <p:cNvPr id="117" name="Rectangle 35">
              <a:extLst>
                <a:ext uri="{FF2B5EF4-FFF2-40B4-BE49-F238E27FC236}">
                  <a16:creationId xmlns:a16="http://schemas.microsoft.com/office/drawing/2014/main" id="{62F06553-15CB-1F5E-7915-8EAB83C35751}"/>
                </a:ext>
              </a:extLst>
            </p:cNvPr>
            <p:cNvSpPr>
              <a:spLocks noChangeArrowheads="1"/>
            </p:cNvSpPr>
            <p:nvPr/>
          </p:nvSpPr>
          <p:spPr bwMode="auto">
            <a:xfrm>
              <a:off x="4279168" y="2323926"/>
              <a:ext cx="7283533" cy="417117"/>
            </a:xfrm>
            <a:prstGeom prst="rect">
              <a:avLst/>
            </a:prstGeom>
            <a:noFill/>
            <a:ln w="12700">
              <a:noFill/>
              <a:miter lim="800000"/>
              <a:headEnd/>
              <a:tailEnd/>
            </a:ln>
            <a:effectLst/>
          </p:spPr>
          <p:txBody>
            <a:bodyPr wrap="none" lIns="35292" tIns="35292" rIns="35292" bIns="35292" anchor="ct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ja-JP" altLang="en-US" sz="1568" b="1" i="0" u="none" strike="noStrike" kern="0" cap="none" spc="0" normalizeH="0" baseline="0" noProof="0" dirty="0">
                  <a:ln>
                    <a:noFill/>
                  </a:ln>
                  <a:solidFill>
                    <a:srgbClr val="000000"/>
                  </a:solidFill>
                  <a:effectLst/>
                  <a:uLnTx/>
                  <a:uFillTx/>
                  <a:latin typeface="Segoe UI"/>
                  <a:ea typeface="Yu Gothic UI"/>
                </a:rPr>
                <a:t>信頼性を確保するための要素</a:t>
              </a:r>
            </a:p>
          </p:txBody>
        </p:sp>
        <p:cxnSp>
          <p:nvCxnSpPr>
            <p:cNvPr id="118" name="直線コネクタ 117">
              <a:extLst>
                <a:ext uri="{FF2B5EF4-FFF2-40B4-BE49-F238E27FC236}">
                  <a16:creationId xmlns:a16="http://schemas.microsoft.com/office/drawing/2014/main" id="{7107E75F-4DB0-5FB4-6DCB-D11410E307A7}"/>
                </a:ext>
              </a:extLst>
            </p:cNvPr>
            <p:cNvCxnSpPr>
              <a:cxnSpLocks/>
            </p:cNvCxnSpPr>
            <p:nvPr/>
          </p:nvCxnSpPr>
          <p:spPr>
            <a:xfrm>
              <a:off x="4279168" y="2730450"/>
              <a:ext cx="7283533" cy="0"/>
            </a:xfrm>
            <a:prstGeom prst="line">
              <a:avLst/>
            </a:prstGeom>
            <a:noFill/>
            <a:ln w="19050" cap="flat" cmpd="sng" algn="ctr">
              <a:solidFill>
                <a:srgbClr val="000000"/>
              </a:solidFill>
              <a:prstDash val="solid"/>
              <a:headEnd type="none"/>
              <a:tailEnd type="none"/>
            </a:ln>
            <a:effectLst/>
          </p:spPr>
        </p:cxnSp>
      </p:grpSp>
      <p:cxnSp>
        <p:nvCxnSpPr>
          <p:cNvPr id="119" name="コネクタ: カギ線 13">
            <a:extLst>
              <a:ext uri="{FF2B5EF4-FFF2-40B4-BE49-F238E27FC236}">
                <a16:creationId xmlns:a16="http://schemas.microsoft.com/office/drawing/2014/main" id="{4E5D4804-96C3-C63E-2C49-D89CF4D1EEA4}"/>
              </a:ext>
            </a:extLst>
          </p:cNvPr>
          <p:cNvCxnSpPr>
            <a:cxnSpLocks/>
            <a:stCxn id="123" idx="3"/>
            <a:endCxn id="124" idx="1"/>
          </p:cNvCxnSpPr>
          <p:nvPr/>
        </p:nvCxnSpPr>
        <p:spPr>
          <a:xfrm flipV="1">
            <a:off x="5122143" y="3661501"/>
            <a:ext cx="1834539" cy="934639"/>
          </a:xfrm>
          <a:prstGeom prst="bentConnector3">
            <a:avLst/>
          </a:prstGeom>
          <a:noFill/>
          <a:ln w="9525" cap="flat" cmpd="sng" algn="ctr">
            <a:solidFill>
              <a:srgbClr val="000000"/>
            </a:solidFill>
            <a:prstDash val="solid"/>
            <a:headEnd type="none"/>
            <a:tailEnd type="triangle"/>
          </a:ln>
          <a:effectLst/>
        </p:spPr>
      </p:cxnSp>
      <p:cxnSp>
        <p:nvCxnSpPr>
          <p:cNvPr id="120" name="コネクタ: カギ線 14">
            <a:extLst>
              <a:ext uri="{FF2B5EF4-FFF2-40B4-BE49-F238E27FC236}">
                <a16:creationId xmlns:a16="http://schemas.microsoft.com/office/drawing/2014/main" id="{C6FFFF63-3B01-6E78-B9E8-2AA94794D8C7}"/>
              </a:ext>
            </a:extLst>
          </p:cNvPr>
          <p:cNvCxnSpPr>
            <a:cxnSpLocks/>
            <a:stCxn id="123" idx="3"/>
            <a:endCxn id="125" idx="1"/>
          </p:cNvCxnSpPr>
          <p:nvPr/>
        </p:nvCxnSpPr>
        <p:spPr>
          <a:xfrm>
            <a:off x="5122143" y="4596140"/>
            <a:ext cx="1834539" cy="934638"/>
          </a:xfrm>
          <a:prstGeom prst="bentConnector3">
            <a:avLst/>
          </a:prstGeom>
          <a:noFill/>
          <a:ln w="9525" cap="flat" cmpd="sng" algn="ctr">
            <a:solidFill>
              <a:srgbClr val="000000"/>
            </a:solidFill>
            <a:prstDash val="solid"/>
            <a:headEnd type="none"/>
            <a:tailEnd type="triangle"/>
          </a:ln>
          <a:effectLst/>
        </p:spPr>
      </p:cxnSp>
      <p:sp>
        <p:nvSpPr>
          <p:cNvPr id="121" name="Rectangle 35">
            <a:extLst>
              <a:ext uri="{FF2B5EF4-FFF2-40B4-BE49-F238E27FC236}">
                <a16:creationId xmlns:a16="http://schemas.microsoft.com/office/drawing/2014/main" id="{891A966F-44F0-D68E-CEB0-3CA51A8A65EF}"/>
              </a:ext>
            </a:extLst>
          </p:cNvPr>
          <p:cNvSpPr>
            <a:spLocks noChangeArrowheads="1"/>
          </p:cNvSpPr>
          <p:nvPr/>
        </p:nvSpPr>
        <p:spPr bwMode="auto">
          <a:xfrm>
            <a:off x="865055" y="3829856"/>
            <a:ext cx="4270370" cy="508891"/>
          </a:xfrm>
          <a:prstGeom prst="rect">
            <a:avLst/>
          </a:prstGeom>
          <a:solidFill>
            <a:srgbClr val="0078D4">
              <a:lumMod val="75000"/>
            </a:srgbClr>
          </a:solidFill>
          <a:ln w="12700">
            <a:noFill/>
            <a:miter lim="800000"/>
            <a:headEnd/>
            <a:tailEnd/>
          </a:ln>
          <a:effectLst/>
        </p:spPr>
        <p:txBody>
          <a:bodyPr wrap="none" lIns="35292" tIns="35292" rIns="35292" bIns="35292"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altLang="en-US" sz="1730" b="1" i="0" u="none" strike="noStrike" kern="0" cap="none" spc="0" normalizeH="0" baseline="0" noProof="0" dirty="0">
                <a:ln>
                  <a:noFill/>
                </a:ln>
                <a:solidFill>
                  <a:srgbClr val="FFFFFF"/>
                </a:solidFill>
                <a:effectLst/>
                <a:uLnTx/>
                <a:uFillTx/>
                <a:latin typeface="Segoe UI"/>
                <a:ea typeface="Yu Gothic UI"/>
              </a:rPr>
              <a:t>信頼性 </a:t>
            </a:r>
            <a:r>
              <a:rPr kumimoji="0" lang="en-US" altLang="ja-JP" sz="1730" b="1" i="0" u="none" strike="noStrike" kern="0" cap="none" spc="0" normalizeH="0" baseline="0" noProof="0" dirty="0">
                <a:ln>
                  <a:noFill/>
                </a:ln>
                <a:solidFill>
                  <a:srgbClr val="FFFFFF"/>
                </a:solidFill>
                <a:effectLst/>
                <a:uLnTx/>
                <a:uFillTx/>
                <a:latin typeface="Segoe UI"/>
                <a:ea typeface="Yu Gothic UI"/>
              </a:rPr>
              <a:t>(reliability)</a:t>
            </a:r>
          </a:p>
        </p:txBody>
      </p:sp>
      <p:sp>
        <p:nvSpPr>
          <p:cNvPr id="122" name="Rectangle 35">
            <a:extLst>
              <a:ext uri="{FF2B5EF4-FFF2-40B4-BE49-F238E27FC236}">
                <a16:creationId xmlns:a16="http://schemas.microsoft.com/office/drawing/2014/main" id="{73963126-E7A9-82AF-0896-9835A5819B72}"/>
              </a:ext>
            </a:extLst>
          </p:cNvPr>
          <p:cNvSpPr>
            <a:spLocks noChangeArrowheads="1"/>
          </p:cNvSpPr>
          <p:nvPr/>
        </p:nvSpPr>
        <p:spPr bwMode="auto">
          <a:xfrm>
            <a:off x="856026" y="4390473"/>
            <a:ext cx="4270370" cy="991685"/>
          </a:xfrm>
          <a:prstGeom prst="rect">
            <a:avLst/>
          </a:prstGeom>
          <a:noFill/>
          <a:ln w="12700">
            <a:solidFill>
              <a:srgbClr val="FFFFFF">
                <a:lumMod val="75000"/>
              </a:srgbClr>
            </a:solidFill>
            <a:miter lim="800000"/>
            <a:headEnd/>
            <a:tailEnd/>
          </a:ln>
          <a:effectLst/>
        </p:spPr>
        <p:txBody>
          <a:bodyPr wrap="none" lIns="35292" tIns="35292" rIns="35292" bIns="35292" anchor="ctr"/>
          <a:lstStyle/>
          <a:p>
            <a:pPr marL="280121" marR="0" lvl="0" indent="-191416"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568" b="0" i="0" u="none" strike="noStrike" kern="0" cap="none" spc="0" normalizeH="0" baseline="0" noProof="0" dirty="0">
                <a:ln>
                  <a:noFill/>
                </a:ln>
                <a:solidFill>
                  <a:srgbClr val="000000"/>
                </a:solidFill>
                <a:effectLst/>
                <a:uLnTx/>
                <a:uFillTx/>
                <a:latin typeface="Segoe UI"/>
                <a:ea typeface="Yu Gothic UI"/>
              </a:rPr>
              <a:t>期待される機能・役割を果たすことのできる能力。</a:t>
            </a:r>
            <a:endParaRPr kumimoji="0" lang="en-US" altLang="ja-JP" sz="1568" b="0" i="0" u="none" strike="noStrike" kern="0" cap="none" spc="0" normalizeH="0" baseline="0" noProof="0" dirty="0">
              <a:ln>
                <a:noFill/>
              </a:ln>
              <a:solidFill>
                <a:srgbClr val="000000"/>
              </a:solidFill>
              <a:effectLst/>
              <a:uLnTx/>
              <a:uFillTx/>
              <a:latin typeface="Segoe UI"/>
              <a:ea typeface="Yu Gothic UI"/>
            </a:endParaRPr>
          </a:p>
          <a:p>
            <a:pPr marL="280121" marR="0" lvl="0" indent="-191416"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568" b="0" i="0" u="none" strike="noStrike" kern="0" cap="none" spc="0" normalizeH="0" baseline="0" noProof="0" dirty="0">
                <a:ln>
                  <a:noFill/>
                </a:ln>
                <a:solidFill>
                  <a:srgbClr val="000000"/>
                </a:solidFill>
                <a:effectLst/>
                <a:uLnTx/>
                <a:uFillTx/>
                <a:latin typeface="Segoe UI"/>
                <a:ea typeface="Yu Gothic UI"/>
              </a:rPr>
              <a:t>可用性 </a:t>
            </a:r>
            <a:r>
              <a:rPr kumimoji="0" lang="en-US" altLang="ja-JP" sz="1568" b="0" i="0" u="none" strike="noStrike" kern="0" cap="none" spc="0" normalizeH="0" baseline="0" noProof="0" dirty="0">
                <a:ln>
                  <a:noFill/>
                </a:ln>
                <a:solidFill>
                  <a:srgbClr val="000000"/>
                </a:solidFill>
                <a:effectLst/>
                <a:uLnTx/>
                <a:uFillTx/>
                <a:latin typeface="Segoe UI"/>
                <a:ea typeface="Yu Gothic UI"/>
              </a:rPr>
              <a:t>×</a:t>
            </a:r>
            <a:r>
              <a:rPr kumimoji="0" lang="ja-JP" altLang="en-US" sz="1568" b="0" i="0" u="none" strike="noStrike" kern="0" cap="none" spc="0" normalizeH="0" baseline="0" noProof="0" dirty="0">
                <a:ln>
                  <a:noFill/>
                </a:ln>
                <a:solidFill>
                  <a:srgbClr val="000000"/>
                </a:solidFill>
                <a:effectLst/>
                <a:uLnTx/>
                <a:uFillTx/>
                <a:latin typeface="Segoe UI"/>
                <a:ea typeface="Yu Gothic UI"/>
              </a:rPr>
              <a:t> 信頼性 により定義される。</a:t>
            </a:r>
            <a:endParaRPr kumimoji="0" lang="en-US" altLang="ja-JP" sz="1568" b="0" i="0" u="none" strike="noStrike" kern="0" cap="none" spc="0" normalizeH="0" baseline="0" noProof="0" dirty="0">
              <a:ln>
                <a:noFill/>
              </a:ln>
              <a:solidFill>
                <a:srgbClr val="000000"/>
              </a:solidFill>
              <a:effectLst/>
              <a:uLnTx/>
              <a:uFillTx/>
              <a:latin typeface="Segoe UI"/>
              <a:ea typeface="Yu Gothic UI"/>
            </a:endParaRPr>
          </a:p>
        </p:txBody>
      </p:sp>
      <p:sp>
        <p:nvSpPr>
          <p:cNvPr id="123" name="正方形/長方形 122">
            <a:extLst>
              <a:ext uri="{FF2B5EF4-FFF2-40B4-BE49-F238E27FC236}">
                <a16:creationId xmlns:a16="http://schemas.microsoft.com/office/drawing/2014/main" id="{06683D25-0A1C-7FB4-42B8-2777D298173F}"/>
              </a:ext>
            </a:extLst>
          </p:cNvPr>
          <p:cNvSpPr/>
          <p:nvPr/>
        </p:nvSpPr>
        <p:spPr bwMode="auto">
          <a:xfrm>
            <a:off x="866349" y="4441372"/>
            <a:ext cx="4255794" cy="309535"/>
          </a:xfrm>
          <a:prstGeom prst="rect">
            <a:avLst/>
          </a:prstGeom>
          <a:noFill/>
          <a:ln w="1079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1" lang="ja-JP" altLang="en-US" sz="1730" b="0" i="0" u="none" strike="noStrike" kern="0" cap="none" spc="0" normalizeH="0" baseline="0" noProof="0" dirty="0">
              <a:ln>
                <a:noFill/>
              </a:ln>
              <a:solidFill>
                <a:srgbClr val="243A5E"/>
              </a:solidFill>
              <a:effectLst/>
              <a:uLnTx/>
              <a:uFillTx/>
              <a:latin typeface="Segoe UI"/>
              <a:ea typeface="Yu Gothic UI"/>
              <a:cs typeface="Segoe UI" pitchFamily="34" charset="0"/>
            </a:endParaRPr>
          </a:p>
        </p:txBody>
      </p:sp>
      <p:sp>
        <p:nvSpPr>
          <p:cNvPr id="124" name="正方形/長方形 123">
            <a:extLst>
              <a:ext uri="{FF2B5EF4-FFF2-40B4-BE49-F238E27FC236}">
                <a16:creationId xmlns:a16="http://schemas.microsoft.com/office/drawing/2014/main" id="{2C5132C5-2BF5-F3D9-E986-17A3E1190700}"/>
              </a:ext>
            </a:extLst>
          </p:cNvPr>
          <p:cNvSpPr/>
          <p:nvPr/>
        </p:nvSpPr>
        <p:spPr bwMode="auto">
          <a:xfrm>
            <a:off x="6956682" y="3506733"/>
            <a:ext cx="4472882" cy="309535"/>
          </a:xfrm>
          <a:prstGeom prst="rect">
            <a:avLst/>
          </a:prstGeom>
          <a:noFill/>
          <a:ln w="1079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1" lang="ja-JP" altLang="en-US" sz="1730" b="0" i="0" u="none" strike="noStrike" kern="0" cap="none" spc="0" normalizeH="0" baseline="0" noProof="0" dirty="0">
              <a:ln>
                <a:noFill/>
              </a:ln>
              <a:solidFill>
                <a:srgbClr val="243A5E"/>
              </a:solidFill>
              <a:effectLst/>
              <a:uLnTx/>
              <a:uFillTx/>
              <a:latin typeface="Segoe UI"/>
              <a:ea typeface="Yu Gothic UI"/>
              <a:cs typeface="Segoe UI" pitchFamily="34" charset="0"/>
            </a:endParaRPr>
          </a:p>
        </p:txBody>
      </p:sp>
      <p:sp>
        <p:nvSpPr>
          <p:cNvPr id="125" name="正方形/長方形 124">
            <a:extLst>
              <a:ext uri="{FF2B5EF4-FFF2-40B4-BE49-F238E27FC236}">
                <a16:creationId xmlns:a16="http://schemas.microsoft.com/office/drawing/2014/main" id="{0F6CB853-121C-EDD1-8744-A3A8D6776CD8}"/>
              </a:ext>
            </a:extLst>
          </p:cNvPr>
          <p:cNvSpPr/>
          <p:nvPr/>
        </p:nvSpPr>
        <p:spPr bwMode="auto">
          <a:xfrm>
            <a:off x="6956682" y="5376009"/>
            <a:ext cx="4472882" cy="309535"/>
          </a:xfrm>
          <a:prstGeom prst="rect">
            <a:avLst/>
          </a:prstGeom>
          <a:noFill/>
          <a:ln w="10795" cap="flat" cmpd="sng" algn="ctr">
            <a:noFill/>
            <a:prstDash val="solid"/>
            <a:headEnd type="none" w="med" len="med"/>
            <a:tailEnd type="none" w="med" len="med"/>
          </a:ln>
          <a:effectLst/>
        </p:spPr>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1" lang="ja-JP" altLang="en-US" sz="1730" b="0" i="0" u="none" strike="noStrike" kern="0" cap="none" spc="0" normalizeH="0" baseline="0" noProof="0" dirty="0">
              <a:ln>
                <a:noFill/>
              </a:ln>
              <a:solidFill>
                <a:srgbClr val="243A5E"/>
              </a:solidFill>
              <a:effectLst/>
              <a:uLnTx/>
              <a:uFillTx/>
              <a:latin typeface="Segoe UI"/>
              <a:ea typeface="Yu Gothic UI"/>
              <a:cs typeface="Segoe UI" pitchFamily="34" charset="0"/>
            </a:endParaRPr>
          </a:p>
        </p:txBody>
      </p:sp>
      <p:grpSp>
        <p:nvGrpSpPr>
          <p:cNvPr id="126" name="グループ化 125">
            <a:extLst>
              <a:ext uri="{FF2B5EF4-FFF2-40B4-BE49-F238E27FC236}">
                <a16:creationId xmlns:a16="http://schemas.microsoft.com/office/drawing/2014/main" id="{ED56A8DE-F1B0-BF98-DBC6-D918316FB725}"/>
              </a:ext>
            </a:extLst>
          </p:cNvPr>
          <p:cNvGrpSpPr/>
          <p:nvPr/>
        </p:nvGrpSpPr>
        <p:grpSpPr>
          <a:xfrm>
            <a:off x="824271" y="2300175"/>
            <a:ext cx="4378722" cy="408917"/>
            <a:chOff x="4279168" y="2323926"/>
            <a:chExt cx="7283533" cy="417117"/>
          </a:xfrm>
        </p:grpSpPr>
        <p:sp>
          <p:nvSpPr>
            <p:cNvPr id="127" name="Rectangle 35">
              <a:extLst>
                <a:ext uri="{FF2B5EF4-FFF2-40B4-BE49-F238E27FC236}">
                  <a16:creationId xmlns:a16="http://schemas.microsoft.com/office/drawing/2014/main" id="{2C9364BC-392E-DF95-53BE-6E12FE19AA51}"/>
                </a:ext>
              </a:extLst>
            </p:cNvPr>
            <p:cNvSpPr>
              <a:spLocks noChangeArrowheads="1"/>
            </p:cNvSpPr>
            <p:nvPr/>
          </p:nvSpPr>
          <p:spPr bwMode="auto">
            <a:xfrm>
              <a:off x="4279168" y="2323926"/>
              <a:ext cx="7283533" cy="417117"/>
            </a:xfrm>
            <a:prstGeom prst="rect">
              <a:avLst/>
            </a:prstGeom>
            <a:noFill/>
            <a:ln w="12700">
              <a:noFill/>
              <a:miter lim="800000"/>
              <a:headEnd/>
              <a:tailEnd/>
            </a:ln>
            <a:effectLst/>
          </p:spPr>
          <p:txBody>
            <a:bodyPr wrap="none" lIns="35292" tIns="35292" rIns="35292" bIns="35292" anchor="ct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ja-JP" altLang="en-US" sz="1568" b="1" i="0" u="none" strike="noStrike" kern="0" cap="none" spc="0" normalizeH="0" baseline="0" noProof="0" dirty="0">
                  <a:ln>
                    <a:noFill/>
                  </a:ln>
                  <a:solidFill>
                    <a:srgbClr val="000000"/>
                  </a:solidFill>
                  <a:effectLst/>
                  <a:uLnTx/>
                  <a:uFillTx/>
                  <a:latin typeface="Segoe UI"/>
                  <a:ea typeface="Yu Gothic UI"/>
                </a:rPr>
                <a:t>信頼性の説明</a:t>
              </a:r>
            </a:p>
          </p:txBody>
        </p:sp>
        <p:cxnSp>
          <p:nvCxnSpPr>
            <p:cNvPr id="128" name="直線コネクタ 127">
              <a:extLst>
                <a:ext uri="{FF2B5EF4-FFF2-40B4-BE49-F238E27FC236}">
                  <a16:creationId xmlns:a16="http://schemas.microsoft.com/office/drawing/2014/main" id="{DDA99142-711D-BC46-C4C5-09F67720A9CC}"/>
                </a:ext>
              </a:extLst>
            </p:cNvPr>
            <p:cNvCxnSpPr>
              <a:cxnSpLocks/>
            </p:cNvCxnSpPr>
            <p:nvPr/>
          </p:nvCxnSpPr>
          <p:spPr>
            <a:xfrm>
              <a:off x="4279168" y="2730450"/>
              <a:ext cx="7283533" cy="0"/>
            </a:xfrm>
            <a:prstGeom prst="line">
              <a:avLst/>
            </a:prstGeom>
            <a:noFill/>
            <a:ln w="19050" cap="flat" cmpd="sng" algn="ctr">
              <a:solidFill>
                <a:srgbClr val="000000"/>
              </a:solidFill>
              <a:prstDash val="solid"/>
              <a:headEnd type="none"/>
              <a:tailEnd type="none"/>
            </a:ln>
            <a:effectLst/>
          </p:spPr>
        </p:cxnSp>
      </p:grpSp>
    </p:spTree>
    <p:extLst>
      <p:ext uri="{BB962C8B-B14F-4D97-AF65-F5344CB8AC3E}">
        <p14:creationId xmlns:p14="http://schemas.microsoft.com/office/powerpoint/2010/main" val="1428332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529C8-941E-B6D5-C2D7-443B7E364BB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9457E88-04FF-6004-D85D-DFD6A18D644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冗長性確保の手法</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A2DB306-37B7-A6C2-024C-0ABAA056F94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324B0E6-FE33-79B7-D33A-1DF08EC314D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コンテンツ プレースホルダー 4">
            <a:extLst>
              <a:ext uri="{FF2B5EF4-FFF2-40B4-BE49-F238E27FC236}">
                <a16:creationId xmlns:a16="http://schemas.microsoft.com/office/drawing/2014/main" id="{CE65D8BB-7BDB-E771-FB81-45A26259BC65}"/>
              </a:ext>
            </a:extLst>
          </p:cNvPr>
          <p:cNvSpPr>
            <a:spLocks noGrp="1"/>
          </p:cNvSpPr>
          <p:nvPr>
            <p:ph idx="1"/>
          </p:nvPr>
        </p:nvSpPr>
        <p:spPr>
          <a:xfrm>
            <a:off x="838200" y="1323559"/>
            <a:ext cx="10515600" cy="4629564"/>
          </a:xfrm>
        </p:spPr>
        <p:txBody>
          <a:bodyPr>
            <a:normAutofit lnSpcReduction="10000"/>
          </a:bodyPr>
          <a:lstStyle/>
          <a:p>
            <a:pPr>
              <a:lnSpc>
                <a:spcPct val="100000"/>
              </a:lnSpc>
            </a:pPr>
            <a:r>
              <a:rPr lang="en-US" altLang="ja-JP" sz="2353" dirty="0"/>
              <a:t>“</a:t>
            </a:r>
            <a:r>
              <a:rPr lang="ja-JP" altLang="en-US" sz="2353"/>
              <a:t>単数</a:t>
            </a:r>
            <a:r>
              <a:rPr lang="en-US" altLang="ja-JP" sz="2353" dirty="0"/>
              <a:t>”</a:t>
            </a:r>
            <a:r>
              <a:rPr lang="ja-JP" altLang="en-US" sz="2353"/>
              <a:t> 配置よりも </a:t>
            </a:r>
            <a:r>
              <a:rPr lang="en-US" altLang="ja-JP" sz="2353" b="1" dirty="0">
                <a:solidFill>
                  <a:srgbClr val="D83B01"/>
                </a:solidFill>
              </a:rPr>
              <a:t>”</a:t>
            </a:r>
            <a:r>
              <a:rPr lang="ja-JP" altLang="en-US" sz="2353" b="1">
                <a:solidFill>
                  <a:srgbClr val="D83B01"/>
                </a:solidFill>
              </a:rPr>
              <a:t>複数分散</a:t>
            </a:r>
            <a:r>
              <a:rPr lang="en-US" altLang="ja-JP" sz="2353" b="1" dirty="0">
                <a:solidFill>
                  <a:srgbClr val="D83B01"/>
                </a:solidFill>
              </a:rPr>
              <a:t>”</a:t>
            </a:r>
            <a:r>
              <a:rPr lang="ja-JP" altLang="en-US" sz="2353"/>
              <a:t> 配置によってシステムを構築することで、可用性・冗長性を向上させることができる。</a:t>
            </a:r>
            <a:endParaRPr lang="en-US" altLang="ja-JP" sz="2353" dirty="0"/>
          </a:p>
          <a:p>
            <a:pPr lvl="1">
              <a:lnSpc>
                <a:spcPct val="100000"/>
              </a:lnSpc>
            </a:pPr>
            <a:endParaRPr lang="en-US" altLang="ja-JP" dirty="0"/>
          </a:p>
          <a:p>
            <a:pPr lvl="1">
              <a:spcBef>
                <a:spcPts val="0"/>
              </a:spcBef>
              <a:spcAft>
                <a:spcPts val="1176"/>
              </a:spcAft>
            </a:pPr>
            <a:r>
              <a:rPr lang="ja-JP" altLang="en-US" sz="2800" b="1"/>
              <a:t>複数分散配置</a:t>
            </a:r>
            <a:r>
              <a:rPr lang="ja-JP" altLang="en-US" sz="2800"/>
              <a:t>の例</a:t>
            </a:r>
            <a:r>
              <a:rPr lang="en-US" altLang="ja-JP" sz="2800" dirty="0"/>
              <a:t>:</a:t>
            </a:r>
          </a:p>
          <a:p>
            <a:pPr marL="560199" lvl="2" indent="-336145">
              <a:spcBef>
                <a:spcPts val="0"/>
              </a:spcBef>
              <a:spcAft>
                <a:spcPts val="1176"/>
              </a:spcAft>
              <a:buFont typeface="Arial" panose="020B0604020202020204" pitchFamily="34" charset="0"/>
              <a:buChar char="•"/>
            </a:pPr>
            <a:r>
              <a:rPr lang="en-US" altLang="ja-JP" sz="2353" dirty="0"/>
              <a:t>1 </a:t>
            </a:r>
            <a:r>
              <a:rPr lang="ja-JP" altLang="en-US" sz="2353"/>
              <a:t>つのノードではなく、複数のノードを配置する。 </a:t>
            </a:r>
            <a:r>
              <a:rPr lang="en-US" altLang="ja-JP" sz="2353" dirty="0"/>
              <a:t>(</a:t>
            </a:r>
            <a:r>
              <a:rPr lang="ja-JP" altLang="en-US" sz="2353"/>
              <a:t>複数の仮想マシン</a:t>
            </a:r>
            <a:r>
              <a:rPr lang="en-US" altLang="ja-JP" sz="2353" dirty="0"/>
              <a:t>)</a:t>
            </a:r>
          </a:p>
          <a:p>
            <a:pPr marL="560199" lvl="2" indent="-336145">
              <a:spcBef>
                <a:spcPts val="0"/>
              </a:spcBef>
              <a:spcAft>
                <a:spcPts val="1176"/>
              </a:spcAft>
              <a:buFont typeface="Arial" panose="020B0604020202020204" pitchFamily="34" charset="0"/>
              <a:buChar char="•"/>
            </a:pPr>
            <a:r>
              <a:rPr lang="ja-JP" altLang="en-US" sz="2353"/>
              <a:t>同じラックではなく、複数のラックを配置する。 </a:t>
            </a:r>
            <a:r>
              <a:rPr lang="en-US" altLang="ja-JP" sz="2353" dirty="0"/>
              <a:t>(</a:t>
            </a:r>
            <a:r>
              <a:rPr lang="ja-JP" altLang="en-US" sz="2353" b="1">
                <a:solidFill>
                  <a:srgbClr val="D83B01"/>
                </a:solidFill>
              </a:rPr>
              <a:t>可用性セット</a:t>
            </a:r>
            <a:r>
              <a:rPr lang="en-US" altLang="ja-JP" sz="2353" dirty="0"/>
              <a:t>)</a:t>
            </a:r>
          </a:p>
          <a:p>
            <a:pPr marL="560199" lvl="2" indent="-336145">
              <a:spcBef>
                <a:spcPts val="0"/>
              </a:spcBef>
              <a:spcAft>
                <a:spcPts val="1176"/>
              </a:spcAft>
              <a:buFont typeface="Arial" panose="020B0604020202020204" pitchFamily="34" charset="0"/>
              <a:buChar char="•"/>
            </a:pPr>
            <a:r>
              <a:rPr lang="ja-JP" altLang="en-US" sz="2353"/>
              <a:t>同じデータセンターではなく、複数のデータセンターに分散する。 </a:t>
            </a:r>
            <a:r>
              <a:rPr lang="en-US" altLang="ja-JP" sz="2353" dirty="0"/>
              <a:t>(</a:t>
            </a:r>
            <a:r>
              <a:rPr lang="ja-JP" altLang="en-US" sz="2353" b="1">
                <a:solidFill>
                  <a:srgbClr val="D83B01"/>
                </a:solidFill>
              </a:rPr>
              <a:t>可用性ゾーン</a:t>
            </a:r>
            <a:r>
              <a:rPr lang="en-US" altLang="ja-JP" sz="2353" dirty="0"/>
              <a:t>)</a:t>
            </a:r>
          </a:p>
          <a:p>
            <a:pPr marL="560199" lvl="2" indent="-336145">
              <a:spcBef>
                <a:spcPts val="0"/>
              </a:spcBef>
              <a:spcAft>
                <a:spcPts val="1176"/>
              </a:spcAft>
              <a:buFont typeface="Arial" panose="020B0604020202020204" pitchFamily="34" charset="0"/>
              <a:buChar char="•"/>
            </a:pPr>
            <a:r>
              <a:rPr lang="en-US" altLang="ja-JP" sz="2353" dirty="0"/>
              <a:t>1</a:t>
            </a:r>
            <a:r>
              <a:rPr lang="ja-JP" altLang="en-US" sz="2353"/>
              <a:t> つのリージョンよりも、複数のリージョンに分散する。 </a:t>
            </a:r>
            <a:r>
              <a:rPr lang="en-US" altLang="ja-JP" sz="2353" dirty="0"/>
              <a:t>(</a:t>
            </a:r>
            <a:r>
              <a:rPr lang="ja-JP" altLang="en-US" sz="2353" b="1">
                <a:solidFill>
                  <a:srgbClr val="D83B01"/>
                </a:solidFill>
              </a:rPr>
              <a:t>複数リージョン</a:t>
            </a:r>
            <a:r>
              <a:rPr lang="en-US" altLang="ja-JP" sz="2353" dirty="0"/>
              <a:t>)</a:t>
            </a:r>
          </a:p>
          <a:p>
            <a:pPr marL="784252" lvl="3" indent="-336145">
              <a:spcBef>
                <a:spcPts val="0"/>
              </a:spcBef>
              <a:spcAft>
                <a:spcPts val="1176"/>
              </a:spcAft>
              <a:buFont typeface="Arial" panose="020B0604020202020204" pitchFamily="34" charset="0"/>
              <a:buChar char="•"/>
            </a:pPr>
            <a:r>
              <a:rPr lang="en-US" altLang="ja-JP" sz="2157" dirty="0"/>
              <a:t>(</a:t>
            </a:r>
            <a:r>
              <a:rPr lang="ja-JP" altLang="en-US" sz="2157"/>
              <a:t>なお、複数リージョンでの分散では、すべてのリージョンで必要な </a:t>
            </a:r>
            <a:r>
              <a:rPr lang="en-US" altLang="ja-JP" sz="2157" dirty="0"/>
              <a:t>Azure </a:t>
            </a:r>
            <a:r>
              <a:rPr lang="ja-JP" altLang="en-US" sz="2157"/>
              <a:t>サービスが利用できることを事前に確認すること。</a:t>
            </a:r>
            <a:r>
              <a:rPr lang="en-US" altLang="ja-JP" sz="2157" dirty="0"/>
              <a:t>)</a:t>
            </a:r>
          </a:p>
          <a:p>
            <a:pPr lvl="2">
              <a:spcBef>
                <a:spcPts val="0"/>
              </a:spcBef>
              <a:spcAft>
                <a:spcPts val="1176"/>
              </a:spcAft>
            </a:pPr>
            <a:r>
              <a:rPr lang="en-US" altLang="ja-JP" sz="2353" dirty="0" err="1"/>
              <a:t>etc</a:t>
            </a:r>
            <a:r>
              <a:rPr lang="en-US" altLang="ja-JP" sz="2353" dirty="0"/>
              <a:t>…</a:t>
            </a:r>
          </a:p>
        </p:txBody>
      </p:sp>
      <p:sp>
        <p:nvSpPr>
          <p:cNvPr id="13" name="テキスト ボックス 12">
            <a:extLst>
              <a:ext uri="{FF2B5EF4-FFF2-40B4-BE49-F238E27FC236}">
                <a16:creationId xmlns:a16="http://schemas.microsoft.com/office/drawing/2014/main" id="{10EED385-E2EB-FD0C-8A64-C4D4FC9534D6}"/>
              </a:ext>
            </a:extLst>
          </p:cNvPr>
          <p:cNvSpPr txBox="1"/>
          <p:nvPr/>
        </p:nvSpPr>
        <p:spPr>
          <a:xfrm>
            <a:off x="277313" y="6344836"/>
            <a:ext cx="10957348" cy="301727"/>
          </a:xfrm>
          <a:prstGeom prst="rect">
            <a:avLst/>
          </a:prstGeom>
          <a:noFill/>
        </p:spPr>
        <p:txBody>
          <a:bodyPr wrap="square">
            <a:spAutoFit/>
          </a:bodyPr>
          <a:lstStyle/>
          <a:p>
            <a:pPr defTabSz="914367" rtl="0"/>
            <a:r>
              <a:rPr lang="ja-JP" altLang="en-US" sz="1372" dirty="0">
                <a:solidFill>
                  <a:srgbClr val="000000"/>
                </a:solidFill>
                <a:latin typeface="Segoe UI"/>
                <a:ea typeface="Yu Gothic UI"/>
              </a:rPr>
              <a:t>回復性と可用性に対応するように </a:t>
            </a:r>
            <a:r>
              <a:rPr lang="en-US" altLang="ja-JP" sz="1372" dirty="0">
                <a:solidFill>
                  <a:srgbClr val="000000"/>
                </a:solidFill>
                <a:latin typeface="Segoe UI"/>
                <a:ea typeface="Yu Gothic UI"/>
              </a:rPr>
              <a:t>Azure </a:t>
            </a:r>
            <a:r>
              <a:rPr lang="ja-JP" altLang="en-US" sz="1372" dirty="0">
                <a:solidFill>
                  <a:srgbClr val="000000"/>
                </a:solidFill>
                <a:latin typeface="Segoe UI"/>
                <a:ea typeface="Yu Gothic UI"/>
              </a:rPr>
              <a:t>アプリケーションを設計する</a:t>
            </a:r>
            <a:r>
              <a:rPr lang="en-US" altLang="ja-JP" sz="1372" dirty="0">
                <a:solidFill>
                  <a:srgbClr val="000000"/>
                </a:solidFill>
                <a:latin typeface="Segoe UI"/>
                <a:ea typeface="Yu Gothic UI"/>
              </a:rPr>
              <a:t>: </a:t>
            </a:r>
            <a:r>
              <a:rPr lang="en-US" altLang="ja-JP" sz="1372" dirty="0">
                <a:solidFill>
                  <a:srgbClr val="000000"/>
                </a:solidFill>
                <a:latin typeface="Segoe UI"/>
                <a:ea typeface="Yu Gothic UI"/>
                <a:hlinkClick r:id="rId3"/>
              </a:rPr>
              <a:t>https://docs.microsoft.com/ja-jp/azure/architecture/reliability/architect</a:t>
            </a:r>
            <a:endParaRPr lang="ja-JP" altLang="en-US" sz="1372" dirty="0">
              <a:solidFill>
                <a:srgbClr val="000000"/>
              </a:solidFill>
              <a:latin typeface="Segoe UI"/>
              <a:ea typeface="Yu Gothic UI"/>
            </a:endParaRPr>
          </a:p>
        </p:txBody>
      </p:sp>
    </p:spTree>
    <p:extLst>
      <p:ext uri="{BB962C8B-B14F-4D97-AF65-F5344CB8AC3E}">
        <p14:creationId xmlns:p14="http://schemas.microsoft.com/office/powerpoint/2010/main" val="1972743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1331-97AB-8C77-6C3C-D2E24EF1A6E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485726B-F7E1-5C80-2A44-53475F71803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回復性が重要となる理由</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9C0859D-E442-47FE-D886-91538186C89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461AEE5-B2E3-04CC-DBF8-FD4BFA73CEF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コンテンツ プレースホルダー 4">
            <a:extLst>
              <a:ext uri="{FF2B5EF4-FFF2-40B4-BE49-F238E27FC236}">
                <a16:creationId xmlns:a16="http://schemas.microsoft.com/office/drawing/2014/main" id="{E37D809A-AF9A-4B8E-8FC5-87E095E3ECD2}"/>
              </a:ext>
            </a:extLst>
          </p:cNvPr>
          <p:cNvSpPr>
            <a:spLocks noGrp="1"/>
          </p:cNvSpPr>
          <p:nvPr>
            <p:ph idx="1"/>
          </p:nvPr>
        </p:nvSpPr>
        <p:spPr>
          <a:xfrm>
            <a:off x="838200" y="1323559"/>
            <a:ext cx="10515600" cy="4629564"/>
          </a:xfrm>
        </p:spPr>
        <p:txBody>
          <a:bodyPr>
            <a:normAutofit/>
          </a:bodyPr>
          <a:lstStyle/>
          <a:p>
            <a:pPr marL="255588" marR="0" lvl="1" indent="0" algn="l" defTabSz="932742" rtl="0" eaLnBrk="1" fontAlgn="auto" latinLnBrk="0" hangingPunct="1">
              <a:lnSpc>
                <a:spcPct val="100000"/>
              </a:lnSpc>
              <a:spcBef>
                <a:spcPts val="0"/>
              </a:spcBef>
              <a:spcAft>
                <a:spcPts val="1176"/>
              </a:spcAft>
              <a:buClrTx/>
              <a:buSzPct val="90000"/>
              <a:buFont typeface="Wingdings" panose="05000000000000000000" pitchFamily="2" charset="2"/>
              <a:buNone/>
              <a:tabLst/>
              <a:defRPr/>
            </a:pPr>
            <a:r>
              <a:rPr kumimoji="1" lang="ja-JP" altLang="en-US" sz="2000" b="0" i="0" u="none" strike="noStrike" kern="1200" cap="none" spc="0" normalizeH="0" baseline="0" noProof="0">
                <a:ln>
                  <a:noFill/>
                </a:ln>
                <a:solidFill>
                  <a:srgbClr val="000000"/>
                </a:solidFill>
                <a:effectLst/>
                <a:uLnTx/>
                <a:uFillTx/>
                <a:latin typeface="Segoe UI"/>
                <a:ea typeface="Yu Gothic UI"/>
                <a:cs typeface="+mn-cs"/>
              </a:rPr>
              <a:t>クラウドにおいて回復性が重要となる背景は下記の通り。</a:t>
            </a:r>
            <a:endParaRPr kumimoji="1" lang="en-US" altLang="ja-JP" sz="200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1176"/>
              </a:spcAft>
              <a:buClrTx/>
              <a:buSzPct val="90000"/>
              <a:buFont typeface="Arial" panose="020B0604020202020204" pitchFamily="34" charset="0"/>
              <a:buChar char="•"/>
              <a:tabLst/>
              <a:defRPr/>
            </a:pPr>
            <a:r>
              <a:rPr kumimoji="1" lang="ja-JP" altLang="en-US" sz="1600" b="0" i="0" u="none" strike="noStrike" kern="1200" cap="none" spc="0" normalizeH="0" baseline="0" noProof="0">
                <a:ln>
                  <a:noFill/>
                </a:ln>
                <a:solidFill>
                  <a:srgbClr val="000000"/>
                </a:solidFill>
                <a:effectLst/>
                <a:uLnTx/>
                <a:uFillTx/>
                <a:latin typeface="Segoe UI"/>
                <a:ea typeface="Yu Gothic UI"/>
                <a:cs typeface="+mn-cs"/>
              </a:rPr>
              <a:t>分散システムは複雑で、</a:t>
            </a:r>
            <a:r>
              <a:rPr kumimoji="1" lang="en-US" altLang="ja-JP" sz="1600" b="0" i="0" u="none" strike="noStrike" kern="1200" cap="none" spc="0" normalizeH="0" baseline="0" noProof="0" dirty="0">
                <a:ln>
                  <a:noFill/>
                </a:ln>
                <a:solidFill>
                  <a:srgbClr val="000000"/>
                </a:solidFill>
                <a:effectLst/>
                <a:uLnTx/>
                <a:uFillTx/>
                <a:latin typeface="Segoe UI"/>
                <a:ea typeface="Yu Gothic UI"/>
                <a:cs typeface="+mn-cs"/>
              </a:rPr>
              <a:t>1 </a:t>
            </a:r>
            <a:r>
              <a:rPr kumimoji="1" lang="ja-JP" altLang="en-US" sz="1600" b="0" i="0" u="none" strike="noStrike" kern="1200" cap="none" spc="0" normalizeH="0" baseline="0" noProof="0">
                <a:ln>
                  <a:noFill/>
                </a:ln>
                <a:solidFill>
                  <a:srgbClr val="000000"/>
                </a:solidFill>
                <a:effectLst/>
                <a:uLnTx/>
                <a:uFillTx/>
                <a:latin typeface="Segoe UI"/>
                <a:ea typeface="Yu Gothic UI"/>
                <a:cs typeface="+mn-cs"/>
              </a:rPr>
              <a:t>か所での障害がシステム全体に連鎖する可能性がある。</a:t>
            </a:r>
          </a:p>
          <a:p>
            <a:pPr marL="560199" marR="0" lvl="2" indent="-336145" algn="l" defTabSz="932742" rtl="0" eaLnBrk="1" fontAlgn="auto" latinLnBrk="0" hangingPunct="1">
              <a:lnSpc>
                <a:spcPct val="100000"/>
              </a:lnSpc>
              <a:spcBef>
                <a:spcPts val="0"/>
              </a:spcBef>
              <a:spcAft>
                <a:spcPts val="1176"/>
              </a:spcAft>
              <a:buClrTx/>
              <a:buSzPct val="90000"/>
              <a:buFont typeface="Arial" panose="020B0604020202020204" pitchFamily="34" charset="0"/>
              <a:buChar char="•"/>
              <a:tabLst/>
              <a:defRPr/>
            </a:pPr>
            <a:r>
              <a:rPr kumimoji="1" lang="ja-JP" altLang="en-US" sz="1600" b="0" i="0" u="none" strike="noStrike" kern="1200" cap="none" spc="0" normalizeH="0" baseline="0" noProof="0">
                <a:ln>
                  <a:noFill/>
                </a:ln>
                <a:solidFill>
                  <a:srgbClr val="000000"/>
                </a:solidFill>
                <a:effectLst/>
                <a:uLnTx/>
                <a:uFillTx/>
                <a:latin typeface="Segoe UI"/>
                <a:ea typeface="Yu Gothic UI"/>
                <a:cs typeface="+mn-cs"/>
              </a:rPr>
              <a:t>クラウド環境のコストは、コモディティ化したハードウェアの使用によって低く保たれているため、ハードウェア障害が時折発生することは予想しておく必要がある。</a:t>
            </a:r>
            <a:endParaRPr kumimoji="1" lang="en-US" altLang="ja-JP" sz="160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1176"/>
              </a:spcAft>
              <a:buClrTx/>
              <a:buSzPct val="90000"/>
              <a:buFont typeface="Arial" panose="020B0604020202020204" pitchFamily="34" charset="0"/>
              <a:buChar char="•"/>
              <a:tabLst/>
              <a:defRPr/>
            </a:pPr>
            <a:r>
              <a:rPr kumimoji="1" lang="ja-JP" altLang="en-US" sz="1600" b="0" i="0" u="none" strike="noStrike" kern="1200" cap="none" spc="0" normalizeH="0" baseline="0" noProof="0">
                <a:ln>
                  <a:noFill/>
                </a:ln>
                <a:solidFill>
                  <a:srgbClr val="000000"/>
                </a:solidFill>
                <a:effectLst/>
                <a:uLnTx/>
                <a:uFillTx/>
                <a:latin typeface="Segoe UI"/>
                <a:ea typeface="Yu Gothic UI"/>
                <a:cs typeface="+mn-cs"/>
              </a:rPr>
              <a:t>アプリケーションは多くの場合、外部のサービスに依存しており、そのサービスは一時的に使用できなくなることや、利用量の多いユーザーに対しては容量を制限することがある。</a:t>
            </a:r>
          </a:p>
          <a:p>
            <a:pPr marL="560199" marR="0" lvl="2" indent="-336145" algn="l" defTabSz="932742" rtl="0" eaLnBrk="1" fontAlgn="auto" latinLnBrk="0" hangingPunct="1">
              <a:lnSpc>
                <a:spcPct val="100000"/>
              </a:lnSpc>
              <a:spcBef>
                <a:spcPts val="0"/>
              </a:spcBef>
              <a:spcAft>
                <a:spcPts val="1176"/>
              </a:spcAft>
              <a:buClrTx/>
              <a:buSzPct val="90000"/>
              <a:buFont typeface="Arial" panose="020B0604020202020204" pitchFamily="34" charset="0"/>
              <a:buChar char="•"/>
              <a:tabLst/>
              <a:defRPr/>
            </a:pPr>
            <a:r>
              <a:rPr kumimoji="1" lang="ja-JP" altLang="en-US" sz="1600" b="0" i="0" u="none" strike="noStrike" kern="1200" cap="none" spc="0" normalizeH="0" baseline="0" noProof="0">
                <a:ln>
                  <a:noFill/>
                </a:ln>
                <a:solidFill>
                  <a:srgbClr val="000000"/>
                </a:solidFill>
                <a:effectLst/>
                <a:uLnTx/>
                <a:uFillTx/>
                <a:latin typeface="Segoe UI"/>
                <a:ea typeface="Yu Gothic UI"/>
                <a:cs typeface="+mn-cs"/>
              </a:rPr>
              <a:t>今日のユーザーは、アプリケーションはオフラインにならず、毎日 </a:t>
            </a:r>
            <a:r>
              <a:rPr kumimoji="1" lang="en-US" altLang="ja-JP" sz="1600" b="0" i="0" u="none" strike="noStrike" kern="1200" cap="none" spc="0" normalizeH="0" baseline="0" noProof="0" dirty="0">
                <a:ln>
                  <a:noFill/>
                </a:ln>
                <a:solidFill>
                  <a:srgbClr val="000000"/>
                </a:solidFill>
                <a:effectLst/>
                <a:uLnTx/>
                <a:uFillTx/>
                <a:latin typeface="Segoe UI"/>
                <a:ea typeface="Yu Gothic UI"/>
                <a:cs typeface="+mn-cs"/>
              </a:rPr>
              <a:t>24 </a:t>
            </a:r>
            <a:r>
              <a:rPr kumimoji="1" lang="ja-JP" altLang="en-US" sz="1600" b="0" i="0" u="none" strike="noStrike" kern="1200" cap="none" spc="0" normalizeH="0" baseline="0" noProof="0">
                <a:ln>
                  <a:noFill/>
                </a:ln>
                <a:solidFill>
                  <a:srgbClr val="000000"/>
                </a:solidFill>
                <a:effectLst/>
                <a:uLnTx/>
                <a:uFillTx/>
                <a:latin typeface="Segoe UI"/>
                <a:ea typeface="Yu Gothic UI"/>
                <a:cs typeface="+mn-cs"/>
              </a:rPr>
              <a:t>時間使用できることを期待している。</a:t>
            </a:r>
            <a:endParaRPr kumimoji="1" lang="en-US" altLang="ja-JP" sz="160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endParaRPr kumimoji="1" lang="en-US" altLang="ja-JP" sz="1600" b="0" i="0" u="none" strike="noStrike" kern="1200" cap="none" spc="0" normalizeH="0" baseline="0" noProof="0" dirty="0">
              <a:ln>
                <a:noFill/>
              </a:ln>
              <a:solidFill>
                <a:srgbClr val="000000"/>
              </a:solidFill>
              <a:effectLst/>
              <a:uLnTx/>
              <a:uFillTx/>
              <a:latin typeface="Segoe UI"/>
              <a:ea typeface="Yu Gothic UI"/>
              <a:cs typeface="+mn-cs"/>
            </a:endParaRPr>
          </a:p>
          <a:p>
            <a:pPr marL="255588"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1" lang="en-US" altLang="ja-JP" sz="2000" b="0" i="0" u="none" strike="noStrike" kern="1200" cap="none" spc="0" normalizeH="0" baseline="0" noProof="0" dirty="0">
                <a:ln>
                  <a:noFill/>
                </a:ln>
                <a:solidFill>
                  <a:srgbClr val="0078D4"/>
                </a:solidFill>
                <a:effectLst/>
                <a:uLnTx/>
                <a:uFillTx/>
                <a:latin typeface="Segoe UI"/>
                <a:ea typeface="Yu Gothic UI"/>
                <a:cs typeface="+mn-cs"/>
              </a:rPr>
              <a:t>Azure </a:t>
            </a:r>
            <a:r>
              <a:rPr kumimoji="1" lang="ja-JP" altLang="en-US" sz="2000" b="0" i="0" u="none" strike="noStrike" kern="1200" cap="none" spc="0" normalizeH="0" baseline="0" noProof="0">
                <a:ln>
                  <a:noFill/>
                </a:ln>
                <a:solidFill>
                  <a:srgbClr val="0078D4"/>
                </a:solidFill>
                <a:effectLst/>
                <a:uLnTx/>
                <a:uFillTx/>
                <a:latin typeface="Segoe UI"/>
                <a:ea typeface="Yu Gothic UI"/>
                <a:cs typeface="+mn-cs"/>
              </a:rPr>
              <a:t>では、多くの回復性機能が予めプラットフォームに組み込まれているが、迅速かつ効率的に障害を検出して復旧することが、可用性の向上につながる。</a:t>
            </a:r>
            <a:endParaRPr kumimoji="1" lang="en-US" altLang="ja-JP" sz="2000" b="0" i="0" u="none" strike="noStrike" kern="1200" cap="none" spc="0" normalizeH="0" baseline="0" noProof="0" dirty="0">
              <a:ln>
                <a:noFill/>
              </a:ln>
              <a:solidFill>
                <a:srgbClr val="0078D4"/>
              </a:solidFill>
              <a:effectLst/>
              <a:uLnTx/>
              <a:uFillTx/>
              <a:latin typeface="Segoe UI"/>
              <a:ea typeface="Yu Gothic UI"/>
              <a:cs typeface="+mn-cs"/>
            </a:endParaRPr>
          </a:p>
          <a:p>
            <a:pPr marL="255588" marR="0" lvl="1"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1" lang="ja-JP" altLang="en-US" sz="2000" b="0" i="0" u="none" strike="noStrike" kern="1200" cap="none" spc="0" normalizeH="0" baseline="0" noProof="0">
                <a:ln>
                  <a:noFill/>
                </a:ln>
                <a:solidFill>
                  <a:srgbClr val="0078D4"/>
                </a:solidFill>
                <a:effectLst/>
                <a:uLnTx/>
                <a:uFillTx/>
                <a:latin typeface="Segoe UI"/>
                <a:ea typeface="Yu Gothic UI"/>
                <a:cs typeface="+mn-cs"/>
              </a:rPr>
              <a:t>そのため、アプリケーションでも一過性の障害の発生を予期し、障害から回復できるよう設計する必要がある。</a:t>
            </a:r>
            <a:endParaRPr kumimoji="1" lang="en-US" altLang="ja-JP" sz="2000" b="0" i="0" u="none" strike="noStrike" kern="1200" cap="none" spc="0" normalizeH="0" baseline="0" noProof="0" dirty="0">
              <a:ln>
                <a:noFill/>
              </a:ln>
              <a:solidFill>
                <a:srgbClr val="0078D4"/>
              </a:solidFill>
              <a:effectLst/>
              <a:uLnTx/>
              <a:uFillTx/>
              <a:latin typeface="Segoe UI"/>
              <a:ea typeface="Yu Gothic UI"/>
              <a:cs typeface="+mn-cs"/>
            </a:endParaRPr>
          </a:p>
          <a:p>
            <a:pPr marL="0" marR="0" lvl="0" indent="0" algn="l" defTabSz="932742" rtl="0" eaLnBrk="1" fontAlgn="auto" latinLnBrk="0" hangingPunct="1">
              <a:lnSpc>
                <a:spcPct val="100000"/>
              </a:lnSpc>
              <a:spcBef>
                <a:spcPts val="1224"/>
              </a:spcBef>
              <a:spcAft>
                <a:spcPts val="0"/>
              </a:spcAft>
              <a:buClr>
                <a:srgbClr val="000000"/>
              </a:buClr>
              <a:buSzPct val="90000"/>
              <a:buFont typeface="Wingdings" panose="05000000000000000000" pitchFamily="2" charset="2"/>
              <a:buNone/>
              <a:tabLst/>
              <a:defRPr/>
            </a:pPr>
            <a:endParaRPr kumimoji="1" lang="ja-JP" altLang="en-US" sz="2800" b="0" i="0" u="none" strike="noStrike" kern="1200" cap="none" spc="0" normalizeH="0" baseline="0" noProof="0" dirty="0">
              <a:ln>
                <a:noFill/>
              </a:ln>
              <a:solidFill>
                <a:srgbClr val="000000"/>
              </a:solidFill>
              <a:effectLst/>
              <a:uLnTx/>
              <a:uFillTx/>
              <a:latin typeface="Segoe UI" panose="020B0502040204020203" pitchFamily="34" charset="0"/>
              <a:ea typeface="Yu Gothic UI"/>
              <a:cs typeface="Segoe UI" panose="020B0502040204020203" pitchFamily="34" charset="0"/>
            </a:endParaRPr>
          </a:p>
        </p:txBody>
      </p:sp>
      <p:sp>
        <p:nvSpPr>
          <p:cNvPr id="5" name="テキスト ボックス 4">
            <a:extLst>
              <a:ext uri="{FF2B5EF4-FFF2-40B4-BE49-F238E27FC236}">
                <a16:creationId xmlns:a16="http://schemas.microsoft.com/office/drawing/2014/main" id="{1AB085F6-0EAD-A112-43AC-9029724A36AD}"/>
              </a:ext>
            </a:extLst>
          </p:cNvPr>
          <p:cNvSpPr txBox="1"/>
          <p:nvPr/>
        </p:nvSpPr>
        <p:spPr>
          <a:xfrm>
            <a:off x="270865" y="6353888"/>
            <a:ext cx="9649608" cy="301727"/>
          </a:xfrm>
          <a:prstGeom prst="rect">
            <a:avLst/>
          </a:prstGeom>
          <a:noFill/>
        </p:spPr>
        <p:txBody>
          <a:bodyPr wrap="square">
            <a:spAutoFit/>
          </a:bodyPr>
          <a:lstStyle/>
          <a:p>
            <a:pPr defTabSz="914367" rtl="0"/>
            <a:r>
              <a:rPr lang="ja-JP" altLang="en-US" sz="1372" dirty="0">
                <a:solidFill>
                  <a:srgbClr val="000000"/>
                </a:solidFill>
                <a:latin typeface="Segoe UI"/>
                <a:ea typeface="Yu Gothic UI"/>
              </a:rPr>
              <a:t>信頼性パターン</a:t>
            </a:r>
            <a:r>
              <a:rPr lang="en-US" altLang="ja-JP" sz="1372" dirty="0">
                <a:solidFill>
                  <a:srgbClr val="000000"/>
                </a:solidFill>
                <a:latin typeface="Segoe UI"/>
                <a:ea typeface="Yu Gothic UI"/>
              </a:rPr>
              <a:t>: </a:t>
            </a:r>
            <a:r>
              <a:rPr lang="en-US" altLang="ja-JP" sz="1372" dirty="0">
                <a:solidFill>
                  <a:srgbClr val="000000"/>
                </a:solidFill>
                <a:latin typeface="Segoe UI"/>
                <a:ea typeface="Yu Gothic UI"/>
                <a:hlinkClick r:id="rId3"/>
              </a:rPr>
              <a:t>https://docs.microsoft.com/ja-jp/azure/architecture/framework/resiliency/reliability-patterns</a:t>
            </a:r>
            <a:endParaRPr lang="ja-JP" altLang="en-US" sz="1372" dirty="0">
              <a:solidFill>
                <a:srgbClr val="000000"/>
              </a:solidFill>
              <a:latin typeface="Segoe UI"/>
              <a:ea typeface="Yu Gothic UI"/>
            </a:endParaRPr>
          </a:p>
        </p:txBody>
      </p:sp>
    </p:spTree>
    <p:extLst>
      <p:ext uri="{BB962C8B-B14F-4D97-AF65-F5344CB8AC3E}">
        <p14:creationId xmlns:p14="http://schemas.microsoft.com/office/powerpoint/2010/main" val="626606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A170-6185-DFE8-7688-F89A5C9659A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580B063-3201-64F9-5845-0363164FA2E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可用性を向上するための </a:t>
            </a:r>
            <a:r>
              <a:rPr lang="en-US" altLang="ja-JP" sz="2000" dirty="0"/>
              <a:t>Azure </a:t>
            </a:r>
            <a:r>
              <a:rPr lang="ja-JP" altLang="en-US" sz="2000"/>
              <a:t>の仕組み</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2066D4BD-B709-D3C8-3A51-F137605C4DC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E41179D-FF30-6BA4-1B9B-FA3611CF6BB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コンテンツ プレースホルダー 4">
            <a:extLst>
              <a:ext uri="{FF2B5EF4-FFF2-40B4-BE49-F238E27FC236}">
                <a16:creationId xmlns:a16="http://schemas.microsoft.com/office/drawing/2014/main" id="{CAA2BF30-F660-6D93-BA39-171D0EE7DEFE}"/>
              </a:ext>
            </a:extLst>
          </p:cNvPr>
          <p:cNvSpPr>
            <a:spLocks noGrp="1"/>
          </p:cNvSpPr>
          <p:nvPr>
            <p:ph idx="1"/>
          </p:nvPr>
        </p:nvSpPr>
        <p:spPr>
          <a:xfrm>
            <a:off x="838200" y="1323559"/>
            <a:ext cx="10515600" cy="4629564"/>
          </a:xfrm>
        </p:spPr>
        <p:txBody>
          <a:bodyPr>
            <a:normAutofit lnSpcReduction="10000"/>
          </a:bodyPr>
          <a:lstStyle/>
          <a:p>
            <a:pPr marL="255588" marR="0" lvl="1" indent="0" algn="l" defTabSz="932742" rtl="0" eaLnBrk="1" fontAlgn="auto" latinLnBrk="0" hangingPunct="1">
              <a:lnSpc>
                <a:spcPct val="100000"/>
              </a:lnSpc>
              <a:spcBef>
                <a:spcPts val="0"/>
              </a:spcBef>
              <a:spcAft>
                <a:spcPts val="588"/>
              </a:spcAft>
              <a:buClrTx/>
              <a:buSzPct val="90000"/>
              <a:buFont typeface="Wingdings" panose="05000000000000000000" pitchFamily="2" charset="2"/>
              <a:buNone/>
              <a:tabLst/>
              <a:defRPr/>
            </a:pPr>
            <a:r>
              <a:rPr kumimoji="1" lang="en-US" altLang="ja-JP" sz="2000" b="0" i="0" u="none" strike="noStrike" kern="1200" cap="none" spc="0" normalizeH="0" baseline="0" noProof="0" dirty="0">
                <a:ln>
                  <a:noFill/>
                </a:ln>
                <a:solidFill>
                  <a:srgbClr val="000000"/>
                </a:solidFill>
                <a:effectLst/>
                <a:uLnTx/>
                <a:uFillTx/>
                <a:latin typeface="Segoe UI"/>
                <a:ea typeface="Yu Gothic UI"/>
                <a:cs typeface="+mn-cs"/>
              </a:rPr>
              <a:t>Azure </a:t>
            </a:r>
            <a:r>
              <a:rPr kumimoji="1" lang="ja-JP" altLang="en-US" sz="2000" b="0" i="0" u="none" strike="noStrike" kern="1200" cap="none" spc="0" normalizeH="0" baseline="0" noProof="0">
                <a:ln>
                  <a:noFill/>
                </a:ln>
                <a:solidFill>
                  <a:srgbClr val="000000"/>
                </a:solidFill>
                <a:effectLst/>
                <a:uLnTx/>
                <a:uFillTx/>
                <a:latin typeface="Segoe UI"/>
                <a:ea typeface="Yu Gothic UI"/>
                <a:cs typeface="+mn-cs"/>
              </a:rPr>
              <a:t>には、可用性を向上させるための以下の仕組みが実装されている。</a:t>
            </a:r>
            <a:endParaRPr kumimoji="1" lang="en-US" altLang="ja-JP" sz="200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588"/>
              </a:spcAft>
              <a:buClrTx/>
              <a:buSzPct val="90000"/>
              <a:buFont typeface="Arial" panose="020B0604020202020204" pitchFamily="34" charset="0"/>
              <a:buChar char="•"/>
              <a:tabLst/>
              <a:defRPr/>
            </a:pPr>
            <a:endParaRPr kumimoji="1" lang="en-US" altLang="ja-JP" sz="49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588"/>
              </a:spcAft>
              <a:buClrTx/>
              <a:buSzPct val="90000"/>
              <a:buFont typeface="Arial" panose="020B0604020202020204" pitchFamily="34" charset="0"/>
              <a:buChar char="•"/>
              <a:tabLst/>
              <a:defRPr/>
            </a:pPr>
            <a:r>
              <a:rPr kumimoji="1" lang="ja-JP" altLang="en-US" sz="1800" b="1" i="0" u="sng" strike="noStrike" kern="1200" cap="none" spc="0" normalizeH="0" baseline="0" noProof="0">
                <a:ln>
                  <a:noFill/>
                </a:ln>
                <a:solidFill>
                  <a:srgbClr val="0078D4"/>
                </a:solidFill>
                <a:effectLst/>
                <a:uLnTx/>
                <a:uFillTx/>
                <a:latin typeface="Segoe UI"/>
                <a:ea typeface="Yu Gothic UI"/>
                <a:cs typeface="+mn-cs"/>
              </a:rPr>
              <a:t>可用性セット </a:t>
            </a:r>
            <a:r>
              <a:rPr kumimoji="1" lang="en-US" altLang="ja-JP" sz="1800" b="1" i="0" u="sng" strike="noStrike" kern="1200" cap="none" spc="0" normalizeH="0" baseline="0" noProof="0" dirty="0">
                <a:ln>
                  <a:noFill/>
                </a:ln>
                <a:solidFill>
                  <a:srgbClr val="0078D4"/>
                </a:solidFill>
                <a:effectLst/>
                <a:uLnTx/>
                <a:uFillTx/>
                <a:latin typeface="Segoe UI"/>
                <a:ea typeface="Yu Gothic UI"/>
                <a:cs typeface="+mn-cs"/>
              </a:rPr>
              <a:t>(VM </a:t>
            </a:r>
            <a:r>
              <a:rPr kumimoji="1" lang="ja-JP" altLang="en-US" sz="1800" b="1" i="0" u="sng" strike="noStrike" kern="1200" cap="none" spc="0" normalizeH="0" baseline="0" noProof="0">
                <a:ln>
                  <a:noFill/>
                </a:ln>
                <a:solidFill>
                  <a:srgbClr val="0078D4"/>
                </a:solidFill>
                <a:effectLst/>
                <a:uLnTx/>
                <a:uFillTx/>
                <a:latin typeface="Segoe UI"/>
                <a:ea typeface="Yu Gothic UI"/>
                <a:cs typeface="+mn-cs"/>
              </a:rPr>
              <a:t>や </a:t>
            </a:r>
            <a:r>
              <a:rPr kumimoji="1" lang="en-US" altLang="ja-JP" sz="1800" b="1" i="0" u="sng" strike="noStrike" kern="1200" cap="none" spc="0" normalizeH="0" baseline="0" noProof="0" dirty="0">
                <a:ln>
                  <a:noFill/>
                </a:ln>
                <a:solidFill>
                  <a:srgbClr val="0078D4"/>
                </a:solidFill>
                <a:effectLst/>
                <a:uLnTx/>
                <a:uFillTx/>
                <a:latin typeface="Segoe UI"/>
                <a:ea typeface="Yu Gothic UI"/>
                <a:cs typeface="+mn-cs"/>
              </a:rPr>
              <a:t>Disk </a:t>
            </a:r>
            <a:r>
              <a:rPr kumimoji="1" lang="ja-JP" altLang="en-US" sz="1800" b="1" i="0" u="sng" strike="noStrike" kern="1200" cap="none" spc="0" normalizeH="0" baseline="0" noProof="0">
                <a:ln>
                  <a:noFill/>
                </a:ln>
                <a:solidFill>
                  <a:srgbClr val="0078D4"/>
                </a:solidFill>
                <a:effectLst/>
                <a:uLnTx/>
                <a:uFillTx/>
                <a:latin typeface="Segoe UI"/>
                <a:ea typeface="Yu Gothic UI"/>
                <a:cs typeface="+mn-cs"/>
              </a:rPr>
              <a:t>ストレージ向け</a:t>
            </a:r>
            <a:r>
              <a:rPr kumimoji="1" lang="en-US" altLang="ja-JP" sz="1800" b="1" i="0" u="sng" strike="noStrike" kern="1200" cap="none" spc="0" normalizeH="0" baseline="0" noProof="0" dirty="0">
                <a:ln>
                  <a:noFill/>
                </a:ln>
                <a:solidFill>
                  <a:srgbClr val="0078D4"/>
                </a:solidFill>
                <a:effectLst/>
                <a:uLnTx/>
                <a:uFillTx/>
                <a:latin typeface="Segoe UI"/>
                <a:ea typeface="Yu Gothic UI"/>
                <a:cs typeface="+mn-cs"/>
              </a:rPr>
              <a:t>)</a:t>
            </a: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コンピューティング クラスター上の障害ドメインと更新ドメインに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VM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を自動的に分散。</a:t>
            </a: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マネージド ディスク使用時、ストレージ クラスターに同等の回復性を提供。</a:t>
            </a: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99.95</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 の可用性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SLA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を提供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(2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つ以上の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VM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の場合</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a:t>
            </a:r>
            <a:endParaRPr kumimoji="1" lang="en-US" altLang="ja-JP" sz="49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588"/>
              </a:spcAft>
              <a:buClrTx/>
              <a:buSzPct val="90000"/>
              <a:buFont typeface="Arial" panose="020B0604020202020204" pitchFamily="34" charset="0"/>
              <a:buChar char="•"/>
              <a:tabLst/>
              <a:defRPr/>
            </a:pPr>
            <a:r>
              <a:rPr kumimoji="1" lang="ja-JP" altLang="en-US" sz="1800" b="1" i="0" u="sng" strike="noStrike" kern="1200" cap="none" spc="0" normalizeH="0" baseline="0" noProof="0">
                <a:ln>
                  <a:noFill/>
                </a:ln>
                <a:solidFill>
                  <a:srgbClr val="0078D4"/>
                </a:solidFill>
                <a:effectLst/>
                <a:uLnTx/>
                <a:uFillTx/>
                <a:latin typeface="Segoe UI"/>
                <a:ea typeface="Yu Gothic UI"/>
                <a:cs typeface="+mn-cs"/>
              </a:rPr>
              <a:t>可用性ゾーン</a:t>
            </a:r>
            <a:endParaRPr kumimoji="1" lang="en-US" altLang="ja-JP" sz="1800" b="1" i="0" u="sng" strike="noStrike" kern="1200" cap="none" spc="0" normalizeH="0" baseline="0" noProof="0" dirty="0">
              <a:ln>
                <a:noFill/>
              </a:ln>
              <a:solidFill>
                <a:srgbClr val="0078D4"/>
              </a:solidFill>
              <a:effectLst/>
              <a:uLnTx/>
              <a:uFillTx/>
              <a:latin typeface="Segoe UI"/>
              <a:ea typeface="Yu Gothic UI"/>
              <a:cs typeface="+mn-cs"/>
            </a:endParaRP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Azure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リージョン内の物理的に独立したゾーン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(3</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 個</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a:t>
            </a:r>
            <a:endPar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endParaRP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異なる電源、異なるネットワーク、異なる冷却装置で稼働。</a:t>
            </a:r>
            <a:endParaRPr kumimoji="1" lang="en-US" altLang="ja-JP" sz="49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588"/>
              </a:spcAft>
              <a:buClrTx/>
              <a:buSzPct val="90000"/>
              <a:buFont typeface="Arial" panose="020B0604020202020204" pitchFamily="34" charset="0"/>
              <a:buChar char="•"/>
              <a:tabLst/>
              <a:defRPr/>
            </a:pPr>
            <a:r>
              <a:rPr kumimoji="1" lang="en-US" altLang="ja-JP" sz="1800" b="1" i="0" u="sng" strike="noStrike" kern="1200" cap="none" spc="0" normalizeH="0" baseline="0" noProof="0" dirty="0">
                <a:ln>
                  <a:noFill/>
                </a:ln>
                <a:solidFill>
                  <a:srgbClr val="0078D4"/>
                </a:solidFill>
                <a:effectLst/>
                <a:uLnTx/>
                <a:uFillTx/>
                <a:latin typeface="Segoe UI"/>
                <a:ea typeface="Yu Gothic UI"/>
                <a:cs typeface="+mn-cs"/>
              </a:rPr>
              <a:t>Azure Site Recovery</a:t>
            </a: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ビジネス継続性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(BC)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とディザスター リカバリー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(DR)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のニーズに応じて、</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VM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を別の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Azure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リージョンにレプリケートする仕組み。</a:t>
            </a:r>
            <a:endParaRPr kumimoji="1" lang="en-US" altLang="ja-JP" sz="490" b="0" i="0" u="none" strike="noStrike" kern="1200" cap="none" spc="0" normalizeH="0" baseline="0" noProof="0" dirty="0">
              <a:ln>
                <a:noFill/>
              </a:ln>
              <a:solidFill>
                <a:srgbClr val="000000"/>
              </a:solidFill>
              <a:effectLst/>
              <a:uLnTx/>
              <a:uFillTx/>
              <a:latin typeface="Segoe UI"/>
              <a:ea typeface="Yu Gothic UI"/>
              <a:cs typeface="+mn-cs"/>
            </a:endParaRPr>
          </a:p>
          <a:p>
            <a:pPr marL="560199" marR="0" lvl="2" indent="-336145" algn="l" defTabSz="932742" rtl="0" eaLnBrk="1" fontAlgn="auto" latinLnBrk="0" hangingPunct="1">
              <a:lnSpc>
                <a:spcPct val="100000"/>
              </a:lnSpc>
              <a:spcBef>
                <a:spcPts val="0"/>
              </a:spcBef>
              <a:spcAft>
                <a:spcPts val="588"/>
              </a:spcAft>
              <a:buClrTx/>
              <a:buSzPct val="90000"/>
              <a:buFont typeface="Arial" panose="020B0604020202020204" pitchFamily="34" charset="0"/>
              <a:buChar char="•"/>
              <a:tabLst/>
              <a:defRPr/>
            </a:pPr>
            <a:r>
              <a:rPr kumimoji="1" lang="ja-JP" altLang="en-US" sz="1800" b="1" i="0" u="sng" strike="noStrike" kern="1200" cap="none" spc="0" normalizeH="0" baseline="0" noProof="0">
                <a:ln>
                  <a:noFill/>
                </a:ln>
                <a:solidFill>
                  <a:srgbClr val="0078D4"/>
                </a:solidFill>
                <a:effectLst/>
                <a:uLnTx/>
                <a:uFillTx/>
                <a:latin typeface="Segoe UI"/>
                <a:ea typeface="Yu Gothic UI"/>
                <a:cs typeface="+mn-cs"/>
              </a:rPr>
              <a:t>リージョン ペア</a:t>
            </a:r>
            <a:endParaRPr kumimoji="1" lang="en-US" altLang="ja-JP" sz="1800" b="1" i="0" u="sng" strike="noStrike" kern="1200" cap="none" spc="0" normalizeH="0" baseline="0" noProof="0" dirty="0">
              <a:ln>
                <a:noFill/>
              </a:ln>
              <a:solidFill>
                <a:srgbClr val="0078D4"/>
              </a:solidFill>
              <a:effectLst/>
              <a:uLnTx/>
              <a:uFillTx/>
              <a:latin typeface="Segoe UI"/>
              <a:ea typeface="Yu Gothic UI"/>
              <a:cs typeface="+mn-cs"/>
            </a:endParaRP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同じ地域内の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2</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 個のリージョンで構成。</a:t>
            </a: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リージョン ペアに対する計画メンテナンスは、各ペアのリージョン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1</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 個づつ順に実施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同時ではない</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a:t>
            </a:r>
          </a:p>
          <a:p>
            <a:pPr marL="784252" marR="0" lvl="3" indent="-336145" algn="l" defTabSz="932742" rtl="0" eaLnBrk="1" fontAlgn="auto" latinLnBrk="0" hangingPunct="1">
              <a:lnSpc>
                <a:spcPct val="100000"/>
              </a:lnSpc>
              <a:spcBef>
                <a:spcPts val="0"/>
              </a:spcBef>
              <a:spcAft>
                <a:spcPts val="588"/>
              </a:spcAft>
              <a:buClrTx/>
              <a:buSzPct val="90000"/>
              <a:buFont typeface="UD Digi Kyokasho NK-R" panose="02020400000000000000" pitchFamily="18" charset="-128"/>
              <a:buChar char="-"/>
              <a:tabLst/>
              <a:defRPr/>
            </a:pP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停止によって複数のリージョンに影響がある場合、各ペアの少なくとも </a:t>
            </a:r>
            <a:r>
              <a:rPr kumimoji="1" lang="en-US" altLang="ja-JP" sz="1568" b="0" i="0" u="none" strike="noStrike" kern="1200" cap="none" spc="0" normalizeH="0" baseline="0" noProof="0" dirty="0">
                <a:ln>
                  <a:noFill/>
                </a:ln>
                <a:solidFill>
                  <a:srgbClr val="000000"/>
                </a:solidFill>
                <a:effectLst/>
                <a:uLnTx/>
                <a:uFillTx/>
                <a:latin typeface="Segoe UI"/>
                <a:ea typeface="Yu Gothic UI"/>
                <a:cs typeface="+mn-cs"/>
              </a:rPr>
              <a:t>1 </a:t>
            </a:r>
            <a:r>
              <a:rPr kumimoji="1" lang="ja-JP" altLang="en-US" sz="1568" b="0" i="0" u="none" strike="noStrike" kern="1200" cap="none" spc="0" normalizeH="0" baseline="0" noProof="0">
                <a:ln>
                  <a:noFill/>
                </a:ln>
                <a:solidFill>
                  <a:srgbClr val="000000"/>
                </a:solidFill>
                <a:effectLst/>
                <a:uLnTx/>
                <a:uFillTx/>
                <a:latin typeface="Segoe UI"/>
                <a:ea typeface="Yu Gothic UI"/>
                <a:cs typeface="+mn-cs"/>
              </a:rPr>
              <a:t>つのリージョンを優先的に復旧。</a:t>
            </a:r>
            <a:endParaRPr kumimoji="1" lang="ja-JP" altLang="en-US" sz="1568" b="0" i="0" u="none" strike="noStrike" kern="1200" cap="none" spc="0" normalizeH="0" baseline="0" noProof="0" dirty="0">
              <a:ln>
                <a:noFill/>
              </a:ln>
              <a:solidFill>
                <a:srgbClr val="000000"/>
              </a:solidFill>
              <a:effectLst/>
              <a:uLnTx/>
              <a:uFillTx/>
              <a:latin typeface="Segoe UI"/>
              <a:ea typeface="Yu Gothic UI"/>
              <a:cs typeface="+mn-cs"/>
            </a:endParaRPr>
          </a:p>
        </p:txBody>
      </p:sp>
      <p:sp>
        <p:nvSpPr>
          <p:cNvPr id="3" name="テキスト ボックス 2">
            <a:extLst>
              <a:ext uri="{FF2B5EF4-FFF2-40B4-BE49-F238E27FC236}">
                <a16:creationId xmlns:a16="http://schemas.microsoft.com/office/drawing/2014/main" id="{1EDBE62A-F813-A567-C3EE-162940EE950A}"/>
              </a:ext>
            </a:extLst>
          </p:cNvPr>
          <p:cNvSpPr txBox="1"/>
          <p:nvPr/>
        </p:nvSpPr>
        <p:spPr>
          <a:xfrm>
            <a:off x="1473425" y="6133857"/>
            <a:ext cx="11327384" cy="724143"/>
          </a:xfrm>
          <a:prstGeom prst="rect">
            <a:avLst/>
          </a:prstGeom>
          <a:noFill/>
        </p:spPr>
        <p:txBody>
          <a:bodyPr wrap="square">
            <a:spAutoFit/>
          </a:bodyPr>
          <a:lstStyle/>
          <a:p>
            <a:r>
              <a:rPr lang="ja-JP" altLang="en-US" sz="1372" dirty="0"/>
              <a:t>可用性セットの概要</a:t>
            </a:r>
            <a:r>
              <a:rPr lang="en-US" altLang="ja-JP" sz="1372" dirty="0"/>
              <a:t>: </a:t>
            </a:r>
            <a:r>
              <a:rPr lang="en-US" altLang="ja-JP" sz="1372" dirty="0">
                <a:hlinkClick r:id="rId3"/>
              </a:rPr>
              <a:t>https://docs.microsoft.com/ja-jp/azure/virtual-machines/availability-set-overview</a:t>
            </a:r>
            <a:endParaRPr lang="en-US" altLang="ja-JP" sz="1372" dirty="0"/>
          </a:p>
          <a:p>
            <a:r>
              <a:rPr lang="ja-JP" altLang="en-US" sz="1372" dirty="0"/>
              <a:t>リージョンと可用性ゾーン</a:t>
            </a:r>
            <a:r>
              <a:rPr lang="en-US" altLang="ja-JP" sz="1372" dirty="0"/>
              <a:t>: </a:t>
            </a:r>
            <a:r>
              <a:rPr lang="en-US" altLang="ja-JP" sz="1372" dirty="0">
                <a:hlinkClick r:id="rId4"/>
              </a:rPr>
              <a:t>https://docs.microsoft.com/ja-jp/azure/availability-zones/az-overview</a:t>
            </a:r>
            <a:endParaRPr lang="en-US" altLang="ja-JP" sz="1372" dirty="0"/>
          </a:p>
          <a:p>
            <a:r>
              <a:rPr lang="en-US" altLang="ja-JP" sz="1372" dirty="0"/>
              <a:t>Site Recovery </a:t>
            </a:r>
            <a:r>
              <a:rPr lang="ja-JP" altLang="en-US" sz="1372" dirty="0"/>
              <a:t>について</a:t>
            </a:r>
            <a:r>
              <a:rPr lang="en-US" altLang="ja-JP" sz="1372" dirty="0"/>
              <a:t>: </a:t>
            </a:r>
            <a:r>
              <a:rPr lang="en-US" altLang="ja-JP" sz="1372" dirty="0">
                <a:hlinkClick r:id="rId5"/>
              </a:rPr>
              <a:t>https://docs.microsoft.com/ja-jp/azure/site-recovery/site-recovery-overview</a:t>
            </a:r>
            <a:endParaRPr lang="ja-JP" altLang="en-US" sz="1372" dirty="0"/>
          </a:p>
        </p:txBody>
      </p:sp>
    </p:spTree>
    <p:extLst>
      <p:ext uri="{BB962C8B-B14F-4D97-AF65-F5344CB8AC3E}">
        <p14:creationId xmlns:p14="http://schemas.microsoft.com/office/powerpoint/2010/main" val="202522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2F739-F3D7-4554-50D1-D86B42B8509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BE41784-F64B-2D6B-941B-FD755583722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可用性セット</a:t>
            </a:r>
            <a:r>
              <a:rPr lang="en-US" altLang="ja-JP" sz="2000" dirty="0"/>
              <a:t> (Availability Set) </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2FCCFE6C-41CA-ADDE-F333-8030F21B854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FF99547-86CF-0F01-7D93-EED8FA2FF26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1" name="コンテンツ プレースホルダー 4">
            <a:extLst>
              <a:ext uri="{FF2B5EF4-FFF2-40B4-BE49-F238E27FC236}">
                <a16:creationId xmlns:a16="http://schemas.microsoft.com/office/drawing/2014/main" id="{F760F8AC-0ABA-C35B-2D0E-BA8E72B215E1}"/>
              </a:ext>
            </a:extLst>
          </p:cNvPr>
          <p:cNvSpPr>
            <a:spLocks noGrp="1"/>
          </p:cNvSpPr>
          <p:nvPr>
            <p:ph idx="1"/>
          </p:nvPr>
        </p:nvSpPr>
        <p:spPr>
          <a:xfrm>
            <a:off x="838200" y="1323559"/>
            <a:ext cx="10515600" cy="4629564"/>
          </a:xfrm>
        </p:spPr>
        <p:txBody>
          <a:bodyPr>
            <a:normAutofit/>
          </a:bodyPr>
          <a:lstStyle/>
          <a:p>
            <a:r>
              <a:rPr lang="en-US" altLang="ja-JP" dirty="0"/>
              <a:t>Azure </a:t>
            </a:r>
            <a:r>
              <a:rPr lang="ja-JP" altLang="en-US"/>
              <a:t>プラットフォームに定期メンテナンスを実施している間も、アプリケーションのインスタンスが常に </a:t>
            </a:r>
            <a:r>
              <a:rPr lang="en-US" altLang="ja-JP" dirty="0"/>
              <a:t>1 </a:t>
            </a:r>
            <a:r>
              <a:rPr lang="ja-JP" altLang="en-US"/>
              <a:t>つは稼働している状態を確保するためのしくみ</a:t>
            </a:r>
            <a:endParaRPr lang="ja-JP" altLang="en-US" sz="1400" dirty="0"/>
          </a:p>
        </p:txBody>
      </p:sp>
      <p:sp>
        <p:nvSpPr>
          <p:cNvPr id="7" name="コンテンツ プレースホルダー 1">
            <a:extLst>
              <a:ext uri="{FF2B5EF4-FFF2-40B4-BE49-F238E27FC236}">
                <a16:creationId xmlns:a16="http://schemas.microsoft.com/office/drawing/2014/main" id="{C9BAEB95-5189-8717-9B4B-9B7555F14799}"/>
              </a:ext>
            </a:extLst>
          </p:cNvPr>
          <p:cNvSpPr txBox="1">
            <a:spLocks/>
          </p:cNvSpPr>
          <p:nvPr/>
        </p:nvSpPr>
        <p:spPr>
          <a:xfrm>
            <a:off x="588263" y="2346841"/>
            <a:ext cx="5160108" cy="321934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224"/>
              </a:spcBef>
              <a:spcAft>
                <a:spcPts val="0"/>
              </a:spcAft>
              <a:buClr>
                <a:schemeClr val="tx1"/>
              </a:buClr>
              <a:buSzPct val="90000"/>
              <a:buFont typeface="Wingdings" panose="05000000000000000000" pitchFamily="2" charset="2"/>
              <a:buNone/>
              <a:tabLst/>
              <a:defRPr kumimoji="1" sz="2800" b="0" kern="1200" spc="0" baseline="0">
                <a:solidFill>
                  <a:schemeClr val="tx1"/>
                </a:solidFill>
                <a:latin typeface="Segoe UI" panose="020B0502040204020203" pitchFamily="34" charset="0"/>
                <a:ea typeface="+mn-ea"/>
                <a:cs typeface="Segoe UI" panose="020B0502040204020203" pitchFamily="34" charset="0"/>
              </a:defRPr>
            </a:lvl1pPr>
            <a:lvl2pPr marL="2555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2000" b="0" kern="1200" spc="0" baseline="0">
                <a:solidFill>
                  <a:schemeClr val="tx1"/>
                </a:solidFill>
                <a:latin typeface="+mn-lt"/>
                <a:ea typeface="+mn-ea"/>
                <a:cs typeface="+mn-cs"/>
              </a:defRPr>
            </a:lvl2pPr>
            <a:lvl3pPr marL="45085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600" b="0" kern="1200" spc="0" baseline="0">
                <a:solidFill>
                  <a:schemeClr val="tx1"/>
                </a:solidFill>
                <a:latin typeface="+mn-lt"/>
                <a:ea typeface="+mn-ea"/>
                <a:cs typeface="+mn-cs"/>
              </a:defRPr>
            </a:lvl3pPr>
            <a:lvl4pPr marL="65246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4pPr>
            <a:lvl5pPr marL="854075"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a:buClr>
                <a:srgbClr val="000000"/>
              </a:buClr>
            </a:pPr>
            <a:r>
              <a:rPr lang="ja-JP" altLang="en-US" sz="2400" b="1" dirty="0">
                <a:solidFill>
                  <a:srgbClr val="0078D4"/>
                </a:solidFill>
                <a:ea typeface="Yu Gothic UI"/>
              </a:rPr>
              <a:t>障害ドメイン</a:t>
            </a:r>
          </a:p>
          <a:p>
            <a:pPr lvl="1"/>
            <a:r>
              <a:rPr lang="ja-JP" altLang="en-US" dirty="0">
                <a:solidFill>
                  <a:srgbClr val="000000"/>
                </a:solidFill>
                <a:latin typeface="Segoe UI"/>
                <a:ea typeface="Yu Gothic UI"/>
              </a:rPr>
              <a:t>オンプレミスのデータ センター内のラックのように、共通の電源やネットワーク スイッチを共有する基盤となるハードウェアの論理グループ</a:t>
            </a:r>
            <a:endParaRPr lang="en-US" altLang="ja-JP" dirty="0">
              <a:solidFill>
                <a:srgbClr val="000000"/>
              </a:solidFill>
              <a:latin typeface="Segoe UI"/>
              <a:ea typeface="Yu Gothic UI"/>
            </a:endParaRPr>
          </a:p>
          <a:p>
            <a:pPr lvl="2"/>
            <a:endParaRPr lang="ja-JP" altLang="en-US" dirty="0">
              <a:solidFill>
                <a:srgbClr val="000000"/>
              </a:solidFill>
              <a:latin typeface="Segoe UI"/>
              <a:ea typeface="Yu Gothic UI"/>
            </a:endParaRPr>
          </a:p>
          <a:p>
            <a:pPr>
              <a:buClr>
                <a:srgbClr val="000000"/>
              </a:buClr>
            </a:pPr>
            <a:r>
              <a:rPr lang="ja-JP" altLang="en-US" sz="2400" b="1" dirty="0">
                <a:solidFill>
                  <a:srgbClr val="0078D4"/>
                </a:solidFill>
                <a:ea typeface="Yu Gothic UI"/>
              </a:rPr>
              <a:t>更新ドメイン</a:t>
            </a:r>
          </a:p>
          <a:p>
            <a:pPr lvl="1"/>
            <a:r>
              <a:rPr lang="ja-JP" altLang="en-US" dirty="0">
                <a:solidFill>
                  <a:srgbClr val="000000"/>
                </a:solidFill>
                <a:latin typeface="Segoe UI"/>
                <a:ea typeface="Yu Gothic UI"/>
              </a:rPr>
              <a:t>メンテナンスや再起動が同時に行われる可能性のある、基盤となるハードウェアの論理グループ</a:t>
            </a:r>
            <a:endParaRPr lang="en-US" altLang="ja-JP" dirty="0">
              <a:solidFill>
                <a:srgbClr val="000000"/>
              </a:solidFill>
              <a:latin typeface="Segoe UI"/>
              <a:ea typeface="Yu Gothic UI"/>
            </a:endParaRPr>
          </a:p>
          <a:p>
            <a:pPr lvl="1"/>
            <a:endParaRPr lang="en-US" altLang="ja-JP" dirty="0">
              <a:solidFill>
                <a:srgbClr val="000000"/>
              </a:solidFill>
              <a:latin typeface="Segoe UI"/>
              <a:ea typeface="Yu Gothic UI"/>
            </a:endParaRPr>
          </a:p>
        </p:txBody>
      </p:sp>
      <p:pic>
        <p:nvPicPr>
          <p:cNvPr id="8" name="Picture 2" descr="可用性セット">
            <a:extLst>
              <a:ext uri="{FF2B5EF4-FFF2-40B4-BE49-F238E27FC236}">
                <a16:creationId xmlns:a16="http://schemas.microsoft.com/office/drawing/2014/main" id="{5BF4D091-3CEA-0535-6978-4A99C1C65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0936" y="2252694"/>
            <a:ext cx="5511800" cy="3620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29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A32A4-7C02-A68E-C8D6-89D8925F5D2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7CE0562-0158-7424-F841-49FD773AA14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可用性ゾーン</a:t>
            </a:r>
            <a:r>
              <a:rPr lang="en-US" altLang="ja-JP" sz="2000" dirty="0"/>
              <a:t> (Availability Zone)</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8711F66-7037-AEDE-F4DA-61478DD9F48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E729765-41ED-C336-34A7-C8F357E1DDC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コンテンツ プレースホルダー 2">
            <a:extLst>
              <a:ext uri="{FF2B5EF4-FFF2-40B4-BE49-F238E27FC236}">
                <a16:creationId xmlns:a16="http://schemas.microsoft.com/office/drawing/2014/main" id="{9DC32F73-EEBA-9735-BF01-2CB683DEB5EB}"/>
              </a:ext>
            </a:extLst>
          </p:cNvPr>
          <p:cNvSpPr txBox="1">
            <a:spLocks/>
          </p:cNvSpPr>
          <p:nvPr/>
        </p:nvSpPr>
        <p:spPr>
          <a:xfrm>
            <a:off x="584200" y="1503680"/>
            <a:ext cx="5507614" cy="414267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224"/>
              </a:spcBef>
              <a:spcAft>
                <a:spcPts val="0"/>
              </a:spcAft>
              <a:buClr>
                <a:schemeClr val="tx1"/>
              </a:buClr>
              <a:buSzPct val="90000"/>
              <a:buFont typeface="Wingdings" panose="05000000000000000000" pitchFamily="2" charset="2"/>
              <a:buNone/>
              <a:tabLst/>
              <a:defRPr kumimoji="1" sz="2800" b="0" kern="1200" spc="0" baseline="0">
                <a:solidFill>
                  <a:schemeClr val="tx1"/>
                </a:solidFill>
                <a:latin typeface="Segoe UI" panose="020B0502040204020203" pitchFamily="34" charset="0"/>
                <a:ea typeface="+mn-ea"/>
                <a:cs typeface="Segoe UI" panose="020B0502040204020203" pitchFamily="34" charset="0"/>
              </a:defRPr>
            </a:lvl1pPr>
            <a:lvl2pPr marL="2555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2000" b="0" kern="1200" spc="0" baseline="0">
                <a:solidFill>
                  <a:schemeClr val="tx1"/>
                </a:solidFill>
                <a:latin typeface="+mn-lt"/>
                <a:ea typeface="+mn-ea"/>
                <a:cs typeface="+mn-cs"/>
              </a:defRPr>
            </a:lvl2pPr>
            <a:lvl3pPr marL="45085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600" b="0" kern="1200" spc="0" baseline="0">
                <a:solidFill>
                  <a:schemeClr val="tx1"/>
                </a:solidFill>
                <a:latin typeface="+mn-lt"/>
                <a:ea typeface="+mn-ea"/>
                <a:cs typeface="+mn-cs"/>
              </a:defRPr>
            </a:lvl3pPr>
            <a:lvl4pPr marL="65246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4pPr>
            <a:lvl5pPr marL="854075"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sz="2400" dirty="0">
                <a:solidFill>
                  <a:schemeClr val="accent1"/>
                </a:solidFill>
                <a:latin typeface="Yu Gothic UI" panose="020B0500000000000000" pitchFamily="34" charset="-128"/>
                <a:ea typeface="Yu Gothic UI" panose="020B0500000000000000" pitchFamily="34" charset="-128"/>
              </a:rPr>
              <a:t>Azure </a:t>
            </a:r>
            <a:r>
              <a:rPr lang="ja-JP" altLang="en-US" sz="2400" dirty="0">
                <a:solidFill>
                  <a:schemeClr val="accent1"/>
                </a:solidFill>
                <a:latin typeface="Yu Gothic UI" panose="020B0500000000000000" pitchFamily="34" charset="-128"/>
                <a:ea typeface="Yu Gothic UI" panose="020B0500000000000000" pitchFamily="34" charset="-128"/>
              </a:rPr>
              <a:t>リージョン内の物理的に独立したゾーン</a:t>
            </a:r>
            <a:r>
              <a:rPr lang="en-US" altLang="ja-JP" sz="2400" dirty="0">
                <a:solidFill>
                  <a:schemeClr val="accent1"/>
                </a:solidFill>
                <a:latin typeface="Yu Gothic UI" panose="020B0500000000000000" pitchFamily="34" charset="-128"/>
                <a:ea typeface="Yu Gothic UI" panose="020B0500000000000000" pitchFamily="34" charset="-128"/>
              </a:rPr>
              <a:t> (3</a:t>
            </a:r>
            <a:r>
              <a:rPr lang="ja-JP" altLang="en-US" sz="2400" dirty="0">
                <a:solidFill>
                  <a:schemeClr val="accent1"/>
                </a:solidFill>
                <a:latin typeface="Yu Gothic UI" panose="020B0500000000000000" pitchFamily="34" charset="-128"/>
                <a:ea typeface="Yu Gothic UI" panose="020B0500000000000000" pitchFamily="34" charset="-128"/>
              </a:rPr>
              <a:t>個</a:t>
            </a:r>
            <a:r>
              <a:rPr lang="en-US" altLang="ja-JP" sz="2400" dirty="0">
                <a:solidFill>
                  <a:schemeClr val="accent1"/>
                </a:solidFill>
                <a:latin typeface="Yu Gothic UI" panose="020B0500000000000000" pitchFamily="34" charset="-128"/>
                <a:ea typeface="Yu Gothic UI" panose="020B0500000000000000" pitchFamily="34" charset="-128"/>
              </a:rPr>
              <a:t>)</a:t>
            </a:r>
          </a:p>
          <a:p>
            <a:pPr lvl="1"/>
            <a:r>
              <a:rPr lang="ja-JP" altLang="en-US" dirty="0">
                <a:solidFill>
                  <a:srgbClr val="171717"/>
                </a:solidFill>
                <a:latin typeface="Yu Gothic UI" panose="020B0500000000000000" pitchFamily="34" charset="-128"/>
                <a:ea typeface="Yu Gothic UI" panose="020B0500000000000000" pitchFamily="34" charset="-128"/>
              </a:rPr>
              <a:t>異なる電源</a:t>
            </a:r>
            <a:endParaRPr lang="en-US" altLang="ja-JP" dirty="0">
              <a:solidFill>
                <a:srgbClr val="171717"/>
              </a:solidFill>
              <a:latin typeface="Yu Gothic UI" panose="020B0500000000000000" pitchFamily="34" charset="-128"/>
              <a:ea typeface="Yu Gothic UI" panose="020B0500000000000000" pitchFamily="34" charset="-128"/>
            </a:endParaRPr>
          </a:p>
          <a:p>
            <a:pPr lvl="1"/>
            <a:r>
              <a:rPr lang="ja-JP" altLang="en-US" dirty="0">
                <a:solidFill>
                  <a:srgbClr val="171717"/>
                </a:solidFill>
                <a:latin typeface="Yu Gothic UI" panose="020B0500000000000000" pitchFamily="34" charset="-128"/>
                <a:ea typeface="Yu Gothic UI" panose="020B0500000000000000" pitchFamily="34" charset="-128"/>
              </a:rPr>
              <a:t>異なるネットワーク</a:t>
            </a:r>
            <a:endParaRPr lang="en-US" altLang="ja-JP" dirty="0">
              <a:solidFill>
                <a:srgbClr val="171717"/>
              </a:solidFill>
              <a:latin typeface="Yu Gothic UI" panose="020B0500000000000000" pitchFamily="34" charset="-128"/>
              <a:ea typeface="Yu Gothic UI" panose="020B0500000000000000" pitchFamily="34" charset="-128"/>
            </a:endParaRPr>
          </a:p>
          <a:p>
            <a:pPr lvl="1"/>
            <a:r>
              <a:rPr lang="ja-JP" altLang="en-US" dirty="0">
                <a:solidFill>
                  <a:srgbClr val="171717"/>
                </a:solidFill>
                <a:latin typeface="Yu Gothic UI" panose="020B0500000000000000" pitchFamily="34" charset="-128"/>
                <a:ea typeface="Yu Gothic UI" panose="020B0500000000000000" pitchFamily="34" charset="-128"/>
              </a:rPr>
              <a:t>異なる冷却装置</a:t>
            </a:r>
            <a:endParaRPr lang="en-US" altLang="ja-JP" dirty="0">
              <a:solidFill>
                <a:srgbClr val="171717"/>
              </a:solidFill>
              <a:latin typeface="Yu Gothic UI" panose="020B0500000000000000" pitchFamily="34" charset="-128"/>
              <a:ea typeface="Yu Gothic UI" panose="020B0500000000000000" pitchFamily="34" charset="-128"/>
            </a:endParaRPr>
          </a:p>
          <a:p>
            <a:pPr lvl="2"/>
            <a:endParaRPr lang="en-US" altLang="ja-JP" dirty="0">
              <a:solidFill>
                <a:srgbClr val="171717"/>
              </a:solidFill>
              <a:latin typeface="Yu Gothic UI" panose="020B0500000000000000" pitchFamily="34" charset="-128"/>
              <a:ea typeface="Yu Gothic UI" panose="020B0500000000000000" pitchFamily="34" charset="-128"/>
            </a:endParaRPr>
          </a:p>
          <a:p>
            <a:r>
              <a:rPr lang="ja-JP" altLang="en-US" sz="2400" dirty="0">
                <a:solidFill>
                  <a:srgbClr val="171717"/>
                </a:solidFill>
                <a:latin typeface="Yu Gothic UI" panose="020B0500000000000000" pitchFamily="34" charset="-128"/>
                <a:ea typeface="Yu Gothic UI" panose="020B0500000000000000" pitchFamily="34" charset="-128"/>
              </a:rPr>
              <a:t>例えば、複数ゾーンに複製された </a:t>
            </a:r>
            <a:r>
              <a:rPr lang="en-US" altLang="ja-JP" sz="2400" dirty="0">
                <a:solidFill>
                  <a:srgbClr val="171717"/>
                </a:solidFill>
                <a:latin typeface="Yu Gothic UI" panose="020B0500000000000000" pitchFamily="34" charset="-128"/>
                <a:ea typeface="Yu Gothic UI" panose="020B0500000000000000" pitchFamily="34" charset="-128"/>
              </a:rPr>
              <a:t>VM </a:t>
            </a:r>
            <a:r>
              <a:rPr lang="ja-JP" altLang="en-US" sz="2400" dirty="0">
                <a:solidFill>
                  <a:srgbClr val="171717"/>
                </a:solidFill>
                <a:latin typeface="Yu Gothic UI" panose="020B0500000000000000" pitchFamily="34" charset="-128"/>
                <a:ea typeface="Yu Gothic UI" panose="020B0500000000000000" pitchFamily="34" charset="-128"/>
              </a:rPr>
              <a:t>を使用するソリューションを構築している場合、あるデータセンターで障害が発生しても、別のゾーンにアプリケーションとデータが複製されており、当該ゾーンですぐに利用可能</a:t>
            </a:r>
          </a:p>
        </p:txBody>
      </p:sp>
      <p:pic>
        <p:nvPicPr>
          <p:cNvPr id="6" name="Picture 5">
            <a:extLst>
              <a:ext uri="{FF2B5EF4-FFF2-40B4-BE49-F238E27FC236}">
                <a16:creationId xmlns:a16="http://schemas.microsoft.com/office/drawing/2014/main" id="{2898FDB1-8737-7D1E-EEA3-6D122C02C6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0188" y="1308295"/>
            <a:ext cx="5894039" cy="3963741"/>
          </a:xfrm>
          <a:prstGeom prst="rect">
            <a:avLst/>
          </a:prstGeom>
        </p:spPr>
      </p:pic>
    </p:spTree>
    <p:extLst>
      <p:ext uri="{BB962C8B-B14F-4D97-AF65-F5344CB8AC3E}">
        <p14:creationId xmlns:p14="http://schemas.microsoft.com/office/powerpoint/2010/main" val="2306426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D8537-BAB3-1360-D296-A8A9C46C055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74C82EA-5FE5-991B-C3AE-CFCEB9539CF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t>リージョン ペア</a:t>
            </a:r>
            <a:r>
              <a:rPr lang="en-US" altLang="ja-JP" sz="2000" dirty="0"/>
              <a:t> (Regional pair)</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F87864A-70DE-F469-DB64-EB375292D72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4EA97F3-3317-0167-316B-D6DA15B1426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4" name="コンテンツ プレースホルダー 16">
            <a:extLst>
              <a:ext uri="{FF2B5EF4-FFF2-40B4-BE49-F238E27FC236}">
                <a16:creationId xmlns:a16="http://schemas.microsoft.com/office/drawing/2014/main" id="{159BDD89-C0BC-5A4C-2215-74E132B4FB9E}"/>
              </a:ext>
            </a:extLst>
          </p:cNvPr>
          <p:cNvSpPr txBox="1">
            <a:spLocks/>
          </p:cNvSpPr>
          <p:nvPr/>
        </p:nvSpPr>
        <p:spPr>
          <a:xfrm>
            <a:off x="584200" y="1435100"/>
            <a:ext cx="5613401" cy="494904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224"/>
              </a:spcBef>
              <a:spcAft>
                <a:spcPts val="0"/>
              </a:spcAft>
              <a:buClr>
                <a:schemeClr val="tx1"/>
              </a:buClr>
              <a:buSzPct val="90000"/>
              <a:buFont typeface="Wingdings" panose="05000000000000000000" pitchFamily="2" charset="2"/>
              <a:buNone/>
              <a:tabLst/>
              <a:defRPr kumimoji="1" sz="2800" b="0" kern="1200" spc="0" baseline="0">
                <a:solidFill>
                  <a:schemeClr val="tx1"/>
                </a:solidFill>
                <a:latin typeface="Segoe UI" panose="020B0502040204020203" pitchFamily="34" charset="0"/>
                <a:ea typeface="+mn-ea"/>
                <a:cs typeface="Segoe UI" panose="020B0502040204020203" pitchFamily="34" charset="0"/>
              </a:defRPr>
            </a:lvl1pPr>
            <a:lvl2pPr marL="2555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2000" b="0" kern="1200" spc="0" baseline="0">
                <a:solidFill>
                  <a:schemeClr val="tx1"/>
                </a:solidFill>
                <a:latin typeface="+mn-lt"/>
                <a:ea typeface="+mn-ea"/>
                <a:cs typeface="+mn-cs"/>
              </a:defRPr>
            </a:lvl2pPr>
            <a:lvl3pPr marL="45085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600" b="0" kern="1200" spc="0" baseline="0">
                <a:solidFill>
                  <a:schemeClr val="tx1"/>
                </a:solidFill>
                <a:latin typeface="+mn-lt"/>
                <a:ea typeface="+mn-ea"/>
                <a:cs typeface="+mn-cs"/>
              </a:defRPr>
            </a:lvl3pPr>
            <a:lvl4pPr marL="652462"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4pPr>
            <a:lvl5pPr marL="854075"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kumimoji="1" sz="1400" b="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a:buClr>
                <a:srgbClr val="000000"/>
              </a:buClr>
            </a:pPr>
            <a:r>
              <a:rPr lang="en-US" altLang="ja-JP" dirty="0">
                <a:solidFill>
                  <a:srgbClr val="000000"/>
                </a:solidFill>
                <a:ea typeface="Yu Gothic UI"/>
              </a:rPr>
              <a:t>Azure</a:t>
            </a:r>
            <a:r>
              <a:rPr lang="ja-JP" altLang="en-US">
                <a:solidFill>
                  <a:srgbClr val="000000"/>
                </a:solidFill>
                <a:ea typeface="Yu Gothic UI"/>
              </a:rPr>
              <a:t>の地域</a:t>
            </a:r>
            <a:endParaRPr lang="en-US" altLang="ja-JP" dirty="0">
              <a:solidFill>
                <a:srgbClr val="000000"/>
              </a:solidFill>
              <a:ea typeface="Yu Gothic UI"/>
            </a:endParaRPr>
          </a:p>
          <a:p>
            <a:pPr lvl="1"/>
            <a:r>
              <a:rPr lang="ja-JP" altLang="en-US">
                <a:solidFill>
                  <a:srgbClr val="000000"/>
                </a:solidFill>
                <a:latin typeface="Segoe UI"/>
                <a:ea typeface="Yu Gothic UI"/>
              </a:rPr>
              <a:t>少なくとも </a:t>
            </a:r>
            <a:r>
              <a:rPr lang="en-US" altLang="ja-JP" dirty="0">
                <a:solidFill>
                  <a:srgbClr val="000000"/>
                </a:solidFill>
                <a:latin typeface="Segoe UI"/>
                <a:ea typeface="Yu Gothic UI"/>
              </a:rPr>
              <a:t>1 </a:t>
            </a:r>
            <a:r>
              <a:rPr lang="ja-JP" altLang="en-US">
                <a:solidFill>
                  <a:srgbClr val="000000"/>
                </a:solidFill>
                <a:latin typeface="Segoe UI"/>
                <a:ea typeface="Yu Gothic UI"/>
              </a:rPr>
              <a:t>つの </a:t>
            </a:r>
            <a:r>
              <a:rPr lang="en-US" altLang="ja-JP" dirty="0">
                <a:solidFill>
                  <a:srgbClr val="000000"/>
                </a:solidFill>
                <a:latin typeface="Segoe UI"/>
                <a:ea typeface="Yu Gothic UI"/>
              </a:rPr>
              <a:t>Azure </a:t>
            </a:r>
            <a:r>
              <a:rPr lang="ja-JP" altLang="en-US">
                <a:solidFill>
                  <a:srgbClr val="000000"/>
                </a:solidFill>
                <a:latin typeface="Segoe UI"/>
                <a:ea typeface="Yu Gothic UI"/>
              </a:rPr>
              <a:t>リージョンを含む、世界の中の地域</a:t>
            </a:r>
            <a:endParaRPr lang="en-US" altLang="ja-JP" dirty="0">
              <a:solidFill>
                <a:srgbClr val="000000"/>
              </a:solidFill>
              <a:latin typeface="Segoe UI"/>
              <a:ea typeface="Yu Gothic UI"/>
            </a:endParaRPr>
          </a:p>
          <a:p>
            <a:pPr lvl="1"/>
            <a:r>
              <a:rPr lang="ja-JP" altLang="en-US">
                <a:solidFill>
                  <a:srgbClr val="000000"/>
                </a:solidFill>
                <a:latin typeface="Segoe UI"/>
                <a:ea typeface="Yu Gothic UI"/>
              </a:rPr>
              <a:t>地域には個別のマーケットが定義され、通常は </a:t>
            </a:r>
            <a:r>
              <a:rPr lang="en-US" altLang="ja-JP" dirty="0">
                <a:solidFill>
                  <a:srgbClr val="000000"/>
                </a:solidFill>
                <a:latin typeface="Segoe UI"/>
                <a:ea typeface="Yu Gothic UI"/>
              </a:rPr>
              <a:t>2 </a:t>
            </a:r>
            <a:r>
              <a:rPr lang="ja-JP" altLang="en-US">
                <a:solidFill>
                  <a:srgbClr val="000000"/>
                </a:solidFill>
                <a:latin typeface="Segoe UI"/>
                <a:ea typeface="Yu Gothic UI"/>
              </a:rPr>
              <a:t>つ以上のリージョンを含み、データ所在地とコンプライアンスの境界を保持</a:t>
            </a:r>
            <a:endParaRPr lang="en-US" altLang="ja-JP" dirty="0">
              <a:solidFill>
                <a:srgbClr val="000000"/>
              </a:solidFill>
              <a:latin typeface="Segoe UI"/>
              <a:ea typeface="Yu Gothic UI"/>
            </a:endParaRPr>
          </a:p>
          <a:p>
            <a:pPr>
              <a:buClr>
                <a:srgbClr val="000000"/>
              </a:buClr>
            </a:pPr>
            <a:r>
              <a:rPr lang="ja-JP" altLang="en-US">
                <a:solidFill>
                  <a:srgbClr val="000000"/>
                </a:solidFill>
                <a:ea typeface="Yu Gothic UI"/>
              </a:rPr>
              <a:t>リージョン ペア</a:t>
            </a:r>
            <a:endParaRPr lang="en-US" altLang="ja-JP" dirty="0">
              <a:solidFill>
                <a:srgbClr val="000000"/>
              </a:solidFill>
              <a:ea typeface="Yu Gothic UI"/>
            </a:endParaRPr>
          </a:p>
          <a:p>
            <a:pPr lvl="1"/>
            <a:r>
              <a:rPr lang="ja-JP" altLang="en-US">
                <a:solidFill>
                  <a:srgbClr val="000000"/>
                </a:solidFill>
                <a:latin typeface="Segoe UI"/>
                <a:ea typeface="Yu Gothic UI"/>
              </a:rPr>
              <a:t>同じ地域内の </a:t>
            </a:r>
            <a:r>
              <a:rPr lang="en-US" altLang="ja-JP" dirty="0">
                <a:solidFill>
                  <a:srgbClr val="000000"/>
                </a:solidFill>
                <a:latin typeface="Segoe UI"/>
                <a:ea typeface="Yu Gothic UI"/>
              </a:rPr>
              <a:t>2</a:t>
            </a:r>
            <a:r>
              <a:rPr lang="ja-JP" altLang="en-US">
                <a:solidFill>
                  <a:srgbClr val="000000"/>
                </a:solidFill>
                <a:latin typeface="Segoe UI"/>
                <a:ea typeface="Yu Gothic UI"/>
              </a:rPr>
              <a:t>個のリージョンで構成</a:t>
            </a:r>
            <a:endParaRPr lang="en-US" altLang="ja-JP" dirty="0">
              <a:solidFill>
                <a:srgbClr val="000000"/>
              </a:solidFill>
              <a:latin typeface="Segoe UI"/>
              <a:ea typeface="Yu Gothic UI"/>
            </a:endParaRPr>
          </a:p>
          <a:p>
            <a:pPr lvl="1"/>
            <a:r>
              <a:rPr lang="ja-JP" altLang="en-US">
                <a:solidFill>
                  <a:srgbClr val="000000"/>
                </a:solidFill>
                <a:latin typeface="Segoe UI"/>
                <a:ea typeface="Yu Gothic UI"/>
              </a:rPr>
              <a:t>リージョン ペアに対する計画メンテナンスは、各ペアのリージョン</a:t>
            </a:r>
            <a:r>
              <a:rPr lang="en-US" altLang="ja-JP" dirty="0">
                <a:solidFill>
                  <a:srgbClr val="000000"/>
                </a:solidFill>
                <a:latin typeface="Segoe UI"/>
                <a:ea typeface="Yu Gothic UI"/>
              </a:rPr>
              <a:t>1</a:t>
            </a:r>
            <a:r>
              <a:rPr lang="ja-JP" altLang="en-US">
                <a:solidFill>
                  <a:srgbClr val="000000"/>
                </a:solidFill>
                <a:latin typeface="Segoe UI"/>
                <a:ea typeface="Yu Gothic UI"/>
              </a:rPr>
              <a:t>個づつ順に実施（同時ではない）</a:t>
            </a:r>
            <a:endParaRPr lang="en-US" altLang="ja-JP" dirty="0">
              <a:solidFill>
                <a:srgbClr val="000000"/>
              </a:solidFill>
              <a:latin typeface="Segoe UI"/>
              <a:ea typeface="Yu Gothic UI"/>
            </a:endParaRPr>
          </a:p>
          <a:p>
            <a:pPr lvl="1"/>
            <a:r>
              <a:rPr lang="ja-JP" altLang="en-US">
                <a:solidFill>
                  <a:srgbClr val="000000"/>
                </a:solidFill>
                <a:latin typeface="Segoe UI"/>
                <a:ea typeface="Yu Gothic UI"/>
              </a:rPr>
              <a:t>停止によって複数のリージョンに影響がある場合、各ペアの少なくとも </a:t>
            </a:r>
            <a:r>
              <a:rPr lang="en-US" altLang="ja-JP" dirty="0">
                <a:solidFill>
                  <a:srgbClr val="000000"/>
                </a:solidFill>
                <a:latin typeface="Segoe UI"/>
                <a:ea typeface="Yu Gothic UI"/>
              </a:rPr>
              <a:t>1 </a:t>
            </a:r>
            <a:r>
              <a:rPr lang="ja-JP" altLang="en-US">
                <a:solidFill>
                  <a:srgbClr val="000000"/>
                </a:solidFill>
                <a:latin typeface="Segoe UI"/>
                <a:ea typeface="Yu Gothic UI"/>
              </a:rPr>
              <a:t>つのリージョンが優先的に復旧される</a:t>
            </a:r>
          </a:p>
        </p:txBody>
      </p:sp>
      <p:sp>
        <p:nvSpPr>
          <p:cNvPr id="15" name="正方形/長方形 14">
            <a:extLst>
              <a:ext uri="{FF2B5EF4-FFF2-40B4-BE49-F238E27FC236}">
                <a16:creationId xmlns:a16="http://schemas.microsoft.com/office/drawing/2014/main" id="{470C5EC4-C47F-EE46-9A56-3F0434E6FEE1}"/>
              </a:ext>
            </a:extLst>
          </p:cNvPr>
          <p:cNvSpPr/>
          <p:nvPr/>
        </p:nvSpPr>
        <p:spPr bwMode="auto">
          <a:xfrm>
            <a:off x="6342185" y="1934308"/>
            <a:ext cx="5545015" cy="4138246"/>
          </a:xfrm>
          <a:prstGeom prst="rect">
            <a:avLst/>
          </a:prstGeom>
          <a:solidFill>
            <a:srgbClr val="FFFFFF"/>
          </a:solidFill>
          <a:ln w="38100" cap="flat" cmpd="sng" algn="ctr">
            <a:solidFill>
              <a:srgbClr val="243A5E"/>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1" lang="ja-JP" altLang="en-US" sz="2000" b="0" i="0" u="none" strike="noStrike" kern="0" cap="none" spc="0" normalizeH="0" baseline="0" noProof="0">
                <a:ln>
                  <a:noFill/>
                </a:ln>
                <a:solidFill>
                  <a:srgbClr val="000000"/>
                </a:solidFill>
                <a:effectLst/>
                <a:uLnTx/>
                <a:uFillTx/>
                <a:latin typeface="Segoe UI"/>
                <a:ea typeface="Yu Gothic UI"/>
                <a:cs typeface="Segoe UI" pitchFamily="34" charset="0"/>
              </a:rPr>
              <a:t>地域</a:t>
            </a:r>
            <a:endParaRPr kumimoji="1" lang="ja-JP" altLang="en-US" sz="2000" b="0" i="0" u="none" strike="noStrike" kern="0" cap="none" spc="0" normalizeH="0" baseline="0" noProof="0" err="1">
              <a:ln>
                <a:noFill/>
              </a:ln>
              <a:solidFill>
                <a:srgbClr val="000000"/>
              </a:solidFill>
              <a:effectLst/>
              <a:uLnTx/>
              <a:uFillTx/>
              <a:latin typeface="Segoe UI"/>
              <a:ea typeface="Yu Gothic UI"/>
              <a:cs typeface="Segoe UI" pitchFamily="34" charset="0"/>
            </a:endParaRPr>
          </a:p>
        </p:txBody>
      </p:sp>
      <p:sp>
        <p:nvSpPr>
          <p:cNvPr id="16" name="正方形/長方形 15">
            <a:extLst>
              <a:ext uri="{FF2B5EF4-FFF2-40B4-BE49-F238E27FC236}">
                <a16:creationId xmlns:a16="http://schemas.microsoft.com/office/drawing/2014/main" id="{3AF87777-3EAB-C6D3-98B8-3962C205C37A}"/>
              </a:ext>
            </a:extLst>
          </p:cNvPr>
          <p:cNvSpPr/>
          <p:nvPr/>
        </p:nvSpPr>
        <p:spPr bwMode="auto">
          <a:xfrm>
            <a:off x="6682154" y="2532186"/>
            <a:ext cx="4924630" cy="3223846"/>
          </a:xfrm>
          <a:prstGeom prst="rect">
            <a:avLst/>
          </a:prstGeom>
          <a:solidFill>
            <a:srgbClr val="FFFFFF"/>
          </a:solidFill>
          <a:ln w="38100" cap="flat" cmpd="sng" algn="ctr">
            <a:solidFill>
              <a:srgbClr val="008575"/>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1" lang="ja-JP" altLang="en-US" sz="2000" b="0" i="0" u="none" strike="noStrike" kern="0" cap="none" spc="0" normalizeH="0" baseline="0" noProof="0">
                <a:ln>
                  <a:noFill/>
                </a:ln>
                <a:solidFill>
                  <a:srgbClr val="000000"/>
                </a:solidFill>
                <a:effectLst/>
                <a:uLnTx/>
                <a:uFillTx/>
                <a:latin typeface="Segoe UI"/>
                <a:ea typeface="Yu Gothic UI"/>
                <a:cs typeface="Segoe UI" pitchFamily="34" charset="0"/>
              </a:rPr>
              <a:t>リージョン ペア</a:t>
            </a:r>
            <a:r>
              <a:rPr kumimoji="1" lang="en-US" altLang="ja-JP" sz="2000" b="0" i="0" u="none" strike="noStrike" kern="0" cap="none" spc="0" normalizeH="0" baseline="0" noProof="0">
                <a:ln>
                  <a:noFill/>
                </a:ln>
                <a:solidFill>
                  <a:srgbClr val="000000"/>
                </a:solidFill>
                <a:effectLst/>
                <a:uLnTx/>
                <a:uFillTx/>
                <a:latin typeface="Segoe UI"/>
                <a:ea typeface="Yu Gothic UI"/>
                <a:cs typeface="Segoe UI" pitchFamily="34" charset="0"/>
              </a:rPr>
              <a:t> (Regional Pair)</a:t>
            </a:r>
            <a:endParaRPr kumimoji="1" lang="ja-JP" altLang="en-US" sz="2000" b="0" i="0" u="none" strike="noStrike" kern="0" cap="none" spc="0" normalizeH="0" baseline="0" noProof="0" err="1">
              <a:ln>
                <a:noFill/>
              </a:ln>
              <a:solidFill>
                <a:srgbClr val="000000"/>
              </a:solidFill>
              <a:effectLst/>
              <a:uLnTx/>
              <a:uFillTx/>
              <a:latin typeface="Segoe UI"/>
              <a:ea typeface="Yu Gothic UI"/>
              <a:cs typeface="Segoe UI" pitchFamily="34" charset="0"/>
            </a:endParaRPr>
          </a:p>
        </p:txBody>
      </p:sp>
      <p:sp>
        <p:nvSpPr>
          <p:cNvPr id="17" name="正方形/長方形 16">
            <a:extLst>
              <a:ext uri="{FF2B5EF4-FFF2-40B4-BE49-F238E27FC236}">
                <a16:creationId xmlns:a16="http://schemas.microsoft.com/office/drawing/2014/main" id="{78BDB4B2-1846-A157-BC75-790E046A23AF}"/>
              </a:ext>
            </a:extLst>
          </p:cNvPr>
          <p:cNvSpPr/>
          <p:nvPr/>
        </p:nvSpPr>
        <p:spPr bwMode="auto">
          <a:xfrm>
            <a:off x="6948120" y="3176954"/>
            <a:ext cx="2112597" cy="2274277"/>
          </a:xfrm>
          <a:prstGeom prst="rect">
            <a:avLst/>
          </a:prstGeom>
          <a:solidFill>
            <a:srgbClr val="FFFFFF"/>
          </a:solidFill>
          <a:ln w="38100" cap="flat" cmpd="sng" algn="ctr">
            <a:solidFill>
              <a:srgbClr val="0078D4"/>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1" lang="ja-JP" altLang="en-US" sz="2000" b="0" i="0" u="none" strike="noStrike" kern="0" cap="none" spc="0" normalizeH="0" baseline="0" noProof="0">
                <a:ln>
                  <a:noFill/>
                </a:ln>
                <a:solidFill>
                  <a:srgbClr val="000000"/>
                </a:solidFill>
                <a:effectLst/>
                <a:uLnTx/>
                <a:uFillTx/>
                <a:latin typeface="Segoe UI"/>
                <a:ea typeface="Yu Gothic UI"/>
                <a:cs typeface="Segoe UI" pitchFamily="34" charset="0"/>
              </a:rPr>
              <a:t>リージョン</a:t>
            </a:r>
            <a:r>
              <a:rPr kumimoji="1" lang="en-US" altLang="ja-JP" sz="2000" b="0" i="0" u="none" strike="noStrike" kern="0" cap="none" spc="0" normalizeH="0" baseline="0" noProof="0">
                <a:ln>
                  <a:noFill/>
                </a:ln>
                <a:solidFill>
                  <a:srgbClr val="000000"/>
                </a:solidFill>
                <a:effectLst/>
                <a:uLnTx/>
                <a:uFillTx/>
                <a:latin typeface="Segoe UI"/>
                <a:ea typeface="Yu Gothic UI"/>
                <a:cs typeface="Segoe UI" pitchFamily="34" charset="0"/>
              </a:rPr>
              <a:t> (Region)</a:t>
            </a:r>
            <a:endParaRPr kumimoji="1" lang="ja-JP" altLang="en-US" sz="2000" b="0" i="0" u="none" strike="noStrike" kern="0" cap="none" spc="0" normalizeH="0" baseline="0" noProof="0" err="1">
              <a:ln>
                <a:noFill/>
              </a:ln>
              <a:solidFill>
                <a:srgbClr val="000000"/>
              </a:solidFill>
              <a:effectLst/>
              <a:uLnTx/>
              <a:uFillTx/>
              <a:latin typeface="Segoe UI"/>
              <a:ea typeface="Yu Gothic UI"/>
              <a:cs typeface="Segoe UI" pitchFamily="34" charset="0"/>
            </a:endParaRPr>
          </a:p>
        </p:txBody>
      </p:sp>
      <p:sp>
        <p:nvSpPr>
          <p:cNvPr id="18" name="正方形/長方形 17">
            <a:extLst>
              <a:ext uri="{FF2B5EF4-FFF2-40B4-BE49-F238E27FC236}">
                <a16:creationId xmlns:a16="http://schemas.microsoft.com/office/drawing/2014/main" id="{13377714-C210-0ABA-F17E-E563054543FD}"/>
              </a:ext>
            </a:extLst>
          </p:cNvPr>
          <p:cNvSpPr/>
          <p:nvPr/>
        </p:nvSpPr>
        <p:spPr bwMode="auto">
          <a:xfrm>
            <a:off x="9205301" y="3176954"/>
            <a:ext cx="2112597" cy="2274277"/>
          </a:xfrm>
          <a:prstGeom prst="rect">
            <a:avLst/>
          </a:prstGeom>
          <a:solidFill>
            <a:srgbClr val="FFFFFF"/>
          </a:solidFill>
          <a:ln w="38100" cap="flat" cmpd="sng" algn="ctr">
            <a:solidFill>
              <a:srgbClr val="0078D4"/>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1" lang="ja-JP" altLang="en-US" sz="2000" b="0" i="0" u="none" strike="noStrike" kern="0" cap="none" spc="0" normalizeH="0" baseline="0" noProof="0">
                <a:ln>
                  <a:noFill/>
                </a:ln>
                <a:solidFill>
                  <a:srgbClr val="000000"/>
                </a:solidFill>
                <a:effectLst/>
                <a:uLnTx/>
                <a:uFillTx/>
                <a:latin typeface="Segoe UI"/>
                <a:ea typeface="Yu Gothic UI"/>
                <a:cs typeface="Segoe UI" pitchFamily="34" charset="0"/>
              </a:rPr>
              <a:t>リージョン</a:t>
            </a:r>
            <a:r>
              <a:rPr kumimoji="1" lang="en-US" altLang="ja-JP" sz="2000" b="0" i="0" u="none" strike="noStrike" kern="0" cap="none" spc="0" normalizeH="0" baseline="0" noProof="0">
                <a:ln>
                  <a:noFill/>
                </a:ln>
                <a:solidFill>
                  <a:srgbClr val="000000"/>
                </a:solidFill>
                <a:effectLst/>
                <a:uLnTx/>
                <a:uFillTx/>
                <a:latin typeface="Segoe UI"/>
                <a:ea typeface="Yu Gothic UI"/>
                <a:cs typeface="Segoe UI" pitchFamily="34" charset="0"/>
              </a:rPr>
              <a:t> (Region)</a:t>
            </a:r>
            <a:endParaRPr kumimoji="1" lang="ja-JP" altLang="en-US" sz="2000" b="0" i="0" u="none" strike="noStrike" kern="0" cap="none" spc="0" normalizeH="0" baseline="0" noProof="0" err="1">
              <a:ln>
                <a:noFill/>
              </a:ln>
              <a:solidFill>
                <a:srgbClr val="000000"/>
              </a:solidFill>
              <a:effectLst/>
              <a:uLnTx/>
              <a:uFillTx/>
              <a:latin typeface="Segoe UI"/>
              <a:ea typeface="Yu Gothic UI"/>
              <a:cs typeface="Segoe UI" pitchFamily="34" charset="0"/>
            </a:endParaRPr>
          </a:p>
        </p:txBody>
      </p:sp>
      <p:sp>
        <p:nvSpPr>
          <p:cNvPr id="19" name="フリーフォーム 22">
            <a:extLst>
              <a:ext uri="{FF2B5EF4-FFF2-40B4-BE49-F238E27FC236}">
                <a16:creationId xmlns:a16="http://schemas.microsoft.com/office/drawing/2014/main" id="{AF577F14-6DA4-CD6D-9D79-F6D1AEE8EB66}"/>
              </a:ext>
            </a:extLst>
          </p:cNvPr>
          <p:cNvSpPr/>
          <p:nvPr/>
        </p:nvSpPr>
        <p:spPr bwMode="auto">
          <a:xfrm>
            <a:off x="7321794" y="4314092"/>
            <a:ext cx="1365248" cy="911278"/>
          </a:xfrm>
          <a:custGeom>
            <a:avLst/>
            <a:gdLst>
              <a:gd name="connsiteX0" fmla="*/ 0 w 1365248"/>
              <a:gd name="connsiteY0" fmla="*/ 0 h 911278"/>
              <a:gd name="connsiteX1" fmla="*/ 682624 w 1365248"/>
              <a:gd name="connsiteY1" fmla="*/ 0 h 911278"/>
              <a:gd name="connsiteX2" fmla="*/ 682624 w 1365248"/>
              <a:gd name="connsiteY2" fmla="*/ 228654 h 911278"/>
              <a:gd name="connsiteX3" fmla="*/ 1365248 w 1365248"/>
              <a:gd name="connsiteY3" fmla="*/ 228654 h 911278"/>
              <a:gd name="connsiteX4" fmla="*/ 1365248 w 1365248"/>
              <a:gd name="connsiteY4" fmla="*/ 911278 h 911278"/>
              <a:gd name="connsiteX5" fmla="*/ 682624 w 1365248"/>
              <a:gd name="connsiteY5" fmla="*/ 911278 h 911278"/>
              <a:gd name="connsiteX6" fmla="*/ 682624 w 1365248"/>
              <a:gd name="connsiteY6" fmla="*/ 682624 h 911278"/>
              <a:gd name="connsiteX7" fmla="*/ 0 w 1365248"/>
              <a:gd name="connsiteY7" fmla="*/ 682624 h 91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48" h="911278">
                <a:moveTo>
                  <a:pt x="0" y="0"/>
                </a:moveTo>
                <a:lnTo>
                  <a:pt x="682624" y="0"/>
                </a:lnTo>
                <a:lnTo>
                  <a:pt x="682624" y="228654"/>
                </a:lnTo>
                <a:lnTo>
                  <a:pt x="1365248" y="228654"/>
                </a:lnTo>
                <a:lnTo>
                  <a:pt x="1365248" y="911278"/>
                </a:lnTo>
                <a:lnTo>
                  <a:pt x="682624" y="911278"/>
                </a:lnTo>
                <a:lnTo>
                  <a:pt x="682624" y="682624"/>
                </a:lnTo>
                <a:lnTo>
                  <a:pt x="0" y="682624"/>
                </a:lnTo>
                <a:close/>
              </a:path>
            </a:pathLst>
          </a:custGeom>
          <a:solidFill>
            <a:srgbClr val="0078D4"/>
          </a:solidFill>
          <a:ln w="9525" cap="flat" cmpd="sng" algn="ctr">
            <a:noFill/>
            <a:prstDash val="solid"/>
            <a:headEnd type="none" w="med" len="med"/>
            <a:tailEnd type="none" w="med" len="med"/>
          </a:ln>
          <a:effectLst/>
        </p:spPr>
        <p:txBody>
          <a:bodyPr rot="0" spcFirstLastPara="0" vertOverflow="overflow" horzOverflow="overflow" vert="horz" wrap="square" lIns="144000" tIns="146304" rIns="14400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1" lang="en-US" altLang="ja-JP" sz="14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Data Centers</a:t>
            </a:r>
            <a:endParaRPr kumimoji="1" lang="ja-JP" altLang="en-US" sz="1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フリーフォーム 23">
            <a:extLst>
              <a:ext uri="{FF2B5EF4-FFF2-40B4-BE49-F238E27FC236}">
                <a16:creationId xmlns:a16="http://schemas.microsoft.com/office/drawing/2014/main" id="{4B2C4E1E-DAF7-B9EA-35B6-F38EF4C0C38C}"/>
              </a:ext>
            </a:extLst>
          </p:cNvPr>
          <p:cNvSpPr/>
          <p:nvPr/>
        </p:nvSpPr>
        <p:spPr bwMode="auto">
          <a:xfrm>
            <a:off x="9578975" y="4324254"/>
            <a:ext cx="1365248" cy="911278"/>
          </a:xfrm>
          <a:custGeom>
            <a:avLst/>
            <a:gdLst>
              <a:gd name="connsiteX0" fmla="*/ 0 w 1365248"/>
              <a:gd name="connsiteY0" fmla="*/ 0 h 911278"/>
              <a:gd name="connsiteX1" fmla="*/ 682624 w 1365248"/>
              <a:gd name="connsiteY1" fmla="*/ 0 h 911278"/>
              <a:gd name="connsiteX2" fmla="*/ 682624 w 1365248"/>
              <a:gd name="connsiteY2" fmla="*/ 228654 h 911278"/>
              <a:gd name="connsiteX3" fmla="*/ 1365248 w 1365248"/>
              <a:gd name="connsiteY3" fmla="*/ 228654 h 911278"/>
              <a:gd name="connsiteX4" fmla="*/ 1365248 w 1365248"/>
              <a:gd name="connsiteY4" fmla="*/ 911278 h 911278"/>
              <a:gd name="connsiteX5" fmla="*/ 682624 w 1365248"/>
              <a:gd name="connsiteY5" fmla="*/ 911278 h 911278"/>
              <a:gd name="connsiteX6" fmla="*/ 682624 w 1365248"/>
              <a:gd name="connsiteY6" fmla="*/ 682624 h 911278"/>
              <a:gd name="connsiteX7" fmla="*/ 0 w 1365248"/>
              <a:gd name="connsiteY7" fmla="*/ 682624 h 91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48" h="911278">
                <a:moveTo>
                  <a:pt x="0" y="0"/>
                </a:moveTo>
                <a:lnTo>
                  <a:pt x="682624" y="0"/>
                </a:lnTo>
                <a:lnTo>
                  <a:pt x="682624" y="228654"/>
                </a:lnTo>
                <a:lnTo>
                  <a:pt x="1365248" y="228654"/>
                </a:lnTo>
                <a:lnTo>
                  <a:pt x="1365248" y="911278"/>
                </a:lnTo>
                <a:lnTo>
                  <a:pt x="682624" y="911278"/>
                </a:lnTo>
                <a:lnTo>
                  <a:pt x="682624" y="682624"/>
                </a:lnTo>
                <a:lnTo>
                  <a:pt x="0" y="682624"/>
                </a:lnTo>
                <a:close/>
              </a:path>
            </a:pathLst>
          </a:custGeom>
          <a:solidFill>
            <a:srgbClr val="0078D4"/>
          </a:solidFill>
          <a:ln w="9525" cap="flat" cmpd="sng" algn="ctr">
            <a:noFill/>
            <a:prstDash val="solid"/>
            <a:headEnd type="none" w="med" len="med"/>
            <a:tailEnd type="none" w="med" len="med"/>
          </a:ln>
          <a:effectLst/>
        </p:spPr>
        <p:txBody>
          <a:bodyPr rot="0" spcFirstLastPara="0" vertOverflow="overflow" horzOverflow="overflow" vert="horz" wrap="square" lIns="144000" tIns="146304" rIns="14400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1" lang="en-US" altLang="ja-JP" sz="1400" b="1"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Data Centers</a:t>
            </a:r>
            <a:endParaRPr kumimoji="1" lang="ja-JP" altLang="en-US" sz="1400" b="1"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024843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B62E1-A1CB-0EEE-B907-3748721AA02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AF0FB00-362E-8EC5-7D64-CECB72D104E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ゾーン障害に対応した構成</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Web/AP Server </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などの場合</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1291A881-552F-8A11-16E5-35A37062627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8C5F20E-1E3B-6642-E88A-D82391E393D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pSp>
        <p:nvGrpSpPr>
          <p:cNvPr id="3" name="グループ化 2">
            <a:extLst>
              <a:ext uri="{FF2B5EF4-FFF2-40B4-BE49-F238E27FC236}">
                <a16:creationId xmlns:a16="http://schemas.microsoft.com/office/drawing/2014/main" id="{380A58B2-35AB-0C75-B379-D2F3FF0386FD}"/>
              </a:ext>
            </a:extLst>
          </p:cNvPr>
          <p:cNvGrpSpPr/>
          <p:nvPr/>
        </p:nvGrpSpPr>
        <p:grpSpPr>
          <a:xfrm>
            <a:off x="1469981" y="3125119"/>
            <a:ext cx="660200" cy="3149654"/>
            <a:chOff x="1477057" y="2539218"/>
            <a:chExt cx="774149" cy="3693278"/>
          </a:xfrm>
        </p:grpSpPr>
        <p:cxnSp>
          <p:nvCxnSpPr>
            <p:cNvPr id="5" name="直線コネクタ 4">
              <a:extLst>
                <a:ext uri="{FF2B5EF4-FFF2-40B4-BE49-F238E27FC236}">
                  <a16:creationId xmlns:a16="http://schemas.microsoft.com/office/drawing/2014/main" id="{85538E19-927D-884A-9A02-48210C7916C9}"/>
                </a:ext>
              </a:extLst>
            </p:cNvPr>
            <p:cNvCxnSpPr>
              <a:cxnSpLocks/>
              <a:stCxn id="48" idx="2"/>
            </p:cNvCxnSpPr>
            <p:nvPr/>
          </p:nvCxnSpPr>
          <p:spPr>
            <a:xfrm flipH="1">
              <a:off x="1858618" y="2539218"/>
              <a:ext cx="490" cy="205916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1F034B9D-26F2-1242-DAC1-ECBA9E3D92B5}"/>
                </a:ext>
              </a:extLst>
            </p:cNvPr>
            <p:cNvSpPr/>
            <p:nvPr/>
          </p:nvSpPr>
          <p:spPr>
            <a:xfrm>
              <a:off x="1477057" y="5505068"/>
              <a:ext cx="774149" cy="7274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50" charset="-128"/>
                <a:ea typeface="Yu Gothic UI" panose="020B0500000000000000" pitchFamily="50" charset="-128"/>
              </a:endParaRPr>
            </a:p>
          </p:txBody>
        </p:sp>
        <p:cxnSp>
          <p:nvCxnSpPr>
            <p:cNvPr id="7" name="直線コネクタ 6">
              <a:extLst>
                <a:ext uri="{FF2B5EF4-FFF2-40B4-BE49-F238E27FC236}">
                  <a16:creationId xmlns:a16="http://schemas.microsoft.com/office/drawing/2014/main" id="{5E2B7DA2-FB88-EFFC-A864-F110DE5C99C4}"/>
                </a:ext>
              </a:extLst>
            </p:cNvPr>
            <p:cNvCxnSpPr/>
            <p:nvPr/>
          </p:nvCxnSpPr>
          <p:spPr>
            <a:xfrm flipH="1">
              <a:off x="1845925" y="5181202"/>
              <a:ext cx="1" cy="39064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8" name="グループ化 7">
            <a:extLst>
              <a:ext uri="{FF2B5EF4-FFF2-40B4-BE49-F238E27FC236}">
                <a16:creationId xmlns:a16="http://schemas.microsoft.com/office/drawing/2014/main" id="{1959730E-5962-A40D-EEE5-74967D72052C}"/>
              </a:ext>
            </a:extLst>
          </p:cNvPr>
          <p:cNvGrpSpPr/>
          <p:nvPr/>
        </p:nvGrpSpPr>
        <p:grpSpPr>
          <a:xfrm>
            <a:off x="6173415" y="3027042"/>
            <a:ext cx="660200" cy="3247726"/>
            <a:chOff x="3803350" y="2424214"/>
            <a:chExt cx="774149" cy="3808277"/>
          </a:xfrm>
        </p:grpSpPr>
        <p:cxnSp>
          <p:nvCxnSpPr>
            <p:cNvPr id="10" name="直線コネクタ 9">
              <a:extLst>
                <a:ext uri="{FF2B5EF4-FFF2-40B4-BE49-F238E27FC236}">
                  <a16:creationId xmlns:a16="http://schemas.microsoft.com/office/drawing/2014/main" id="{B237A0ED-F75C-93ED-FCA4-123268A7DDF7}"/>
                </a:ext>
              </a:extLst>
            </p:cNvPr>
            <p:cNvCxnSpPr>
              <a:cxnSpLocks/>
              <a:stCxn id="49" idx="2"/>
            </p:cNvCxnSpPr>
            <p:nvPr/>
          </p:nvCxnSpPr>
          <p:spPr>
            <a:xfrm>
              <a:off x="4178564" y="2424214"/>
              <a:ext cx="6343" cy="217416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C42C2796-AF55-AE67-7273-38518DD6800C}"/>
                </a:ext>
              </a:extLst>
            </p:cNvPr>
            <p:cNvSpPr/>
            <p:nvPr/>
          </p:nvSpPr>
          <p:spPr>
            <a:xfrm>
              <a:off x="3803350" y="5505064"/>
              <a:ext cx="774149" cy="7274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50" charset="-128"/>
                <a:ea typeface="Yu Gothic UI" panose="020B0500000000000000" pitchFamily="50" charset="-128"/>
              </a:endParaRPr>
            </a:p>
          </p:txBody>
        </p:sp>
        <p:cxnSp>
          <p:nvCxnSpPr>
            <p:cNvPr id="12" name="直線コネクタ 11">
              <a:extLst>
                <a:ext uri="{FF2B5EF4-FFF2-40B4-BE49-F238E27FC236}">
                  <a16:creationId xmlns:a16="http://schemas.microsoft.com/office/drawing/2014/main" id="{90EE6CE2-F34B-D073-F8B1-33DE9B4648E7}"/>
                </a:ext>
              </a:extLst>
            </p:cNvPr>
            <p:cNvCxnSpPr/>
            <p:nvPr/>
          </p:nvCxnSpPr>
          <p:spPr>
            <a:xfrm flipH="1">
              <a:off x="4172218" y="5181202"/>
              <a:ext cx="1" cy="39064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3" name="グループ化 12">
            <a:extLst>
              <a:ext uri="{FF2B5EF4-FFF2-40B4-BE49-F238E27FC236}">
                <a16:creationId xmlns:a16="http://schemas.microsoft.com/office/drawing/2014/main" id="{C5491ADB-B87D-F882-15FE-E60434ACCF68}"/>
              </a:ext>
            </a:extLst>
          </p:cNvPr>
          <p:cNvGrpSpPr/>
          <p:nvPr/>
        </p:nvGrpSpPr>
        <p:grpSpPr>
          <a:xfrm>
            <a:off x="1795798" y="1948116"/>
            <a:ext cx="4697602" cy="515141"/>
            <a:chOff x="1795798" y="1931625"/>
            <a:chExt cx="4697602" cy="515141"/>
          </a:xfrm>
        </p:grpSpPr>
        <p:cxnSp>
          <p:nvCxnSpPr>
            <p:cNvPr id="21" name="カギ線コネクタ 19">
              <a:extLst>
                <a:ext uri="{FF2B5EF4-FFF2-40B4-BE49-F238E27FC236}">
                  <a16:creationId xmlns:a16="http://schemas.microsoft.com/office/drawing/2014/main" id="{8294F06C-93DF-D736-B7D5-CDA975B397BF}"/>
                </a:ext>
              </a:extLst>
            </p:cNvPr>
            <p:cNvCxnSpPr>
              <a:cxnSpLocks/>
              <a:stCxn id="47" idx="1"/>
              <a:endCxn id="48" idx="0"/>
            </p:cNvCxnSpPr>
            <p:nvPr/>
          </p:nvCxnSpPr>
          <p:spPr>
            <a:xfrm rot="10800000" flipV="1">
              <a:off x="1795798" y="1931625"/>
              <a:ext cx="1962135" cy="515141"/>
            </a:xfrm>
            <a:prstGeom prst="bentConnector2">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カギ線コネクタ 66">
              <a:extLst>
                <a:ext uri="{FF2B5EF4-FFF2-40B4-BE49-F238E27FC236}">
                  <a16:creationId xmlns:a16="http://schemas.microsoft.com/office/drawing/2014/main" id="{F35F90B1-F44F-5F12-0C94-2208228DE4B0}"/>
                </a:ext>
              </a:extLst>
            </p:cNvPr>
            <p:cNvCxnSpPr>
              <a:cxnSpLocks/>
              <a:stCxn id="47" idx="3"/>
              <a:endCxn id="49" idx="0"/>
            </p:cNvCxnSpPr>
            <p:nvPr/>
          </p:nvCxnSpPr>
          <p:spPr>
            <a:xfrm>
              <a:off x="4540154" y="1931626"/>
              <a:ext cx="1953246" cy="417064"/>
            </a:xfrm>
            <a:prstGeom prst="bentConnector2">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3" name="Rectangle 14">
            <a:extLst>
              <a:ext uri="{FF2B5EF4-FFF2-40B4-BE49-F238E27FC236}">
                <a16:creationId xmlns:a16="http://schemas.microsoft.com/office/drawing/2014/main" id="{9FE04D29-FDB2-70D2-21DB-9CD62DD3F451}"/>
              </a:ext>
            </a:extLst>
          </p:cNvPr>
          <p:cNvSpPr/>
          <p:nvPr/>
        </p:nvSpPr>
        <p:spPr bwMode="auto">
          <a:xfrm>
            <a:off x="735893" y="3561472"/>
            <a:ext cx="2257358" cy="2938196"/>
          </a:xfrm>
          <a:prstGeom prst="rect">
            <a:avLst/>
          </a:prstGeom>
          <a:noFill/>
          <a:ln w="38100" cap="flat" cmpd="sng" algn="ctr">
            <a:solidFill>
              <a:schemeClr val="bg1">
                <a:lumMod val="50000"/>
              </a:schemeClr>
            </a:solidFill>
            <a:prstDash val="solid"/>
            <a:headEnd type="none" w="med" len="med"/>
            <a:tailEnd type="none" w="med" len="med"/>
          </a:ln>
          <a:effectLst/>
        </p:spPr>
        <p:style>
          <a:lnRef idx="0">
            <a:scrgbClr r="0" g="0" b="0"/>
          </a:lnRef>
          <a:fillRef idx="0">
            <a:scrgbClr r="0" g="0" b="0"/>
          </a:fillRef>
          <a:effectRef idx="0">
            <a:scrgbClr r="0" g="0" b="0"/>
          </a:effectRef>
          <a:fontRef idx="major"/>
        </p:style>
        <p:txBody>
          <a:bodyPr vert="horz"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24" name="Rectangle 14">
            <a:extLst>
              <a:ext uri="{FF2B5EF4-FFF2-40B4-BE49-F238E27FC236}">
                <a16:creationId xmlns:a16="http://schemas.microsoft.com/office/drawing/2014/main" id="{5FEBE019-2993-6BB6-030C-A1BCC2D52660}"/>
              </a:ext>
            </a:extLst>
          </p:cNvPr>
          <p:cNvSpPr/>
          <p:nvPr/>
        </p:nvSpPr>
        <p:spPr bwMode="auto">
          <a:xfrm>
            <a:off x="5391217" y="3561472"/>
            <a:ext cx="2257358" cy="2938196"/>
          </a:xfrm>
          <a:prstGeom prst="rect">
            <a:avLst/>
          </a:prstGeom>
          <a:noFill/>
          <a:ln w="38100" cap="flat" cmpd="sng" algn="ctr">
            <a:solidFill>
              <a:schemeClr val="bg1">
                <a:lumMod val="50000"/>
              </a:schemeClr>
            </a:solidFill>
            <a:prstDash val="solid"/>
            <a:headEnd type="none" w="med" len="med"/>
            <a:tailEnd type="none" w="med" len="med"/>
          </a:ln>
          <a:effectLst/>
        </p:spPr>
        <p:style>
          <a:lnRef idx="0">
            <a:scrgbClr r="0" g="0" b="0"/>
          </a:lnRef>
          <a:fillRef idx="0">
            <a:scrgbClr r="0" g="0" b="0"/>
          </a:fillRef>
          <a:effectRef idx="0">
            <a:scrgbClr r="0" g="0" b="0"/>
          </a:effectRef>
          <a:fontRef idx="major"/>
        </p:style>
        <p:txBody>
          <a:bodyPr vert="horz"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Yu Gothic UI" panose="020B0500000000000000" pitchFamily="50" charset="-128"/>
              <a:ea typeface="Yu Gothic UI" panose="020B0500000000000000" pitchFamily="50" charset="-128"/>
              <a:cs typeface="+mn-cs"/>
            </a:endParaRPr>
          </a:p>
        </p:txBody>
      </p:sp>
      <p:grpSp>
        <p:nvGrpSpPr>
          <p:cNvPr id="25" name="グループ化 24">
            <a:extLst>
              <a:ext uri="{FF2B5EF4-FFF2-40B4-BE49-F238E27FC236}">
                <a16:creationId xmlns:a16="http://schemas.microsoft.com/office/drawing/2014/main" id="{02A25456-8BC6-67E2-8604-80D23DF2F289}"/>
              </a:ext>
            </a:extLst>
          </p:cNvPr>
          <p:cNvGrpSpPr/>
          <p:nvPr/>
        </p:nvGrpSpPr>
        <p:grpSpPr>
          <a:xfrm>
            <a:off x="743923" y="5806200"/>
            <a:ext cx="602959" cy="660259"/>
            <a:chOff x="5952934" y="4564080"/>
            <a:chExt cx="602959" cy="660259"/>
          </a:xfrm>
        </p:grpSpPr>
        <p:sp>
          <p:nvSpPr>
            <p:cNvPr id="26" name="Freeform: Shape 390">
              <a:extLst>
                <a:ext uri="{FF2B5EF4-FFF2-40B4-BE49-F238E27FC236}">
                  <a16:creationId xmlns:a16="http://schemas.microsoft.com/office/drawing/2014/main" id="{CC864276-1AF8-3135-7809-DBFC47BDAC76}"/>
                </a:ext>
              </a:extLst>
            </p:cNvPr>
            <p:cNvSpPr/>
            <p:nvPr/>
          </p:nvSpPr>
          <p:spPr>
            <a:xfrm>
              <a:off x="5952934" y="4564080"/>
              <a:ext cx="602959" cy="660259"/>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27" name="Freeform: Shape 400">
              <a:extLst>
                <a:ext uri="{FF2B5EF4-FFF2-40B4-BE49-F238E27FC236}">
                  <a16:creationId xmlns:a16="http://schemas.microsoft.com/office/drawing/2014/main" id="{40933BDF-B7F8-D645-7380-843D3A694E35}"/>
                </a:ext>
              </a:extLst>
            </p:cNvPr>
            <p:cNvSpPr/>
            <p:nvPr/>
          </p:nvSpPr>
          <p:spPr>
            <a:xfrm>
              <a:off x="6068514"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28" name="Freeform: Shape 401">
              <a:extLst>
                <a:ext uri="{FF2B5EF4-FFF2-40B4-BE49-F238E27FC236}">
                  <a16:creationId xmlns:a16="http://schemas.microsoft.com/office/drawing/2014/main" id="{FF32EFB2-4254-0C29-50B6-B67BCECD7487}"/>
                </a:ext>
              </a:extLst>
            </p:cNvPr>
            <p:cNvSpPr/>
            <p:nvPr/>
          </p:nvSpPr>
          <p:spPr>
            <a:xfrm>
              <a:off x="6181555" y="4894357"/>
              <a:ext cx="140898" cy="228277"/>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29" name="Freeform: Shape 402">
              <a:extLst>
                <a:ext uri="{FF2B5EF4-FFF2-40B4-BE49-F238E27FC236}">
                  <a16:creationId xmlns:a16="http://schemas.microsoft.com/office/drawing/2014/main" id="{E1ED26F3-F1C3-D35E-0D4D-E28739F5A9EC}"/>
                </a:ext>
              </a:extLst>
            </p:cNvPr>
            <p:cNvSpPr/>
            <p:nvPr/>
          </p:nvSpPr>
          <p:spPr>
            <a:xfrm>
              <a:off x="6331033"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grpSp>
      <p:sp>
        <p:nvSpPr>
          <p:cNvPr id="30" name="TextBox 180">
            <a:extLst>
              <a:ext uri="{FF2B5EF4-FFF2-40B4-BE49-F238E27FC236}">
                <a16:creationId xmlns:a16="http://schemas.microsoft.com/office/drawing/2014/main" id="{67AAF7AC-2161-68AC-5D16-87132A3DF147}"/>
              </a:ext>
            </a:extLst>
          </p:cNvPr>
          <p:cNvSpPr txBox="1"/>
          <p:nvPr/>
        </p:nvSpPr>
        <p:spPr>
          <a:xfrm>
            <a:off x="822333" y="5465827"/>
            <a:ext cx="716821" cy="276999"/>
          </a:xfrm>
          <a:prstGeom prst="rect">
            <a:avLst/>
          </a:prstGeom>
          <a:noFill/>
        </p:spPr>
        <p:txBody>
          <a:bodyPr wrap="square" lIns="0" tIns="0" rIns="0" bIns="0" rtlCol="0">
            <a:spAutoFit/>
          </a:bodyPr>
          <a:lstStyle/>
          <a:p>
            <a:pPr defTabSz="932563">
              <a:spcAft>
                <a:spcPts val="408"/>
              </a:spcAft>
              <a:buClr>
                <a:srgbClr val="000000"/>
              </a:buClr>
              <a:defRPr/>
            </a:pPr>
            <a:r>
              <a:rPr lang="en-US" altLang="ja-JP" dirty="0">
                <a:solidFill>
                  <a:srgbClr val="000000"/>
                </a:solidFill>
                <a:latin typeface="Yu Gothic UI" panose="020B0500000000000000" pitchFamily="50" charset="-128"/>
                <a:ea typeface="Yu Gothic UI" panose="020B0500000000000000" pitchFamily="50" charset="-128"/>
              </a:rPr>
              <a:t>AZ1</a:t>
            </a:r>
            <a:endParaRPr lang="ja-JP" altLang="en-US" dirty="0">
              <a:solidFill>
                <a:srgbClr val="000000"/>
              </a:solidFill>
              <a:latin typeface="Yu Gothic UI" panose="020B0500000000000000" pitchFamily="50" charset="-128"/>
              <a:ea typeface="Yu Gothic UI" panose="020B0500000000000000" pitchFamily="50" charset="-128"/>
            </a:endParaRPr>
          </a:p>
        </p:txBody>
      </p:sp>
      <p:sp>
        <p:nvSpPr>
          <p:cNvPr id="31" name="正方形/長方形 30">
            <a:extLst>
              <a:ext uri="{FF2B5EF4-FFF2-40B4-BE49-F238E27FC236}">
                <a16:creationId xmlns:a16="http://schemas.microsoft.com/office/drawing/2014/main" id="{03FB02C4-4040-7C99-B164-A023993C0FE5}"/>
              </a:ext>
            </a:extLst>
          </p:cNvPr>
          <p:cNvSpPr/>
          <p:nvPr/>
        </p:nvSpPr>
        <p:spPr>
          <a:xfrm>
            <a:off x="8756822" y="1344092"/>
            <a:ext cx="2980476" cy="878079"/>
          </a:xfrm>
          <a:prstGeom prst="rect">
            <a:avLst/>
          </a:prstGeom>
          <a:solidFill>
            <a:schemeClr val="bg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ja-JP" altLang="en-US"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ロードバランサー</a:t>
            </a:r>
            <a:endParaRPr lang="en-US" altLang="ja-JP"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endParaRPr>
          </a:p>
          <a:p>
            <a:r>
              <a:rPr lang="en-US" altLang="ja-JP"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a:t>
            </a:r>
            <a:r>
              <a:rPr lang="ja-JP" altLang="en-US"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ゾーン障害対応</a:t>
            </a:r>
            <a:r>
              <a:rPr lang="en-US" altLang="ja-JP"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a:t>
            </a:r>
            <a:endParaRPr lang="ja-JP" altLang="en-US"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endParaRPr>
          </a:p>
        </p:txBody>
      </p:sp>
      <p:cxnSp>
        <p:nvCxnSpPr>
          <p:cNvPr id="32" name="直線コネクタ 31">
            <a:extLst>
              <a:ext uri="{FF2B5EF4-FFF2-40B4-BE49-F238E27FC236}">
                <a16:creationId xmlns:a16="http://schemas.microsoft.com/office/drawing/2014/main" id="{4F361570-5D43-D9E1-2226-FCBBEF6AFBEB}"/>
              </a:ext>
            </a:extLst>
          </p:cNvPr>
          <p:cNvCxnSpPr>
            <a:cxnSpLocks/>
          </p:cNvCxnSpPr>
          <p:nvPr/>
        </p:nvCxnSpPr>
        <p:spPr>
          <a:xfrm>
            <a:off x="4591251" y="1811204"/>
            <a:ext cx="4165571" cy="0"/>
          </a:xfrm>
          <a:prstGeom prst="line">
            <a:avLst/>
          </a:prstGeom>
          <a:ln w="28575">
            <a:solidFill>
              <a:schemeClr val="accent1">
                <a:lumMod val="7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C7EB9DE1-940B-ABBD-CBB0-73A6774ABC5B}"/>
              </a:ext>
            </a:extLst>
          </p:cNvPr>
          <p:cNvSpPr/>
          <p:nvPr/>
        </p:nvSpPr>
        <p:spPr>
          <a:xfrm>
            <a:off x="8756823" y="2555322"/>
            <a:ext cx="2980476" cy="646550"/>
          </a:xfrm>
          <a:prstGeom prst="rect">
            <a:avLst/>
          </a:prstGeom>
          <a:solidFill>
            <a:schemeClr val="bg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lvl="0"/>
            <a:r>
              <a:rPr lang="ja-JP" altLang="en-US" sz="200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可用性ゾーン</a:t>
            </a:r>
            <a:endParaRPr lang="ja-JP" altLang="en-US" sz="1200" dirty="0">
              <a:solidFill>
                <a:prstClr val="black"/>
              </a:solidFill>
              <a:latin typeface="Yu Gothic UI" panose="020B0500000000000000" pitchFamily="50" charset="-128"/>
              <a:ea typeface="Yu Gothic UI" panose="020B0500000000000000" pitchFamily="50" charset="-128"/>
            </a:endParaRPr>
          </a:p>
        </p:txBody>
      </p:sp>
      <p:cxnSp>
        <p:nvCxnSpPr>
          <p:cNvPr id="34" name="直線コネクタ 33">
            <a:extLst>
              <a:ext uri="{FF2B5EF4-FFF2-40B4-BE49-F238E27FC236}">
                <a16:creationId xmlns:a16="http://schemas.microsoft.com/office/drawing/2014/main" id="{1BEE37B8-1C13-70BA-0716-D0B8B669B1CC}"/>
              </a:ext>
            </a:extLst>
          </p:cNvPr>
          <p:cNvCxnSpPr>
            <a:cxnSpLocks/>
            <a:endCxn id="33" idx="1"/>
          </p:cNvCxnSpPr>
          <p:nvPr/>
        </p:nvCxnSpPr>
        <p:spPr>
          <a:xfrm flipV="1">
            <a:off x="3130826" y="2878597"/>
            <a:ext cx="5625997" cy="682875"/>
          </a:xfrm>
          <a:prstGeom prst="line">
            <a:avLst/>
          </a:prstGeom>
          <a:ln w="28575">
            <a:solidFill>
              <a:schemeClr val="accent1">
                <a:lumMod val="7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4B7D8E70-C31E-CE30-3934-10E76C8A713A}"/>
              </a:ext>
            </a:extLst>
          </p:cNvPr>
          <p:cNvCxnSpPr>
            <a:cxnSpLocks/>
            <a:endCxn id="33" idx="1"/>
          </p:cNvCxnSpPr>
          <p:nvPr/>
        </p:nvCxnSpPr>
        <p:spPr>
          <a:xfrm flipV="1">
            <a:off x="7757042" y="2878597"/>
            <a:ext cx="999781" cy="682875"/>
          </a:xfrm>
          <a:prstGeom prst="line">
            <a:avLst/>
          </a:prstGeom>
          <a:ln w="28575">
            <a:solidFill>
              <a:schemeClr val="accent1">
                <a:lumMod val="7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180">
            <a:extLst>
              <a:ext uri="{FF2B5EF4-FFF2-40B4-BE49-F238E27FC236}">
                <a16:creationId xmlns:a16="http://schemas.microsoft.com/office/drawing/2014/main" id="{02C9922B-F257-FD70-4E28-D2A96FA95A3C}"/>
              </a:ext>
            </a:extLst>
          </p:cNvPr>
          <p:cNvSpPr txBox="1"/>
          <p:nvPr/>
        </p:nvSpPr>
        <p:spPr>
          <a:xfrm>
            <a:off x="8404210" y="3675355"/>
            <a:ext cx="3388762" cy="2575064"/>
          </a:xfrm>
          <a:prstGeom prst="rect">
            <a:avLst/>
          </a:prstGeom>
          <a:noFill/>
        </p:spPr>
        <p:txBody>
          <a:bodyPr wrap="square" lIns="0" tIns="0" rIns="0" bIns="0" rtlCol="0">
            <a:spAutoFit/>
          </a:bodyPr>
          <a:lstStyle/>
          <a:p>
            <a:pPr marL="174862" indent="-174862" defTabSz="932563">
              <a:spcAft>
                <a:spcPts val="408"/>
              </a:spcAft>
              <a:buClr>
                <a:srgbClr val="000000"/>
              </a:buClr>
              <a:buFont typeface="Arial" panose="020B0604020202020204" pitchFamily="34" charset="0"/>
              <a:buChar char="•"/>
              <a:defRPr/>
            </a:pPr>
            <a:r>
              <a:rPr lang="en-US" altLang="ja-JP" sz="1400" dirty="0">
                <a:solidFill>
                  <a:srgbClr val="000000"/>
                </a:solidFill>
                <a:latin typeface="Yu Gothic UI" panose="020B0500000000000000" pitchFamily="50" charset="-128"/>
                <a:ea typeface="Yu Gothic UI" panose="020B0500000000000000" pitchFamily="50" charset="-128"/>
              </a:rPr>
              <a:t>Azure</a:t>
            </a:r>
            <a:r>
              <a:rPr lang="ja-JP" altLang="en-US" sz="1400" dirty="0">
                <a:solidFill>
                  <a:srgbClr val="000000"/>
                </a:solidFill>
                <a:latin typeface="Yu Gothic UI" panose="020B0500000000000000" pitchFamily="50" charset="-128"/>
                <a:ea typeface="Yu Gothic UI" panose="020B0500000000000000" pitchFamily="50" charset="-128"/>
              </a:rPr>
              <a:t> </a:t>
            </a:r>
            <a:r>
              <a:rPr lang="en-US" altLang="ja-JP" sz="1400" dirty="0">
                <a:solidFill>
                  <a:srgbClr val="000000"/>
                </a:solidFill>
                <a:latin typeface="Yu Gothic UI" panose="020B0500000000000000" pitchFamily="50" charset="-128"/>
                <a:ea typeface="Yu Gothic UI" panose="020B0500000000000000" pitchFamily="50" charset="-128"/>
              </a:rPr>
              <a:t>VM</a:t>
            </a:r>
            <a:r>
              <a:rPr lang="ja-JP" altLang="en-US" sz="1400" dirty="0">
                <a:solidFill>
                  <a:srgbClr val="000000"/>
                </a:solidFill>
                <a:latin typeface="Yu Gothic UI" panose="020B0500000000000000" pitchFamily="50" charset="-128"/>
                <a:ea typeface="Yu Gothic UI" panose="020B0500000000000000" pitchFamily="50" charset="-128"/>
              </a:rPr>
              <a:t> を配置するゾーンはユーザーが仮想マシンをデプロイするタイミングで決定</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en-US" altLang="ja-JP" sz="1400" dirty="0">
                <a:solidFill>
                  <a:srgbClr val="000000"/>
                </a:solidFill>
                <a:latin typeface="Yu Gothic UI" panose="020B0500000000000000" pitchFamily="50" charset="-128"/>
                <a:ea typeface="Yu Gothic UI" panose="020B0500000000000000" pitchFamily="50" charset="-128"/>
              </a:rPr>
              <a:t>Azure</a:t>
            </a:r>
            <a:r>
              <a:rPr lang="ja-JP" altLang="en-US" sz="1400" dirty="0">
                <a:solidFill>
                  <a:srgbClr val="000000"/>
                </a:solidFill>
                <a:latin typeface="Yu Gothic UI" panose="020B0500000000000000" pitchFamily="50" charset="-128"/>
                <a:ea typeface="Yu Gothic UI" panose="020B0500000000000000" pitchFamily="50" charset="-128"/>
              </a:rPr>
              <a:t> </a:t>
            </a:r>
            <a:r>
              <a:rPr lang="en-US" altLang="ja-JP" sz="1400" dirty="0">
                <a:solidFill>
                  <a:srgbClr val="000000"/>
                </a:solidFill>
                <a:latin typeface="Yu Gothic UI" panose="020B0500000000000000" pitchFamily="50" charset="-128"/>
                <a:ea typeface="Yu Gothic UI" panose="020B0500000000000000" pitchFamily="50" charset="-128"/>
              </a:rPr>
              <a:t>VM</a:t>
            </a:r>
            <a:r>
              <a:rPr lang="ja-JP" altLang="en-US" sz="1400" dirty="0">
                <a:solidFill>
                  <a:srgbClr val="000000"/>
                </a:solidFill>
                <a:latin typeface="Yu Gothic UI" panose="020B0500000000000000" pitchFamily="50" charset="-128"/>
                <a:ea typeface="Yu Gothic UI" panose="020B0500000000000000" pitchFamily="50" charset="-128"/>
              </a:rPr>
              <a:t> そのものはゾーン障害に対応するような機能はなし</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ゾーン障害に対応した </a:t>
            </a:r>
            <a:r>
              <a:rPr lang="en-US" altLang="ja-JP" sz="1400" dirty="0">
                <a:solidFill>
                  <a:srgbClr val="000000"/>
                </a:solidFill>
                <a:latin typeface="Yu Gothic UI" panose="020B0500000000000000" pitchFamily="50" charset="-128"/>
                <a:ea typeface="Yu Gothic UI" panose="020B0500000000000000" pitchFamily="50" charset="-128"/>
              </a:rPr>
              <a:t>Azure Application Gateway </a:t>
            </a:r>
            <a:r>
              <a:rPr lang="ja-JP" altLang="en-US" sz="1400" dirty="0">
                <a:solidFill>
                  <a:srgbClr val="000000"/>
                </a:solidFill>
                <a:latin typeface="Yu Gothic UI" panose="020B0500000000000000" pitchFamily="50" charset="-128"/>
                <a:ea typeface="Yu Gothic UI" panose="020B0500000000000000" pitchFamily="50" charset="-128"/>
              </a:rPr>
              <a:t>や </a:t>
            </a:r>
            <a:r>
              <a:rPr lang="en-US" altLang="ja-JP" sz="1400" dirty="0">
                <a:solidFill>
                  <a:srgbClr val="000000"/>
                </a:solidFill>
                <a:latin typeface="Yu Gothic UI" panose="020B0500000000000000" pitchFamily="50" charset="-128"/>
                <a:ea typeface="Yu Gothic UI" panose="020B0500000000000000" pitchFamily="50" charset="-128"/>
              </a:rPr>
              <a:t>Azure Local Balancer </a:t>
            </a:r>
            <a:r>
              <a:rPr lang="ja-JP" altLang="en-US" sz="1400" dirty="0">
                <a:solidFill>
                  <a:srgbClr val="000000"/>
                </a:solidFill>
                <a:latin typeface="Yu Gothic UI" panose="020B0500000000000000" pitchFamily="50" charset="-128"/>
                <a:ea typeface="Yu Gothic UI" panose="020B0500000000000000" pitchFamily="50" charset="-128"/>
              </a:rPr>
              <a:t>を利用し、ゾーン障害の発生に備える</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切り替え時間はロードバランサーの切り替え速度に依存 </a:t>
            </a:r>
            <a:r>
              <a:rPr lang="en-US" altLang="ja-JP" sz="1400" dirty="0">
                <a:solidFill>
                  <a:srgbClr val="000000"/>
                </a:solidFill>
                <a:latin typeface="Yu Gothic UI" panose="020B0500000000000000" pitchFamily="50" charset="-128"/>
                <a:ea typeface="Yu Gothic UI" panose="020B0500000000000000" pitchFamily="50" charset="-128"/>
              </a:rPr>
              <a:t>( </a:t>
            </a:r>
            <a:r>
              <a:rPr lang="ja-JP" altLang="en-US" sz="1400" dirty="0">
                <a:solidFill>
                  <a:srgbClr val="000000"/>
                </a:solidFill>
                <a:latin typeface="Yu Gothic UI" panose="020B0500000000000000" pitchFamily="50" charset="-128"/>
                <a:ea typeface="Yu Gothic UI" panose="020B0500000000000000" pitchFamily="50" charset="-128"/>
              </a:rPr>
              <a:t>基本的に短時間で切り替え </a:t>
            </a:r>
            <a:r>
              <a:rPr lang="en-US" altLang="ja-JP" sz="1400" dirty="0">
                <a:solidFill>
                  <a:srgbClr val="000000"/>
                </a:solidFill>
                <a:latin typeface="Yu Gothic UI" panose="020B0500000000000000" pitchFamily="50" charset="-128"/>
                <a:ea typeface="Yu Gothic UI" panose="020B0500000000000000" pitchFamily="50" charset="-128"/>
              </a:rPr>
              <a:t>)</a:t>
            </a: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ゾーン障害復旧までは、そのゾーンに配置されていた仮想マシンはダウン状態</a:t>
            </a:r>
            <a:endParaRPr lang="en-US" altLang="ja-JP" sz="1400" dirty="0">
              <a:solidFill>
                <a:srgbClr val="000000"/>
              </a:solidFill>
              <a:latin typeface="Yu Gothic UI" panose="020B0500000000000000" pitchFamily="50" charset="-128"/>
              <a:ea typeface="Yu Gothic UI" panose="020B0500000000000000" pitchFamily="50" charset="-128"/>
            </a:endParaRPr>
          </a:p>
        </p:txBody>
      </p:sp>
      <p:grpSp>
        <p:nvGrpSpPr>
          <p:cNvPr id="37" name="グループ化 36">
            <a:extLst>
              <a:ext uri="{FF2B5EF4-FFF2-40B4-BE49-F238E27FC236}">
                <a16:creationId xmlns:a16="http://schemas.microsoft.com/office/drawing/2014/main" id="{610FBF79-9118-2C90-D017-9683B3A62CCE}"/>
              </a:ext>
            </a:extLst>
          </p:cNvPr>
          <p:cNvGrpSpPr/>
          <p:nvPr/>
        </p:nvGrpSpPr>
        <p:grpSpPr>
          <a:xfrm>
            <a:off x="6961811" y="5806200"/>
            <a:ext cx="602959" cy="660259"/>
            <a:chOff x="5952934" y="4564080"/>
            <a:chExt cx="602959" cy="660259"/>
          </a:xfrm>
        </p:grpSpPr>
        <p:sp>
          <p:nvSpPr>
            <p:cNvPr id="38" name="Freeform: Shape 390">
              <a:extLst>
                <a:ext uri="{FF2B5EF4-FFF2-40B4-BE49-F238E27FC236}">
                  <a16:creationId xmlns:a16="http://schemas.microsoft.com/office/drawing/2014/main" id="{D8AE47DF-C570-1F62-242A-B1DC99DD3431}"/>
                </a:ext>
              </a:extLst>
            </p:cNvPr>
            <p:cNvSpPr/>
            <p:nvPr/>
          </p:nvSpPr>
          <p:spPr>
            <a:xfrm>
              <a:off x="5952934" y="4564080"/>
              <a:ext cx="602959" cy="660259"/>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39" name="Freeform: Shape 400">
              <a:extLst>
                <a:ext uri="{FF2B5EF4-FFF2-40B4-BE49-F238E27FC236}">
                  <a16:creationId xmlns:a16="http://schemas.microsoft.com/office/drawing/2014/main" id="{4E52E08C-26A9-FA59-F87D-0618AF31AC9A}"/>
                </a:ext>
              </a:extLst>
            </p:cNvPr>
            <p:cNvSpPr/>
            <p:nvPr/>
          </p:nvSpPr>
          <p:spPr>
            <a:xfrm>
              <a:off x="6068514"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40" name="Freeform: Shape 401">
              <a:extLst>
                <a:ext uri="{FF2B5EF4-FFF2-40B4-BE49-F238E27FC236}">
                  <a16:creationId xmlns:a16="http://schemas.microsoft.com/office/drawing/2014/main" id="{ACFDCBA1-05A0-6F23-6862-548FC8F401CC}"/>
                </a:ext>
              </a:extLst>
            </p:cNvPr>
            <p:cNvSpPr/>
            <p:nvPr/>
          </p:nvSpPr>
          <p:spPr>
            <a:xfrm>
              <a:off x="6181555" y="4894357"/>
              <a:ext cx="140898" cy="228277"/>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41" name="Freeform: Shape 402">
              <a:extLst>
                <a:ext uri="{FF2B5EF4-FFF2-40B4-BE49-F238E27FC236}">
                  <a16:creationId xmlns:a16="http://schemas.microsoft.com/office/drawing/2014/main" id="{4B232E11-A560-DDD1-9B11-44972F8D6AA7}"/>
                </a:ext>
              </a:extLst>
            </p:cNvPr>
            <p:cNvSpPr/>
            <p:nvPr/>
          </p:nvSpPr>
          <p:spPr>
            <a:xfrm>
              <a:off x="6331033"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grpSp>
      <p:sp>
        <p:nvSpPr>
          <p:cNvPr id="42" name="TextBox 180">
            <a:extLst>
              <a:ext uri="{FF2B5EF4-FFF2-40B4-BE49-F238E27FC236}">
                <a16:creationId xmlns:a16="http://schemas.microsoft.com/office/drawing/2014/main" id="{64AD0387-95DE-CBEC-A6E9-8A32AA37214E}"/>
              </a:ext>
            </a:extLst>
          </p:cNvPr>
          <p:cNvSpPr txBox="1"/>
          <p:nvPr/>
        </p:nvSpPr>
        <p:spPr>
          <a:xfrm>
            <a:off x="7040221" y="5465827"/>
            <a:ext cx="716821" cy="276999"/>
          </a:xfrm>
          <a:prstGeom prst="rect">
            <a:avLst/>
          </a:prstGeom>
          <a:noFill/>
        </p:spPr>
        <p:txBody>
          <a:bodyPr wrap="square" lIns="0" tIns="0" rIns="0" bIns="0" rtlCol="0">
            <a:spAutoFit/>
          </a:bodyPr>
          <a:lstStyle/>
          <a:p>
            <a:pPr defTabSz="932563">
              <a:spcAft>
                <a:spcPts val="408"/>
              </a:spcAft>
              <a:buClr>
                <a:srgbClr val="000000"/>
              </a:buClr>
              <a:defRPr/>
            </a:pPr>
            <a:r>
              <a:rPr lang="en-US" altLang="ja-JP" dirty="0">
                <a:solidFill>
                  <a:srgbClr val="000000"/>
                </a:solidFill>
                <a:latin typeface="Yu Gothic UI" panose="020B0500000000000000" pitchFamily="50" charset="-128"/>
                <a:ea typeface="Yu Gothic UI" panose="020B0500000000000000" pitchFamily="50" charset="-128"/>
              </a:rPr>
              <a:t>AZ2</a:t>
            </a:r>
            <a:endParaRPr lang="ja-JP" altLang="en-US" dirty="0">
              <a:solidFill>
                <a:srgbClr val="000000"/>
              </a:solidFill>
              <a:latin typeface="Yu Gothic UI" panose="020B0500000000000000" pitchFamily="50" charset="-128"/>
              <a:ea typeface="Yu Gothic UI" panose="020B0500000000000000" pitchFamily="50" charset="-128"/>
            </a:endParaRPr>
          </a:p>
        </p:txBody>
      </p:sp>
      <p:pic>
        <p:nvPicPr>
          <p:cNvPr id="43" name="グラフィックス 42">
            <a:extLst>
              <a:ext uri="{FF2B5EF4-FFF2-40B4-BE49-F238E27FC236}">
                <a16:creationId xmlns:a16="http://schemas.microsoft.com/office/drawing/2014/main" id="{BB5AE955-A7A5-359E-B2D1-EE71031548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98003" y="4618333"/>
            <a:ext cx="773100" cy="773100"/>
          </a:xfrm>
          <a:prstGeom prst="rect">
            <a:avLst/>
          </a:prstGeom>
        </p:spPr>
      </p:pic>
      <p:pic>
        <p:nvPicPr>
          <p:cNvPr id="44" name="グラフィックス 43">
            <a:extLst>
              <a:ext uri="{FF2B5EF4-FFF2-40B4-BE49-F238E27FC236}">
                <a16:creationId xmlns:a16="http://schemas.microsoft.com/office/drawing/2014/main" id="{E704B3FF-8543-BC7D-77AE-42C52C15B8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0136" y="4656411"/>
            <a:ext cx="773100" cy="773100"/>
          </a:xfrm>
          <a:prstGeom prst="rect">
            <a:avLst/>
          </a:prstGeom>
        </p:spPr>
      </p:pic>
      <p:pic>
        <p:nvPicPr>
          <p:cNvPr id="45" name="グラフィックス 44">
            <a:extLst>
              <a:ext uri="{FF2B5EF4-FFF2-40B4-BE49-F238E27FC236}">
                <a16:creationId xmlns:a16="http://schemas.microsoft.com/office/drawing/2014/main" id="{B0CFD173-4A88-9C8D-EC7C-AA8D4A04FF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63778" y="5643000"/>
            <a:ext cx="646109" cy="646109"/>
          </a:xfrm>
          <a:prstGeom prst="rect">
            <a:avLst/>
          </a:prstGeom>
        </p:spPr>
      </p:pic>
      <p:pic>
        <p:nvPicPr>
          <p:cNvPr id="46" name="グラフィックス 45">
            <a:extLst>
              <a:ext uri="{FF2B5EF4-FFF2-40B4-BE49-F238E27FC236}">
                <a16:creationId xmlns:a16="http://schemas.microsoft.com/office/drawing/2014/main" id="{598B4D90-22CA-5640-79EF-AA4D37AED1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835" y="5637320"/>
            <a:ext cx="646109" cy="646109"/>
          </a:xfrm>
          <a:prstGeom prst="rect">
            <a:avLst/>
          </a:prstGeom>
        </p:spPr>
      </p:pic>
      <p:pic>
        <p:nvPicPr>
          <p:cNvPr id="47" name="グラフィックス 46">
            <a:extLst>
              <a:ext uri="{FF2B5EF4-FFF2-40B4-BE49-F238E27FC236}">
                <a16:creationId xmlns:a16="http://schemas.microsoft.com/office/drawing/2014/main" id="{10A2BA24-A815-1FD9-C05D-5D537FEC30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7932" y="1563376"/>
            <a:ext cx="782222" cy="769481"/>
          </a:xfrm>
          <a:prstGeom prst="rect">
            <a:avLst/>
          </a:prstGeom>
        </p:spPr>
      </p:pic>
      <p:pic>
        <p:nvPicPr>
          <p:cNvPr id="48" name="グラフィックス 47">
            <a:extLst>
              <a:ext uri="{FF2B5EF4-FFF2-40B4-BE49-F238E27FC236}">
                <a16:creationId xmlns:a16="http://schemas.microsoft.com/office/drawing/2014/main" id="{6BA48F11-3489-AB54-39FD-AAF0101BEFD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4177" y="2463258"/>
            <a:ext cx="443239" cy="443239"/>
          </a:xfrm>
          <a:prstGeom prst="rect">
            <a:avLst/>
          </a:prstGeom>
        </p:spPr>
      </p:pic>
      <p:pic>
        <p:nvPicPr>
          <p:cNvPr id="49" name="グラフィックス 48">
            <a:extLst>
              <a:ext uri="{FF2B5EF4-FFF2-40B4-BE49-F238E27FC236}">
                <a16:creationId xmlns:a16="http://schemas.microsoft.com/office/drawing/2014/main" id="{5AC33E29-1C07-B937-C71A-71E98B84F6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71780" y="2365181"/>
            <a:ext cx="443239" cy="443239"/>
          </a:xfrm>
          <a:prstGeom prst="rect">
            <a:avLst/>
          </a:prstGeom>
        </p:spPr>
      </p:pic>
      <p:pic>
        <p:nvPicPr>
          <p:cNvPr id="50" name="グラフィックス 49">
            <a:extLst>
              <a:ext uri="{FF2B5EF4-FFF2-40B4-BE49-F238E27FC236}">
                <a16:creationId xmlns:a16="http://schemas.microsoft.com/office/drawing/2014/main" id="{8F4D5F41-141C-E752-0B18-CCF0073C74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82886" y="3876406"/>
            <a:ext cx="403334" cy="403334"/>
          </a:xfrm>
          <a:prstGeom prst="rect">
            <a:avLst/>
          </a:prstGeom>
        </p:spPr>
      </p:pic>
      <p:pic>
        <p:nvPicPr>
          <p:cNvPr id="51" name="グラフィックス 50">
            <a:extLst>
              <a:ext uri="{FF2B5EF4-FFF2-40B4-BE49-F238E27FC236}">
                <a16:creationId xmlns:a16="http://schemas.microsoft.com/office/drawing/2014/main" id="{6EFDA127-CA08-1572-290E-45904833760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85019" y="3876406"/>
            <a:ext cx="403334" cy="403334"/>
          </a:xfrm>
          <a:prstGeom prst="rect">
            <a:avLst/>
          </a:prstGeom>
        </p:spPr>
      </p:pic>
      <p:pic>
        <p:nvPicPr>
          <p:cNvPr id="52" name="グラフィックス 51">
            <a:extLst>
              <a:ext uri="{FF2B5EF4-FFF2-40B4-BE49-F238E27FC236}">
                <a16:creationId xmlns:a16="http://schemas.microsoft.com/office/drawing/2014/main" id="{5554F8AC-3BF3-C1C7-3D8B-EC557A6C92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98003" y="1328738"/>
            <a:ext cx="524069" cy="524444"/>
          </a:xfrm>
          <a:prstGeom prst="rect">
            <a:avLst/>
          </a:prstGeom>
        </p:spPr>
      </p:pic>
    </p:spTree>
    <p:extLst>
      <p:ext uri="{BB962C8B-B14F-4D97-AF65-F5344CB8AC3E}">
        <p14:creationId xmlns:p14="http://schemas.microsoft.com/office/powerpoint/2010/main" val="7222098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3EA73-3F41-ABE0-1167-8EE4C2120F9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C0E0DA-A353-AC0D-06D3-2C9E73106D5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ゾーン障害に対応した構成</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SQL Server </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などの場合</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41BE549E-0D5E-9AC1-E3B3-79429E051AD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2A3E7C6-6DB8-0FAD-E212-B0186C91684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pSp>
        <p:nvGrpSpPr>
          <p:cNvPr id="15" name="グループ化 14">
            <a:extLst>
              <a:ext uri="{FF2B5EF4-FFF2-40B4-BE49-F238E27FC236}">
                <a16:creationId xmlns:a16="http://schemas.microsoft.com/office/drawing/2014/main" id="{F270636C-327E-D33A-4DD9-6151F26F4921}"/>
              </a:ext>
            </a:extLst>
          </p:cNvPr>
          <p:cNvGrpSpPr/>
          <p:nvPr/>
        </p:nvGrpSpPr>
        <p:grpSpPr>
          <a:xfrm>
            <a:off x="1525066" y="3396651"/>
            <a:ext cx="660200" cy="3013888"/>
            <a:chOff x="1477057" y="2698417"/>
            <a:chExt cx="774149" cy="3534079"/>
          </a:xfrm>
        </p:grpSpPr>
        <p:cxnSp>
          <p:nvCxnSpPr>
            <p:cNvPr id="16" name="直線コネクタ 15">
              <a:extLst>
                <a:ext uri="{FF2B5EF4-FFF2-40B4-BE49-F238E27FC236}">
                  <a16:creationId xmlns:a16="http://schemas.microsoft.com/office/drawing/2014/main" id="{33E21FFC-5A7E-B115-16EE-D011E1AC4325}"/>
                </a:ext>
              </a:extLst>
            </p:cNvPr>
            <p:cNvCxnSpPr>
              <a:cxnSpLocks/>
              <a:stCxn id="74" idx="2"/>
            </p:cNvCxnSpPr>
            <p:nvPr/>
          </p:nvCxnSpPr>
          <p:spPr>
            <a:xfrm flipH="1">
              <a:off x="1923210" y="2698417"/>
              <a:ext cx="490" cy="205916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AEC37CF4-3460-1194-B2BD-B97FB3471E0C}"/>
                </a:ext>
              </a:extLst>
            </p:cNvPr>
            <p:cNvSpPr/>
            <p:nvPr/>
          </p:nvSpPr>
          <p:spPr>
            <a:xfrm>
              <a:off x="1477057" y="5505068"/>
              <a:ext cx="774149" cy="7274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50" charset="-128"/>
                <a:ea typeface="Yu Gothic UI" panose="020B0500000000000000" pitchFamily="50" charset="-128"/>
              </a:endParaRPr>
            </a:p>
          </p:txBody>
        </p:sp>
        <p:cxnSp>
          <p:nvCxnSpPr>
            <p:cNvPr id="18" name="直線コネクタ 17">
              <a:extLst>
                <a:ext uri="{FF2B5EF4-FFF2-40B4-BE49-F238E27FC236}">
                  <a16:creationId xmlns:a16="http://schemas.microsoft.com/office/drawing/2014/main" id="{09B72506-6C73-BD88-0AE1-36B086E25D8A}"/>
                </a:ext>
              </a:extLst>
            </p:cNvPr>
            <p:cNvCxnSpPr/>
            <p:nvPr/>
          </p:nvCxnSpPr>
          <p:spPr>
            <a:xfrm flipH="1">
              <a:off x="1845925" y="5181202"/>
              <a:ext cx="1" cy="39064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9" name="グループ化 18">
            <a:extLst>
              <a:ext uri="{FF2B5EF4-FFF2-40B4-BE49-F238E27FC236}">
                <a16:creationId xmlns:a16="http://schemas.microsoft.com/office/drawing/2014/main" id="{E934F32B-CCC9-2787-8718-C6ECBFAF61F4}"/>
              </a:ext>
            </a:extLst>
          </p:cNvPr>
          <p:cNvGrpSpPr/>
          <p:nvPr/>
        </p:nvGrpSpPr>
        <p:grpSpPr>
          <a:xfrm>
            <a:off x="6228500" y="3298574"/>
            <a:ext cx="660200" cy="3111960"/>
            <a:chOff x="3803350" y="2583413"/>
            <a:chExt cx="774149" cy="3649078"/>
          </a:xfrm>
        </p:grpSpPr>
        <p:cxnSp>
          <p:nvCxnSpPr>
            <p:cNvPr id="20" name="直線コネクタ 19">
              <a:extLst>
                <a:ext uri="{FF2B5EF4-FFF2-40B4-BE49-F238E27FC236}">
                  <a16:creationId xmlns:a16="http://schemas.microsoft.com/office/drawing/2014/main" id="{6E1898B0-66C6-804D-EB42-973BFD225C9E}"/>
                </a:ext>
              </a:extLst>
            </p:cNvPr>
            <p:cNvCxnSpPr>
              <a:cxnSpLocks/>
              <a:stCxn id="75" idx="2"/>
            </p:cNvCxnSpPr>
            <p:nvPr/>
          </p:nvCxnSpPr>
          <p:spPr>
            <a:xfrm>
              <a:off x="4243156" y="2583413"/>
              <a:ext cx="6343" cy="217416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A1A401F9-596C-C8C8-F2A7-7B5882ECD4EA}"/>
                </a:ext>
              </a:extLst>
            </p:cNvPr>
            <p:cNvSpPr/>
            <p:nvPr/>
          </p:nvSpPr>
          <p:spPr>
            <a:xfrm>
              <a:off x="3803350" y="5505064"/>
              <a:ext cx="774149" cy="7274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50" charset="-128"/>
                <a:ea typeface="Yu Gothic UI" panose="020B0500000000000000" pitchFamily="50" charset="-128"/>
              </a:endParaRPr>
            </a:p>
          </p:txBody>
        </p:sp>
        <p:cxnSp>
          <p:nvCxnSpPr>
            <p:cNvPr id="54" name="直線コネクタ 53">
              <a:extLst>
                <a:ext uri="{FF2B5EF4-FFF2-40B4-BE49-F238E27FC236}">
                  <a16:creationId xmlns:a16="http://schemas.microsoft.com/office/drawing/2014/main" id="{09774254-34DE-2E3D-CF31-8326615CB9E1}"/>
                </a:ext>
              </a:extLst>
            </p:cNvPr>
            <p:cNvCxnSpPr/>
            <p:nvPr/>
          </p:nvCxnSpPr>
          <p:spPr>
            <a:xfrm flipH="1">
              <a:off x="4172218" y="5181202"/>
              <a:ext cx="1" cy="390649"/>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5" name="Rectangle 14">
            <a:extLst>
              <a:ext uri="{FF2B5EF4-FFF2-40B4-BE49-F238E27FC236}">
                <a16:creationId xmlns:a16="http://schemas.microsoft.com/office/drawing/2014/main" id="{D8FA60A0-94A0-0D8E-4070-6C2B0DD4FC26}"/>
              </a:ext>
            </a:extLst>
          </p:cNvPr>
          <p:cNvSpPr/>
          <p:nvPr/>
        </p:nvSpPr>
        <p:spPr bwMode="auto">
          <a:xfrm>
            <a:off x="790978" y="3697238"/>
            <a:ext cx="2257358" cy="2938196"/>
          </a:xfrm>
          <a:prstGeom prst="rect">
            <a:avLst/>
          </a:prstGeom>
          <a:noFill/>
          <a:ln w="38100" cap="flat" cmpd="sng" algn="ctr">
            <a:solidFill>
              <a:schemeClr val="bg1">
                <a:lumMod val="50000"/>
              </a:schemeClr>
            </a:solidFill>
            <a:prstDash val="solid"/>
            <a:headEnd type="none" w="med" len="med"/>
            <a:tailEnd type="none" w="med" len="med"/>
          </a:ln>
          <a:effectLst/>
        </p:spPr>
        <p:style>
          <a:lnRef idx="0">
            <a:scrgbClr r="0" g="0" b="0"/>
          </a:lnRef>
          <a:fillRef idx="0">
            <a:scrgbClr r="0" g="0" b="0"/>
          </a:fillRef>
          <a:effectRef idx="0">
            <a:scrgbClr r="0" g="0" b="0"/>
          </a:effectRef>
          <a:fontRef idx="major"/>
        </p:style>
        <p:txBody>
          <a:bodyPr vert="horz"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56" name="Rectangle 14">
            <a:extLst>
              <a:ext uri="{FF2B5EF4-FFF2-40B4-BE49-F238E27FC236}">
                <a16:creationId xmlns:a16="http://schemas.microsoft.com/office/drawing/2014/main" id="{66F692A0-8D2F-39A9-2285-309D2C6DFB26}"/>
              </a:ext>
            </a:extLst>
          </p:cNvPr>
          <p:cNvSpPr/>
          <p:nvPr/>
        </p:nvSpPr>
        <p:spPr bwMode="auto">
          <a:xfrm>
            <a:off x="5446302" y="3697238"/>
            <a:ext cx="2257358" cy="2938196"/>
          </a:xfrm>
          <a:prstGeom prst="rect">
            <a:avLst/>
          </a:prstGeom>
          <a:noFill/>
          <a:ln w="38100" cap="flat" cmpd="sng" algn="ctr">
            <a:solidFill>
              <a:schemeClr val="bg1">
                <a:lumMod val="50000"/>
              </a:schemeClr>
            </a:solidFill>
            <a:prstDash val="solid"/>
            <a:headEnd type="none" w="med" len="med"/>
            <a:tailEnd type="none" w="med" len="med"/>
          </a:ln>
          <a:effectLst/>
        </p:spPr>
        <p:style>
          <a:lnRef idx="0">
            <a:scrgbClr r="0" g="0" b="0"/>
          </a:lnRef>
          <a:fillRef idx="0">
            <a:scrgbClr r="0" g="0" b="0"/>
          </a:fillRef>
          <a:effectRef idx="0">
            <a:scrgbClr r="0" g="0" b="0"/>
          </a:effectRef>
          <a:fontRef idx="major"/>
        </p:style>
        <p:txBody>
          <a:bodyPr vert="horz"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Yu Gothic UI" panose="020B0500000000000000" pitchFamily="50" charset="-128"/>
              <a:ea typeface="Yu Gothic UI" panose="020B0500000000000000" pitchFamily="50" charset="-128"/>
              <a:cs typeface="+mn-cs"/>
            </a:endParaRPr>
          </a:p>
        </p:txBody>
      </p:sp>
      <p:grpSp>
        <p:nvGrpSpPr>
          <p:cNvPr id="57" name="グループ化 56">
            <a:extLst>
              <a:ext uri="{FF2B5EF4-FFF2-40B4-BE49-F238E27FC236}">
                <a16:creationId xmlns:a16="http://schemas.microsoft.com/office/drawing/2014/main" id="{A95D7630-C087-9C65-8905-D1090977B70B}"/>
              </a:ext>
            </a:extLst>
          </p:cNvPr>
          <p:cNvGrpSpPr/>
          <p:nvPr/>
        </p:nvGrpSpPr>
        <p:grpSpPr>
          <a:xfrm>
            <a:off x="799008" y="5941966"/>
            <a:ext cx="602959" cy="660259"/>
            <a:chOff x="5952934" y="4564080"/>
            <a:chExt cx="602959" cy="660259"/>
          </a:xfrm>
        </p:grpSpPr>
        <p:sp>
          <p:nvSpPr>
            <p:cNvPr id="58" name="Freeform: Shape 390">
              <a:extLst>
                <a:ext uri="{FF2B5EF4-FFF2-40B4-BE49-F238E27FC236}">
                  <a16:creationId xmlns:a16="http://schemas.microsoft.com/office/drawing/2014/main" id="{BFE4F85D-9E26-8BB1-C343-0A7902E48BFB}"/>
                </a:ext>
              </a:extLst>
            </p:cNvPr>
            <p:cNvSpPr/>
            <p:nvPr/>
          </p:nvSpPr>
          <p:spPr>
            <a:xfrm>
              <a:off x="5952934" y="4564080"/>
              <a:ext cx="602959" cy="660259"/>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59" name="Freeform: Shape 400">
              <a:extLst>
                <a:ext uri="{FF2B5EF4-FFF2-40B4-BE49-F238E27FC236}">
                  <a16:creationId xmlns:a16="http://schemas.microsoft.com/office/drawing/2014/main" id="{B2954C6F-5F3D-90FA-B1A1-B14D9C62FD7F}"/>
                </a:ext>
              </a:extLst>
            </p:cNvPr>
            <p:cNvSpPr/>
            <p:nvPr/>
          </p:nvSpPr>
          <p:spPr>
            <a:xfrm>
              <a:off x="6068514"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60" name="Freeform: Shape 401">
              <a:extLst>
                <a:ext uri="{FF2B5EF4-FFF2-40B4-BE49-F238E27FC236}">
                  <a16:creationId xmlns:a16="http://schemas.microsoft.com/office/drawing/2014/main" id="{FE6CD4C5-0B5C-326D-266C-7B9DFFDCE47F}"/>
                </a:ext>
              </a:extLst>
            </p:cNvPr>
            <p:cNvSpPr/>
            <p:nvPr/>
          </p:nvSpPr>
          <p:spPr>
            <a:xfrm>
              <a:off x="6181555" y="4894357"/>
              <a:ext cx="140898" cy="228277"/>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61" name="Freeform: Shape 402">
              <a:extLst>
                <a:ext uri="{FF2B5EF4-FFF2-40B4-BE49-F238E27FC236}">
                  <a16:creationId xmlns:a16="http://schemas.microsoft.com/office/drawing/2014/main" id="{B06121E4-E72F-A7D3-203C-E288EEE40641}"/>
                </a:ext>
              </a:extLst>
            </p:cNvPr>
            <p:cNvSpPr/>
            <p:nvPr/>
          </p:nvSpPr>
          <p:spPr>
            <a:xfrm>
              <a:off x="6331033"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grpSp>
      <p:sp>
        <p:nvSpPr>
          <p:cNvPr id="62" name="TextBox 180">
            <a:extLst>
              <a:ext uri="{FF2B5EF4-FFF2-40B4-BE49-F238E27FC236}">
                <a16:creationId xmlns:a16="http://schemas.microsoft.com/office/drawing/2014/main" id="{83DECFBD-C355-D6AC-8C8F-F68F613CA324}"/>
              </a:ext>
            </a:extLst>
          </p:cNvPr>
          <p:cNvSpPr txBox="1"/>
          <p:nvPr/>
        </p:nvSpPr>
        <p:spPr>
          <a:xfrm>
            <a:off x="877418" y="5601593"/>
            <a:ext cx="716821" cy="276999"/>
          </a:xfrm>
          <a:prstGeom prst="rect">
            <a:avLst/>
          </a:prstGeom>
          <a:noFill/>
        </p:spPr>
        <p:txBody>
          <a:bodyPr wrap="square" lIns="0" tIns="0" rIns="0" bIns="0" rtlCol="0">
            <a:spAutoFit/>
          </a:bodyPr>
          <a:lstStyle/>
          <a:p>
            <a:pPr defTabSz="932563">
              <a:spcAft>
                <a:spcPts val="408"/>
              </a:spcAft>
              <a:buClr>
                <a:srgbClr val="000000"/>
              </a:buClr>
              <a:defRPr/>
            </a:pPr>
            <a:r>
              <a:rPr lang="en-US" altLang="ja-JP" dirty="0">
                <a:solidFill>
                  <a:srgbClr val="000000"/>
                </a:solidFill>
                <a:latin typeface="Yu Gothic UI" panose="020B0500000000000000" pitchFamily="50" charset="-128"/>
                <a:ea typeface="Yu Gothic UI" panose="020B0500000000000000" pitchFamily="50" charset="-128"/>
              </a:rPr>
              <a:t>AZ1</a:t>
            </a:r>
            <a:endParaRPr lang="ja-JP" altLang="en-US" dirty="0">
              <a:solidFill>
                <a:srgbClr val="000000"/>
              </a:solidFill>
              <a:latin typeface="Yu Gothic UI" panose="020B0500000000000000" pitchFamily="50" charset="-128"/>
              <a:ea typeface="Yu Gothic UI" panose="020B0500000000000000" pitchFamily="50" charset="-128"/>
            </a:endParaRPr>
          </a:p>
        </p:txBody>
      </p:sp>
      <p:grpSp>
        <p:nvGrpSpPr>
          <p:cNvPr id="63" name="グループ化 62">
            <a:extLst>
              <a:ext uri="{FF2B5EF4-FFF2-40B4-BE49-F238E27FC236}">
                <a16:creationId xmlns:a16="http://schemas.microsoft.com/office/drawing/2014/main" id="{D4D55F7E-96C2-1043-28D5-53F1F525A651}"/>
              </a:ext>
            </a:extLst>
          </p:cNvPr>
          <p:cNvGrpSpPr/>
          <p:nvPr/>
        </p:nvGrpSpPr>
        <p:grpSpPr>
          <a:xfrm>
            <a:off x="7016896" y="5941966"/>
            <a:ext cx="602959" cy="660259"/>
            <a:chOff x="5952934" y="4564080"/>
            <a:chExt cx="602959" cy="660259"/>
          </a:xfrm>
        </p:grpSpPr>
        <p:sp>
          <p:nvSpPr>
            <p:cNvPr id="64" name="Freeform: Shape 390">
              <a:extLst>
                <a:ext uri="{FF2B5EF4-FFF2-40B4-BE49-F238E27FC236}">
                  <a16:creationId xmlns:a16="http://schemas.microsoft.com/office/drawing/2014/main" id="{A89A7F00-BB20-BF40-C771-72FE58D381E9}"/>
                </a:ext>
              </a:extLst>
            </p:cNvPr>
            <p:cNvSpPr/>
            <p:nvPr/>
          </p:nvSpPr>
          <p:spPr>
            <a:xfrm>
              <a:off x="5952934" y="4564080"/>
              <a:ext cx="602959" cy="660259"/>
            </a:xfrm>
            <a:custGeom>
              <a:avLst/>
              <a:gdLst>
                <a:gd name="connsiteX0" fmla="*/ 245062 w 1268556"/>
                <a:gd name="connsiteY0" fmla="*/ 0 h 1389113"/>
                <a:gd name="connsiteX1" fmla="*/ 478315 w 1268556"/>
                <a:gd name="connsiteY1" fmla="*/ 0 h 1389113"/>
                <a:gd name="connsiteX2" fmla="*/ 478315 w 1268556"/>
                <a:gd name="connsiteY2" fmla="*/ 157380 h 1389113"/>
                <a:gd name="connsiteX3" fmla="*/ 536744 w 1268556"/>
                <a:gd name="connsiteY3" fmla="*/ 157380 h 1389113"/>
                <a:gd name="connsiteX4" fmla="*/ 536744 w 1268556"/>
                <a:gd name="connsiteY4" fmla="*/ 0 h 1389113"/>
                <a:gd name="connsiteX5" fmla="*/ 656521 w 1268556"/>
                <a:gd name="connsiteY5" fmla="*/ 0 h 1389113"/>
                <a:gd name="connsiteX6" fmla="*/ 769998 w 1268556"/>
                <a:gd name="connsiteY6" fmla="*/ 113477 h 1389113"/>
                <a:gd name="connsiteX7" fmla="*/ 769998 w 1268556"/>
                <a:gd name="connsiteY7" fmla="*/ 157380 h 1389113"/>
                <a:gd name="connsiteX8" fmla="*/ 1268556 w 1268556"/>
                <a:gd name="connsiteY8" fmla="*/ 157380 h 1389113"/>
                <a:gd name="connsiteX9" fmla="*/ 1268556 w 1268556"/>
                <a:gd name="connsiteY9" fmla="*/ 392951 h 1389113"/>
                <a:gd name="connsiteX10" fmla="*/ 1232456 w 1268556"/>
                <a:gd name="connsiteY10" fmla="*/ 392951 h 1389113"/>
                <a:gd name="connsiteX11" fmla="*/ 1232456 w 1268556"/>
                <a:gd name="connsiteY11" fmla="*/ 1389113 h 1389113"/>
                <a:gd name="connsiteX12" fmla="*/ 44065 w 1268556"/>
                <a:gd name="connsiteY12" fmla="*/ 1389113 h 1389113"/>
                <a:gd name="connsiteX13" fmla="*/ 44065 w 1268556"/>
                <a:gd name="connsiteY13" fmla="*/ 392951 h 1389113"/>
                <a:gd name="connsiteX14" fmla="*/ 0 w 1268556"/>
                <a:gd name="connsiteY14" fmla="*/ 392951 h 1389113"/>
                <a:gd name="connsiteX15" fmla="*/ 0 w 1268556"/>
                <a:gd name="connsiteY15" fmla="*/ 157380 h 1389113"/>
                <a:gd name="connsiteX16" fmla="*/ 245062 w 1268556"/>
                <a:gd name="connsiteY16" fmla="*/ 157380 h 138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8556" h="1389113">
                  <a:moveTo>
                    <a:pt x="245062" y="0"/>
                  </a:moveTo>
                  <a:lnTo>
                    <a:pt x="478315" y="0"/>
                  </a:lnTo>
                  <a:lnTo>
                    <a:pt x="478315" y="157380"/>
                  </a:lnTo>
                  <a:lnTo>
                    <a:pt x="536744" y="157380"/>
                  </a:lnTo>
                  <a:lnTo>
                    <a:pt x="536744" y="0"/>
                  </a:lnTo>
                  <a:lnTo>
                    <a:pt x="656521" y="0"/>
                  </a:lnTo>
                  <a:cubicBezTo>
                    <a:pt x="719193" y="0"/>
                    <a:pt x="769998" y="50805"/>
                    <a:pt x="769998" y="113477"/>
                  </a:cubicBezTo>
                  <a:lnTo>
                    <a:pt x="769998" y="157380"/>
                  </a:lnTo>
                  <a:lnTo>
                    <a:pt x="1268556" y="157380"/>
                  </a:lnTo>
                  <a:lnTo>
                    <a:pt x="1268556" y="392951"/>
                  </a:lnTo>
                  <a:lnTo>
                    <a:pt x="1232456" y="392951"/>
                  </a:lnTo>
                  <a:lnTo>
                    <a:pt x="1232456" y="1389113"/>
                  </a:lnTo>
                  <a:lnTo>
                    <a:pt x="44065" y="1389113"/>
                  </a:lnTo>
                  <a:lnTo>
                    <a:pt x="44065" y="392951"/>
                  </a:lnTo>
                  <a:lnTo>
                    <a:pt x="0" y="392951"/>
                  </a:lnTo>
                  <a:lnTo>
                    <a:pt x="0" y="157380"/>
                  </a:lnTo>
                  <a:lnTo>
                    <a:pt x="245062" y="157380"/>
                  </a:lnTo>
                  <a:close/>
                </a:path>
              </a:pathLst>
            </a:custGeom>
            <a:solidFill>
              <a:schemeClr val="bg1">
                <a:lumMod val="75000"/>
              </a:schemeClr>
            </a:solidFill>
            <a:ln w="19050"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65" name="Freeform: Shape 400">
              <a:extLst>
                <a:ext uri="{FF2B5EF4-FFF2-40B4-BE49-F238E27FC236}">
                  <a16:creationId xmlns:a16="http://schemas.microsoft.com/office/drawing/2014/main" id="{3A954CE7-76DC-A9AB-6D42-6BF895929E06}"/>
                </a:ext>
              </a:extLst>
            </p:cNvPr>
            <p:cNvSpPr/>
            <p:nvPr/>
          </p:nvSpPr>
          <p:spPr>
            <a:xfrm>
              <a:off x="6068514"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66" name="Freeform: Shape 401">
              <a:extLst>
                <a:ext uri="{FF2B5EF4-FFF2-40B4-BE49-F238E27FC236}">
                  <a16:creationId xmlns:a16="http://schemas.microsoft.com/office/drawing/2014/main" id="{101BC880-C611-0FCE-2AC5-DD3409E8C203}"/>
                </a:ext>
              </a:extLst>
            </p:cNvPr>
            <p:cNvSpPr/>
            <p:nvPr/>
          </p:nvSpPr>
          <p:spPr>
            <a:xfrm>
              <a:off x="6181555" y="4894357"/>
              <a:ext cx="140898" cy="228277"/>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sp>
          <p:nvSpPr>
            <p:cNvPr id="67" name="Freeform: Shape 402">
              <a:extLst>
                <a:ext uri="{FF2B5EF4-FFF2-40B4-BE49-F238E27FC236}">
                  <a16:creationId xmlns:a16="http://schemas.microsoft.com/office/drawing/2014/main" id="{E7139B36-34C7-FE2C-9A88-7B3B88B1D658}"/>
                </a:ext>
              </a:extLst>
            </p:cNvPr>
            <p:cNvSpPr/>
            <p:nvPr/>
          </p:nvSpPr>
          <p:spPr>
            <a:xfrm>
              <a:off x="6331033" y="4929263"/>
              <a:ext cx="104463" cy="165020"/>
            </a:xfrm>
            <a:custGeom>
              <a:avLst/>
              <a:gdLst>
                <a:gd name="connsiteX0" fmla="*/ 107004 w 671209"/>
                <a:gd name="connsiteY0" fmla="*/ 855049 h 1060315"/>
                <a:gd name="connsiteX1" fmla="*/ 107004 w 671209"/>
                <a:gd name="connsiteY1" fmla="*/ 961097 h 1060315"/>
                <a:gd name="connsiteX2" fmla="*/ 564204 w 671209"/>
                <a:gd name="connsiteY2" fmla="*/ 961097 h 1060315"/>
                <a:gd name="connsiteX3" fmla="*/ 564204 w 671209"/>
                <a:gd name="connsiteY3" fmla="*/ 855049 h 1060315"/>
                <a:gd name="connsiteX4" fmla="*/ 107004 w 671209"/>
                <a:gd name="connsiteY4" fmla="*/ 717894 h 1060315"/>
                <a:gd name="connsiteX5" fmla="*/ 107004 w 671209"/>
                <a:gd name="connsiteY5" fmla="*/ 823941 h 1060315"/>
                <a:gd name="connsiteX6" fmla="*/ 564204 w 671209"/>
                <a:gd name="connsiteY6" fmla="*/ 823941 h 1060315"/>
                <a:gd name="connsiteX7" fmla="*/ 564204 w 671209"/>
                <a:gd name="connsiteY7" fmla="*/ 717894 h 1060315"/>
                <a:gd name="connsiteX8" fmla="*/ 107004 w 671209"/>
                <a:gd name="connsiteY8" fmla="*/ 580733 h 1060315"/>
                <a:gd name="connsiteX9" fmla="*/ 107004 w 671209"/>
                <a:gd name="connsiteY9" fmla="*/ 686780 h 1060315"/>
                <a:gd name="connsiteX10" fmla="*/ 564204 w 671209"/>
                <a:gd name="connsiteY10" fmla="*/ 686780 h 1060315"/>
                <a:gd name="connsiteX11" fmla="*/ 564204 w 671209"/>
                <a:gd name="connsiteY11" fmla="*/ 580733 h 1060315"/>
                <a:gd name="connsiteX12" fmla="*/ 107004 w 671209"/>
                <a:gd name="connsiteY12" fmla="*/ 443578 h 1060315"/>
                <a:gd name="connsiteX13" fmla="*/ 107004 w 671209"/>
                <a:gd name="connsiteY13" fmla="*/ 549625 h 1060315"/>
                <a:gd name="connsiteX14" fmla="*/ 564204 w 671209"/>
                <a:gd name="connsiteY14" fmla="*/ 549625 h 1060315"/>
                <a:gd name="connsiteX15" fmla="*/ 564204 w 671209"/>
                <a:gd name="connsiteY15" fmla="*/ 443578 h 1060315"/>
                <a:gd name="connsiteX16" fmla="*/ 107004 w 671209"/>
                <a:gd name="connsiteY16" fmla="*/ 306422 h 1060315"/>
                <a:gd name="connsiteX17" fmla="*/ 107004 w 671209"/>
                <a:gd name="connsiteY17" fmla="*/ 412469 h 1060315"/>
                <a:gd name="connsiteX18" fmla="*/ 564204 w 671209"/>
                <a:gd name="connsiteY18" fmla="*/ 412469 h 1060315"/>
                <a:gd name="connsiteX19" fmla="*/ 564204 w 671209"/>
                <a:gd name="connsiteY19" fmla="*/ 306422 h 1060315"/>
                <a:gd name="connsiteX20" fmla="*/ 468551 w 671209"/>
                <a:gd name="connsiteY20" fmla="*/ 82686 h 1060315"/>
                <a:gd name="connsiteX21" fmla="*/ 468551 w 671209"/>
                <a:gd name="connsiteY21" fmla="*/ 172188 h 1060315"/>
                <a:gd name="connsiteX22" fmla="*/ 558053 w 671209"/>
                <a:gd name="connsiteY22" fmla="*/ 172188 h 1060315"/>
                <a:gd name="connsiteX23" fmla="*/ 558053 w 671209"/>
                <a:gd name="connsiteY23" fmla="*/ 82686 h 1060315"/>
                <a:gd name="connsiteX24" fmla="*/ 0 w 671209"/>
                <a:gd name="connsiteY24" fmla="*/ 0 h 1060315"/>
                <a:gd name="connsiteX25" fmla="*/ 671209 w 671209"/>
                <a:gd name="connsiteY25" fmla="*/ 0 h 1060315"/>
                <a:gd name="connsiteX26" fmla="*/ 671209 w 671209"/>
                <a:gd name="connsiteY26" fmla="*/ 1060315 h 1060315"/>
                <a:gd name="connsiteX27" fmla="*/ 0 w 671209"/>
                <a:gd name="connsiteY27" fmla="*/ 1060315 h 106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09" h="1060315">
                  <a:moveTo>
                    <a:pt x="107004" y="855049"/>
                  </a:moveTo>
                  <a:lnTo>
                    <a:pt x="107004" y="961097"/>
                  </a:lnTo>
                  <a:lnTo>
                    <a:pt x="564204" y="961097"/>
                  </a:lnTo>
                  <a:lnTo>
                    <a:pt x="564204" y="855049"/>
                  </a:lnTo>
                  <a:close/>
                  <a:moveTo>
                    <a:pt x="107004" y="717894"/>
                  </a:moveTo>
                  <a:lnTo>
                    <a:pt x="107004" y="823941"/>
                  </a:lnTo>
                  <a:lnTo>
                    <a:pt x="564204" y="823941"/>
                  </a:lnTo>
                  <a:lnTo>
                    <a:pt x="564204" y="717894"/>
                  </a:lnTo>
                  <a:close/>
                  <a:moveTo>
                    <a:pt x="107004" y="580733"/>
                  </a:moveTo>
                  <a:lnTo>
                    <a:pt x="107004" y="686780"/>
                  </a:lnTo>
                  <a:lnTo>
                    <a:pt x="564204" y="686780"/>
                  </a:lnTo>
                  <a:lnTo>
                    <a:pt x="564204" y="580733"/>
                  </a:lnTo>
                  <a:close/>
                  <a:moveTo>
                    <a:pt x="107004" y="443578"/>
                  </a:moveTo>
                  <a:lnTo>
                    <a:pt x="107004" y="549625"/>
                  </a:lnTo>
                  <a:lnTo>
                    <a:pt x="564204" y="549625"/>
                  </a:lnTo>
                  <a:lnTo>
                    <a:pt x="564204" y="443578"/>
                  </a:lnTo>
                  <a:close/>
                  <a:moveTo>
                    <a:pt x="107004" y="306422"/>
                  </a:moveTo>
                  <a:lnTo>
                    <a:pt x="107004" y="412469"/>
                  </a:lnTo>
                  <a:lnTo>
                    <a:pt x="564204" y="412469"/>
                  </a:lnTo>
                  <a:lnTo>
                    <a:pt x="564204" y="306422"/>
                  </a:lnTo>
                  <a:close/>
                  <a:moveTo>
                    <a:pt x="468551" y="82686"/>
                  </a:moveTo>
                  <a:lnTo>
                    <a:pt x="468551" y="172188"/>
                  </a:lnTo>
                  <a:lnTo>
                    <a:pt x="558053" y="172188"/>
                  </a:lnTo>
                  <a:lnTo>
                    <a:pt x="558053" y="82686"/>
                  </a:lnTo>
                  <a:close/>
                  <a:moveTo>
                    <a:pt x="0" y="0"/>
                  </a:moveTo>
                  <a:lnTo>
                    <a:pt x="671209" y="0"/>
                  </a:lnTo>
                  <a:lnTo>
                    <a:pt x="671209" y="1060315"/>
                  </a:lnTo>
                  <a:lnTo>
                    <a:pt x="0" y="1060315"/>
                  </a:lnTo>
                  <a:close/>
                </a:path>
              </a:pathLst>
            </a:custGeom>
            <a:solidFill>
              <a:schemeClr val="tx1"/>
            </a:solidFill>
            <a:ln w="10795" cap="flat" cmpd="sng" algn="ctr">
              <a:noFill/>
              <a:prstDash val="solid"/>
            </a:ln>
            <a:effectLst/>
          </p:spPr>
          <p:txBody>
            <a:bodyPr rtlCol="0" anchor="ctr"/>
            <a:lstStyle/>
            <a:p>
              <a:pPr algn="ctr" defTabSz="951304">
                <a:defRPr/>
              </a:pPr>
              <a:endParaRPr lang="en-US" sz="1836" kern="0">
                <a:solidFill>
                  <a:srgbClr val="FFFFFF"/>
                </a:solidFill>
                <a:latin typeface="Yu Gothic UI" panose="020B0500000000000000" pitchFamily="50" charset="-128"/>
                <a:ea typeface="Yu Gothic UI" panose="020B0500000000000000" pitchFamily="50" charset="-128"/>
              </a:endParaRPr>
            </a:p>
          </p:txBody>
        </p:sp>
      </p:grpSp>
      <p:sp>
        <p:nvSpPr>
          <p:cNvPr id="68" name="TextBox 180">
            <a:extLst>
              <a:ext uri="{FF2B5EF4-FFF2-40B4-BE49-F238E27FC236}">
                <a16:creationId xmlns:a16="http://schemas.microsoft.com/office/drawing/2014/main" id="{F3A5B807-F2CC-1884-80C8-EADECA6F95A6}"/>
              </a:ext>
            </a:extLst>
          </p:cNvPr>
          <p:cNvSpPr txBox="1"/>
          <p:nvPr/>
        </p:nvSpPr>
        <p:spPr>
          <a:xfrm>
            <a:off x="7095306" y="5601593"/>
            <a:ext cx="716821" cy="276999"/>
          </a:xfrm>
          <a:prstGeom prst="rect">
            <a:avLst/>
          </a:prstGeom>
          <a:noFill/>
        </p:spPr>
        <p:txBody>
          <a:bodyPr wrap="square" lIns="0" tIns="0" rIns="0" bIns="0" rtlCol="0">
            <a:spAutoFit/>
          </a:bodyPr>
          <a:lstStyle/>
          <a:p>
            <a:pPr defTabSz="932563">
              <a:spcAft>
                <a:spcPts val="408"/>
              </a:spcAft>
              <a:buClr>
                <a:srgbClr val="000000"/>
              </a:buClr>
              <a:defRPr/>
            </a:pPr>
            <a:r>
              <a:rPr lang="en-US" altLang="ja-JP" dirty="0">
                <a:solidFill>
                  <a:srgbClr val="000000"/>
                </a:solidFill>
                <a:latin typeface="Yu Gothic UI" panose="020B0500000000000000" pitchFamily="50" charset="-128"/>
                <a:ea typeface="Yu Gothic UI" panose="020B0500000000000000" pitchFamily="50" charset="-128"/>
              </a:rPr>
              <a:t>AZ2</a:t>
            </a:r>
            <a:endParaRPr lang="ja-JP" altLang="en-US" dirty="0">
              <a:solidFill>
                <a:srgbClr val="000000"/>
              </a:solidFill>
              <a:latin typeface="Yu Gothic UI" panose="020B0500000000000000" pitchFamily="50" charset="-128"/>
              <a:ea typeface="Yu Gothic UI" panose="020B0500000000000000" pitchFamily="50" charset="-128"/>
            </a:endParaRPr>
          </a:p>
        </p:txBody>
      </p:sp>
      <p:pic>
        <p:nvPicPr>
          <p:cNvPr id="69" name="グラフィックス 68">
            <a:extLst>
              <a:ext uri="{FF2B5EF4-FFF2-40B4-BE49-F238E27FC236}">
                <a16:creationId xmlns:a16="http://schemas.microsoft.com/office/drawing/2014/main" id="{63F6B28E-7AE6-E1A8-C4A2-EE9D0F915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3088" y="4754099"/>
            <a:ext cx="773100" cy="773100"/>
          </a:xfrm>
          <a:prstGeom prst="rect">
            <a:avLst/>
          </a:prstGeom>
        </p:spPr>
      </p:pic>
      <p:pic>
        <p:nvPicPr>
          <p:cNvPr id="70" name="グラフィックス 69">
            <a:extLst>
              <a:ext uri="{FF2B5EF4-FFF2-40B4-BE49-F238E27FC236}">
                <a16:creationId xmlns:a16="http://schemas.microsoft.com/office/drawing/2014/main" id="{ED0A6416-096E-CE9B-0429-A8F8133CF2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55221" y="4792177"/>
            <a:ext cx="773100" cy="773100"/>
          </a:xfrm>
          <a:prstGeom prst="rect">
            <a:avLst/>
          </a:prstGeom>
        </p:spPr>
      </p:pic>
      <p:pic>
        <p:nvPicPr>
          <p:cNvPr id="71" name="グラフィックス 70">
            <a:extLst>
              <a:ext uri="{FF2B5EF4-FFF2-40B4-BE49-F238E27FC236}">
                <a16:creationId xmlns:a16="http://schemas.microsoft.com/office/drawing/2014/main" id="{FFC7EDE2-461C-C774-1AF3-9BF571A19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8863" y="5778766"/>
            <a:ext cx="646109" cy="646109"/>
          </a:xfrm>
          <a:prstGeom prst="rect">
            <a:avLst/>
          </a:prstGeom>
        </p:spPr>
      </p:pic>
      <p:pic>
        <p:nvPicPr>
          <p:cNvPr id="72" name="グラフィックス 71">
            <a:extLst>
              <a:ext uri="{FF2B5EF4-FFF2-40B4-BE49-F238E27FC236}">
                <a16:creationId xmlns:a16="http://schemas.microsoft.com/office/drawing/2014/main" id="{6E92D7C3-295F-58C3-E2AB-8CA8FAEFFB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9920" y="5773086"/>
            <a:ext cx="646109" cy="646109"/>
          </a:xfrm>
          <a:prstGeom prst="rect">
            <a:avLst/>
          </a:prstGeom>
        </p:spPr>
      </p:pic>
      <p:pic>
        <p:nvPicPr>
          <p:cNvPr id="73" name="グラフィックス 72">
            <a:extLst>
              <a:ext uri="{FF2B5EF4-FFF2-40B4-BE49-F238E27FC236}">
                <a16:creationId xmlns:a16="http://schemas.microsoft.com/office/drawing/2014/main" id="{797239FA-29C9-BA6A-0B0D-3ECBE7D529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1053" y="1214438"/>
            <a:ext cx="524069" cy="524444"/>
          </a:xfrm>
          <a:prstGeom prst="rect">
            <a:avLst/>
          </a:prstGeom>
        </p:spPr>
      </p:pic>
      <p:pic>
        <p:nvPicPr>
          <p:cNvPr id="74" name="グラフィックス 73">
            <a:extLst>
              <a:ext uri="{FF2B5EF4-FFF2-40B4-BE49-F238E27FC236}">
                <a16:creationId xmlns:a16="http://schemas.microsoft.com/office/drawing/2014/main" id="{17C7C4E1-C0E1-D8AE-D116-E938F15A58D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29262" y="2599024"/>
            <a:ext cx="443239" cy="443239"/>
          </a:xfrm>
          <a:prstGeom prst="rect">
            <a:avLst/>
          </a:prstGeom>
        </p:spPr>
      </p:pic>
      <p:pic>
        <p:nvPicPr>
          <p:cNvPr id="75" name="グラフィックス 74">
            <a:extLst>
              <a:ext uri="{FF2B5EF4-FFF2-40B4-BE49-F238E27FC236}">
                <a16:creationId xmlns:a16="http://schemas.microsoft.com/office/drawing/2014/main" id="{F36BBF98-232F-C863-5A23-F30F61B808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26865" y="2500947"/>
            <a:ext cx="443239" cy="443239"/>
          </a:xfrm>
          <a:prstGeom prst="rect">
            <a:avLst/>
          </a:prstGeom>
        </p:spPr>
      </p:pic>
      <p:pic>
        <p:nvPicPr>
          <p:cNvPr id="76" name="グラフィックス 75">
            <a:extLst>
              <a:ext uri="{FF2B5EF4-FFF2-40B4-BE49-F238E27FC236}">
                <a16:creationId xmlns:a16="http://schemas.microsoft.com/office/drawing/2014/main" id="{5AC3484B-D81A-7780-1E09-85A1D122AF3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37971" y="4012172"/>
            <a:ext cx="403334" cy="403334"/>
          </a:xfrm>
          <a:prstGeom prst="rect">
            <a:avLst/>
          </a:prstGeom>
        </p:spPr>
      </p:pic>
      <p:pic>
        <p:nvPicPr>
          <p:cNvPr id="77" name="グラフィックス 76">
            <a:extLst>
              <a:ext uri="{FF2B5EF4-FFF2-40B4-BE49-F238E27FC236}">
                <a16:creationId xmlns:a16="http://schemas.microsoft.com/office/drawing/2014/main" id="{70F29646-DA02-1758-2F80-F324778A93C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40104" y="4012172"/>
            <a:ext cx="403334" cy="403334"/>
          </a:xfrm>
          <a:prstGeom prst="rect">
            <a:avLst/>
          </a:prstGeom>
        </p:spPr>
      </p:pic>
      <p:cxnSp>
        <p:nvCxnSpPr>
          <p:cNvPr id="78" name="コネクタ: カギ線 5">
            <a:extLst>
              <a:ext uri="{FF2B5EF4-FFF2-40B4-BE49-F238E27FC236}">
                <a16:creationId xmlns:a16="http://schemas.microsoft.com/office/drawing/2014/main" id="{D98F5AA2-B8E7-1389-6415-0AA191BD300B}"/>
              </a:ext>
            </a:extLst>
          </p:cNvPr>
          <p:cNvCxnSpPr>
            <a:stCxn id="74" idx="0"/>
            <a:endCxn id="75" idx="0"/>
          </p:cNvCxnSpPr>
          <p:nvPr/>
        </p:nvCxnSpPr>
        <p:spPr>
          <a:xfrm rot="5400000" flipH="1" flipV="1">
            <a:off x="4150645" y="201185"/>
            <a:ext cx="98077" cy="4697603"/>
          </a:xfrm>
          <a:prstGeom prst="bentConnector3">
            <a:avLst>
              <a:gd name="adj1" fmla="val 849916"/>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矢印: 上下 7">
            <a:extLst>
              <a:ext uri="{FF2B5EF4-FFF2-40B4-BE49-F238E27FC236}">
                <a16:creationId xmlns:a16="http://schemas.microsoft.com/office/drawing/2014/main" id="{4DE89542-F2F2-93F3-CF1E-978C91697722}"/>
              </a:ext>
            </a:extLst>
          </p:cNvPr>
          <p:cNvSpPr/>
          <p:nvPr/>
        </p:nvSpPr>
        <p:spPr>
          <a:xfrm rot="5400000">
            <a:off x="3883017" y="4267556"/>
            <a:ext cx="620355" cy="3665599"/>
          </a:xfrm>
          <a:prstGeom prst="upDownArrow">
            <a:avLst/>
          </a:prstGeom>
          <a:solidFill>
            <a:schemeClr val="bg1"/>
          </a:solidFill>
          <a:ln w="28575">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solidFill>
                <a:latin typeface="Yu Gothic UI" panose="020B0500000000000000" pitchFamily="50" charset="-128"/>
                <a:ea typeface="Yu Gothic UI" panose="020B0500000000000000" pitchFamily="50" charset="-128"/>
              </a:rPr>
              <a:t>Always On</a:t>
            </a:r>
            <a:r>
              <a:rPr kumimoji="1" lang="ja-JP" altLang="en-US" sz="1600" dirty="0">
                <a:solidFill>
                  <a:schemeClr val="tx1"/>
                </a:solidFill>
                <a:latin typeface="Yu Gothic UI" panose="020B0500000000000000" pitchFamily="50" charset="-128"/>
                <a:ea typeface="Yu Gothic UI" panose="020B0500000000000000" pitchFamily="50" charset="-128"/>
              </a:rPr>
              <a:t> 可用性グループ</a:t>
            </a:r>
          </a:p>
        </p:txBody>
      </p:sp>
      <p:sp>
        <p:nvSpPr>
          <p:cNvPr id="80" name="正方形/長方形 79">
            <a:extLst>
              <a:ext uri="{FF2B5EF4-FFF2-40B4-BE49-F238E27FC236}">
                <a16:creationId xmlns:a16="http://schemas.microsoft.com/office/drawing/2014/main" id="{62BFAAB7-9FAA-0325-15BD-BE4CD45416CF}"/>
              </a:ext>
            </a:extLst>
          </p:cNvPr>
          <p:cNvSpPr/>
          <p:nvPr/>
        </p:nvSpPr>
        <p:spPr>
          <a:xfrm>
            <a:off x="8697163" y="1471192"/>
            <a:ext cx="2980476" cy="646550"/>
          </a:xfrm>
          <a:prstGeom prst="rect">
            <a:avLst/>
          </a:prstGeom>
          <a:solidFill>
            <a:schemeClr val="bg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ja-JP" altLang="en-US"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可用性ゾーン</a:t>
            </a:r>
          </a:p>
        </p:txBody>
      </p:sp>
      <p:cxnSp>
        <p:nvCxnSpPr>
          <p:cNvPr id="81" name="直線コネクタ 80">
            <a:extLst>
              <a:ext uri="{FF2B5EF4-FFF2-40B4-BE49-F238E27FC236}">
                <a16:creationId xmlns:a16="http://schemas.microsoft.com/office/drawing/2014/main" id="{5B79EA32-210C-6F0C-E4DF-F03B0F582FDF}"/>
              </a:ext>
            </a:extLst>
          </p:cNvPr>
          <p:cNvCxnSpPr>
            <a:cxnSpLocks/>
            <a:endCxn id="80" idx="1"/>
          </p:cNvCxnSpPr>
          <p:nvPr/>
        </p:nvCxnSpPr>
        <p:spPr>
          <a:xfrm flipV="1">
            <a:off x="7132476" y="1794467"/>
            <a:ext cx="1564687" cy="1812054"/>
          </a:xfrm>
          <a:prstGeom prst="line">
            <a:avLst/>
          </a:prstGeom>
          <a:ln w="28575">
            <a:solidFill>
              <a:schemeClr val="accent1">
                <a:lumMod val="7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02839E1F-11B5-ABB1-610D-21C421F76BF7}"/>
              </a:ext>
            </a:extLst>
          </p:cNvPr>
          <p:cNvCxnSpPr>
            <a:cxnSpLocks/>
            <a:endCxn id="80" idx="1"/>
          </p:cNvCxnSpPr>
          <p:nvPr/>
        </p:nvCxnSpPr>
        <p:spPr>
          <a:xfrm flipV="1">
            <a:off x="2480233" y="1794467"/>
            <a:ext cx="6216930" cy="1760135"/>
          </a:xfrm>
          <a:prstGeom prst="line">
            <a:avLst/>
          </a:prstGeom>
          <a:ln w="28575">
            <a:solidFill>
              <a:schemeClr val="accent1">
                <a:lumMod val="7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D8ACB1F7-0CE9-E7E3-B22C-526AE08C0FE8}"/>
              </a:ext>
            </a:extLst>
          </p:cNvPr>
          <p:cNvSpPr/>
          <p:nvPr/>
        </p:nvSpPr>
        <p:spPr>
          <a:xfrm>
            <a:off x="8720391" y="2826464"/>
            <a:ext cx="2854146" cy="780057"/>
          </a:xfrm>
          <a:prstGeom prst="rect">
            <a:avLst/>
          </a:prstGeom>
          <a:solidFill>
            <a:schemeClr val="bg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r>
              <a:rPr lang="ja-JP" altLang="en-US"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rPr>
              <a:t>データベースの機能を使ったデータ同期</a:t>
            </a:r>
          </a:p>
        </p:txBody>
      </p:sp>
      <p:sp>
        <p:nvSpPr>
          <p:cNvPr id="84" name="TextBox 180">
            <a:extLst>
              <a:ext uri="{FF2B5EF4-FFF2-40B4-BE49-F238E27FC236}">
                <a16:creationId xmlns:a16="http://schemas.microsoft.com/office/drawing/2014/main" id="{D20B182E-7912-DDAF-535C-5E63D8A5EE25}"/>
              </a:ext>
            </a:extLst>
          </p:cNvPr>
          <p:cNvSpPr txBox="1"/>
          <p:nvPr/>
        </p:nvSpPr>
        <p:spPr>
          <a:xfrm>
            <a:off x="8459295" y="4013251"/>
            <a:ext cx="3388762" cy="2359620"/>
          </a:xfrm>
          <a:prstGeom prst="rect">
            <a:avLst/>
          </a:prstGeom>
          <a:noFill/>
        </p:spPr>
        <p:txBody>
          <a:bodyPr wrap="square" lIns="0" tIns="0" rIns="0" bIns="0" rtlCol="0">
            <a:spAutoFit/>
          </a:bodyPr>
          <a:lstStyle/>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仮想マシンを配置するゾーンはユーザーが仮想マシンをデプロイするタイミングで決定</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仮想マシンそのものはゾーン障害に対応するような機能はなし</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en-US" altLang="ja-JP" sz="1400" dirty="0">
                <a:solidFill>
                  <a:srgbClr val="000000"/>
                </a:solidFill>
                <a:latin typeface="Yu Gothic UI" panose="020B0500000000000000" pitchFamily="50" charset="-128"/>
                <a:ea typeface="Yu Gothic UI" panose="020B0500000000000000" pitchFamily="50" charset="-128"/>
              </a:rPr>
              <a:t>SQL Server </a:t>
            </a:r>
            <a:r>
              <a:rPr lang="ja-JP" altLang="en-US" sz="1400" dirty="0">
                <a:solidFill>
                  <a:srgbClr val="000000"/>
                </a:solidFill>
                <a:latin typeface="Yu Gothic UI" panose="020B0500000000000000" pitchFamily="50" charset="-128"/>
                <a:ea typeface="Yu Gothic UI" panose="020B0500000000000000" pitchFamily="50" charset="-128"/>
              </a:rPr>
              <a:t>の機能によってデータ同期、フェールオーバーを行う</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切り替え時間はデータベース機能の切り替え速度に依存</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ゾーン障害復旧までは、そのゾーンに配置されていた仮想マシンはダウン状態</a:t>
            </a:r>
            <a:endParaRPr lang="en-US" altLang="ja-JP" sz="1400" dirty="0">
              <a:solidFill>
                <a:srgbClr val="000000"/>
              </a:solidFill>
              <a:latin typeface="Yu Gothic UI" panose="020B0500000000000000" pitchFamily="50" charset="-128"/>
              <a:ea typeface="Yu Gothic UI" panose="020B0500000000000000" pitchFamily="50" charset="-128"/>
            </a:endParaRPr>
          </a:p>
        </p:txBody>
      </p:sp>
      <p:cxnSp>
        <p:nvCxnSpPr>
          <p:cNvPr id="85" name="直線コネクタ 84">
            <a:extLst>
              <a:ext uri="{FF2B5EF4-FFF2-40B4-BE49-F238E27FC236}">
                <a16:creationId xmlns:a16="http://schemas.microsoft.com/office/drawing/2014/main" id="{C985FEAC-B506-663A-80F8-FC8E2559B793}"/>
              </a:ext>
            </a:extLst>
          </p:cNvPr>
          <p:cNvCxnSpPr>
            <a:cxnSpLocks/>
          </p:cNvCxnSpPr>
          <p:nvPr/>
        </p:nvCxnSpPr>
        <p:spPr>
          <a:xfrm flipV="1">
            <a:off x="4388546" y="3216493"/>
            <a:ext cx="4331845" cy="2662099"/>
          </a:xfrm>
          <a:prstGeom prst="line">
            <a:avLst/>
          </a:prstGeom>
          <a:ln w="28575">
            <a:solidFill>
              <a:schemeClr val="accent1">
                <a:lumMod val="75000"/>
              </a:schemeClr>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462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85049-9005-CB1D-14FB-0AED9F635D7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55A00CF-4BD8-6B20-5C86-521D1B07424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ゾーン障害に対応した構成</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仮想マシンが利用しているディスク</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C94F66C6-4EE8-4082-BDBC-EF868ADCA8F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D8AB34D-2586-0C80-34E7-395150DA32B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TextBox 180">
            <a:extLst>
              <a:ext uri="{FF2B5EF4-FFF2-40B4-BE49-F238E27FC236}">
                <a16:creationId xmlns:a16="http://schemas.microsoft.com/office/drawing/2014/main" id="{A8E33237-CC09-FF60-C9CD-A188BB3BB9E7}"/>
              </a:ext>
            </a:extLst>
          </p:cNvPr>
          <p:cNvSpPr txBox="1"/>
          <p:nvPr/>
        </p:nvSpPr>
        <p:spPr>
          <a:xfrm>
            <a:off x="685800" y="1331722"/>
            <a:ext cx="11247967" cy="928459"/>
          </a:xfrm>
          <a:prstGeom prst="rect">
            <a:avLst/>
          </a:prstGeom>
          <a:noFill/>
        </p:spPr>
        <p:txBody>
          <a:bodyPr wrap="square" lIns="0" tIns="0" rIns="0" bIns="0" rtlCol="0">
            <a:spAutoFit/>
          </a:bodyPr>
          <a:lstStyle/>
          <a:p>
            <a:pPr marL="174862" indent="-174862" defTabSz="932563">
              <a:spcAft>
                <a:spcPts val="408"/>
              </a:spcAft>
              <a:buClr>
                <a:srgbClr val="000000"/>
              </a:buClr>
              <a:buFont typeface="Arial" panose="020B0604020202020204" pitchFamily="34" charset="0"/>
              <a:buChar char="•"/>
              <a:defRPr/>
            </a:pPr>
            <a:r>
              <a:rPr lang="ja-JP" altLang="en-US" sz="1900" dirty="0">
                <a:solidFill>
                  <a:srgbClr val="000000"/>
                </a:solidFill>
                <a:latin typeface="Yu Gothic UI" panose="020B0500000000000000" pitchFamily="50" charset="-128"/>
                <a:ea typeface="Yu Gothic UI" panose="020B0500000000000000" pitchFamily="50" charset="-128"/>
              </a:rPr>
              <a:t>マネージドディスクにはゾーン冗長をサポートする種類がある</a:t>
            </a:r>
          </a:p>
          <a:p>
            <a:pPr marL="174862" indent="-174862" defTabSz="932563">
              <a:spcAft>
                <a:spcPts val="408"/>
              </a:spcAft>
              <a:buClr>
                <a:srgbClr val="000000"/>
              </a:buClr>
              <a:buFont typeface="Arial" panose="020B0604020202020204" pitchFamily="34" charset="0"/>
              <a:buChar char="•"/>
              <a:defRPr/>
            </a:pPr>
            <a:r>
              <a:rPr lang="ja-JP" altLang="en-US" sz="1900" dirty="0">
                <a:solidFill>
                  <a:srgbClr val="000000"/>
                </a:solidFill>
                <a:latin typeface="Yu Gothic UI" panose="020B0500000000000000" pitchFamily="50" charset="-128"/>
                <a:ea typeface="Yu Gothic UI" panose="020B0500000000000000" pitchFamily="50" charset="-128"/>
              </a:rPr>
              <a:t>仮想マシン自体はゾーン障害に対応しないが、ゾーン冗長ディスクは別の仮想マシンにアタッチ可能なため、他の仮想マシンへマウントすることは可能（データディスクのみ）</a:t>
            </a:r>
            <a:endParaRPr lang="en-US" altLang="ja-JP" sz="1900" dirty="0">
              <a:solidFill>
                <a:srgbClr val="000000"/>
              </a:solidFill>
              <a:latin typeface="Yu Gothic UI" panose="020B0500000000000000" pitchFamily="50" charset="-128"/>
              <a:ea typeface="Yu Gothic UI" panose="020B0500000000000000" pitchFamily="50" charset="-128"/>
            </a:endParaRPr>
          </a:p>
        </p:txBody>
      </p:sp>
      <p:sp>
        <p:nvSpPr>
          <p:cNvPr id="5" name="Rectangle 112">
            <a:extLst>
              <a:ext uri="{FF2B5EF4-FFF2-40B4-BE49-F238E27FC236}">
                <a16:creationId xmlns:a16="http://schemas.microsoft.com/office/drawing/2014/main" id="{55BE870C-82F2-935B-A356-A285C25118AA}"/>
              </a:ext>
            </a:extLst>
          </p:cNvPr>
          <p:cNvSpPr/>
          <p:nvPr/>
        </p:nvSpPr>
        <p:spPr bwMode="auto">
          <a:xfrm>
            <a:off x="1644101" y="5400857"/>
            <a:ext cx="936900" cy="929698"/>
          </a:xfrm>
          <a:prstGeom prst="rect">
            <a:avLst/>
          </a:prstGeom>
          <a:noFill/>
          <a:ln w="2857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6468" tIns="149175" rIns="186468" bIns="149175" numCol="1" spcCol="0" rtlCol="0" fromWordArt="0" anchor="b" anchorCtr="0" forceAA="0" compatLnSpc="1">
            <a:prstTxWarp prst="textNoShape">
              <a:avLst/>
            </a:prstTxWarp>
            <a:noAutofit/>
          </a:bodyPr>
          <a:lstStyle/>
          <a:p>
            <a:pPr marL="0" marR="0" lvl="0" indent="0" algn="ctr" defTabSz="950663" eaLnBrk="1" fontAlgn="base" latinLnBrk="0" hangingPunct="1">
              <a:lnSpc>
                <a:spcPct val="90000"/>
              </a:lnSpc>
              <a:spcBef>
                <a:spcPct val="0"/>
              </a:spcBef>
              <a:spcAft>
                <a:spcPct val="0"/>
              </a:spcAft>
              <a:buClrTx/>
              <a:buSzTx/>
              <a:buFontTx/>
              <a:buNone/>
              <a:tabLst/>
              <a:defRPr/>
            </a:pPr>
            <a:r>
              <a:rPr kumimoji="0" lang="en-US" sz="1428"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Zone 1</a:t>
            </a:r>
          </a:p>
        </p:txBody>
      </p:sp>
      <p:sp>
        <p:nvSpPr>
          <p:cNvPr id="6" name="Rectangle 110">
            <a:extLst>
              <a:ext uri="{FF2B5EF4-FFF2-40B4-BE49-F238E27FC236}">
                <a16:creationId xmlns:a16="http://schemas.microsoft.com/office/drawing/2014/main" id="{5DBF6D96-03D4-C13C-E8EC-167BD6E06CE9}"/>
              </a:ext>
            </a:extLst>
          </p:cNvPr>
          <p:cNvSpPr/>
          <p:nvPr/>
        </p:nvSpPr>
        <p:spPr bwMode="auto">
          <a:xfrm>
            <a:off x="5883719" y="3313981"/>
            <a:ext cx="5688237" cy="2551725"/>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horz" wrap="square" lIns="182802" tIns="146241" rIns="182802" bIns="146241"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l" defTabSz="931935" rtl="0" eaLnBrk="1" fontAlgn="base" latinLnBrk="0" hangingPunct="1">
              <a:lnSpc>
                <a:spcPct val="100000"/>
              </a:lnSpc>
              <a:spcBef>
                <a:spcPct val="0"/>
              </a:spcBef>
              <a:spcAft>
                <a:spcPct val="0"/>
              </a:spcAft>
              <a:buClrTx/>
              <a:buSzTx/>
              <a:buFontTx/>
              <a:buNone/>
              <a:tabLst/>
              <a:defRPr/>
            </a:pPr>
            <a:r>
              <a:rPr kumimoji="0" lang="en-US" sz="1632"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ZRS</a:t>
            </a:r>
            <a:endParaRPr kumimoji="0" lang="en-US" sz="1632"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a:p>
            <a:pPr marL="0" marR="0" lvl="0" indent="0" algn="l" defTabSz="931935" rtl="0" eaLnBrk="1" fontAlgn="base" latinLnBrk="0" hangingPunct="1">
              <a:lnSpc>
                <a:spcPct val="100000"/>
              </a:lnSpc>
              <a:spcBef>
                <a:spcPct val="0"/>
              </a:spcBef>
              <a:spcAft>
                <a:spcPts val="612"/>
              </a:spcAft>
              <a:buClrTx/>
              <a:buSzTx/>
              <a:buFontTx/>
              <a:buNone/>
              <a:tabLst/>
              <a:defRPr/>
            </a:pPr>
            <a:r>
              <a:rPr kumimoji="0" lang="en-US" altLang="ja-JP"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a:t>
            </a:r>
            <a:r>
              <a:rPr kumimoji="0" lang="ja-JP" altLang="en-US" sz="1632"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 </a:t>
            </a:r>
            <a:r>
              <a:rPr kumimoji="0" lang="ja-JP" altLang="en-US"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つのゾーンを跨ぐ </a:t>
            </a:r>
            <a:r>
              <a:rPr kumimoji="0" lang="en-US" altLang="ja-JP"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 </a:t>
            </a:r>
            <a:r>
              <a:rPr kumimoji="0" lang="ja-JP" altLang="en-US"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つのレプリカ</a:t>
            </a:r>
            <a:endParaRPr kumimoji="0" lang="en-US" altLang="ja-JP"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31935" rtl="0" eaLnBrk="1" fontAlgn="base" latinLnBrk="0" hangingPunct="1">
              <a:lnSpc>
                <a:spcPct val="100000"/>
              </a:lnSpc>
              <a:spcBef>
                <a:spcPct val="0"/>
              </a:spcBef>
              <a:spcAft>
                <a:spcPts val="612"/>
              </a:spcAft>
              <a:buClrTx/>
              <a:buSzTx/>
              <a:buFontTx/>
              <a:buNone/>
              <a:tabLst/>
              <a:defRPr/>
            </a:pPr>
            <a:r>
              <a:rPr kumimoji="0" lang="ja-JP" altLang="en-US"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ディスク、ノード、ラック、ゾーンレベル障害への保護</a:t>
            </a:r>
            <a:endParaRPr kumimoji="0" lang="en-US" altLang="ja-JP"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31935" rtl="0" eaLnBrk="1" fontAlgn="base" latinLnBrk="0" hangingPunct="1">
              <a:lnSpc>
                <a:spcPct val="100000"/>
              </a:lnSpc>
              <a:spcBef>
                <a:spcPct val="0"/>
              </a:spcBef>
              <a:spcAft>
                <a:spcPts val="612"/>
              </a:spcAft>
              <a:buClrTx/>
              <a:buSzTx/>
              <a:buFontTx/>
              <a:buNone/>
              <a:tabLst/>
              <a:defRPr/>
            </a:pPr>
            <a:r>
              <a:rPr kumimoji="0" lang="en-US"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 </a:t>
            </a:r>
            <a:r>
              <a:rPr kumimoji="0" lang="ja-JP" altLang="en-US" sz="1632"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つのゾーンへの同期書き込み</a:t>
            </a:r>
            <a:endParaRPr kumimoji="0" lang="en-US" sz="1632"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a:p>
            <a:pPr marL="0" marR="0" lvl="0" indent="0" algn="l" defTabSz="931935" rtl="0" eaLnBrk="1" fontAlgn="base" latinLnBrk="0" hangingPunct="1">
              <a:lnSpc>
                <a:spcPct val="100000"/>
              </a:lnSpc>
              <a:spcBef>
                <a:spcPct val="0"/>
              </a:spcBef>
              <a:spcAft>
                <a:spcPts val="612"/>
              </a:spcAft>
              <a:buClrTx/>
              <a:buSzTx/>
              <a:buFontTx/>
              <a:buNone/>
              <a:tabLst/>
              <a:defRPr/>
            </a:pPr>
            <a:r>
              <a:rPr kumimoji="0" lang="ja-JP" altLang="en-US" sz="1632" b="0" i="0" u="none" strike="noStrike" kern="1200" cap="none" spc="0" normalizeH="0" baseline="0" noProof="0" dirty="0">
                <a:ln>
                  <a:noFill/>
                </a:ln>
                <a:solidFill>
                  <a:schemeClr val="tx1"/>
                </a:solidFill>
                <a:effectLst/>
                <a:uLnTx/>
                <a:uFillTx/>
                <a:latin typeface="Yu Gothic UI" panose="020B0500000000000000" pitchFamily="50" charset="-128"/>
                <a:ea typeface="Yu Gothic UI" panose="020B0500000000000000" pitchFamily="50" charset="-128"/>
                <a:cs typeface="Segoe UI" pitchFamily="34" charset="0"/>
              </a:rPr>
              <a:t>データ耐久性</a:t>
            </a:r>
            <a:r>
              <a:rPr kumimoji="0" lang="en-US" altLang="ja-JP" sz="1632" b="0" i="0" u="none" strike="noStrike" kern="1200" cap="none" spc="0" normalizeH="0" baseline="0" noProof="0" dirty="0">
                <a:ln>
                  <a:noFill/>
                </a:ln>
                <a:solidFill>
                  <a:schemeClr val="tx1"/>
                </a:solidFill>
                <a:effectLst/>
                <a:uLnTx/>
                <a:uFillTx/>
                <a:latin typeface="Yu Gothic UI" panose="020B0500000000000000" pitchFamily="50" charset="-128"/>
                <a:ea typeface="Yu Gothic UI" panose="020B0500000000000000" pitchFamily="50" charset="-128"/>
                <a:cs typeface="Segoe UI" pitchFamily="34" charset="0"/>
              </a:rPr>
              <a:t>    99.9999999999 ( 12</a:t>
            </a:r>
            <a:r>
              <a:rPr kumimoji="0" lang="ja-JP" altLang="en-US" sz="1632" b="0" i="0" u="none" strike="noStrike" kern="1200" cap="none" spc="0" normalizeH="0" baseline="0" noProof="0" dirty="0">
                <a:ln>
                  <a:noFill/>
                </a:ln>
                <a:solidFill>
                  <a:schemeClr val="tx1"/>
                </a:solidFill>
                <a:effectLst/>
                <a:uLnTx/>
                <a:uFillTx/>
                <a:latin typeface="Yu Gothic UI" panose="020B0500000000000000" pitchFamily="50" charset="-128"/>
                <a:ea typeface="Yu Gothic UI" panose="020B0500000000000000" pitchFamily="50" charset="-128"/>
                <a:cs typeface="Segoe UI" pitchFamily="34" charset="0"/>
              </a:rPr>
              <a:t>ナイン </a:t>
            </a:r>
            <a:r>
              <a:rPr kumimoji="0" lang="en-US" altLang="ja-JP" sz="1632" b="0" i="0" u="none" strike="noStrike" kern="1200" cap="none" spc="0" normalizeH="0" baseline="0" noProof="0" dirty="0">
                <a:ln>
                  <a:noFill/>
                </a:ln>
                <a:solidFill>
                  <a:schemeClr val="tx1"/>
                </a:solidFill>
                <a:effectLst/>
                <a:uLnTx/>
                <a:uFillTx/>
                <a:latin typeface="Yu Gothic UI" panose="020B0500000000000000" pitchFamily="50" charset="-128"/>
                <a:ea typeface="Yu Gothic UI" panose="020B0500000000000000" pitchFamily="50" charset="-128"/>
                <a:cs typeface="Segoe UI" pitchFamily="34" charset="0"/>
              </a:rPr>
              <a:t>)</a:t>
            </a:r>
            <a:endParaRPr kumimoji="0" lang="en-US" sz="1632" b="0" i="0" u="none" strike="noStrike" kern="1200" cap="none" spc="0" normalizeH="0" baseline="0" noProof="0" dirty="0">
              <a:ln>
                <a:noFill/>
              </a:ln>
              <a:solidFill>
                <a:schemeClr val="tx1"/>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p:txBody>
      </p:sp>
      <p:grpSp>
        <p:nvGrpSpPr>
          <p:cNvPr id="7" name="Group 3">
            <a:extLst>
              <a:ext uri="{FF2B5EF4-FFF2-40B4-BE49-F238E27FC236}">
                <a16:creationId xmlns:a16="http://schemas.microsoft.com/office/drawing/2014/main" id="{F3720620-6AF6-5BA2-EB75-EBB45E20F051}"/>
              </a:ext>
            </a:extLst>
          </p:cNvPr>
          <p:cNvGrpSpPr/>
          <p:nvPr/>
        </p:nvGrpSpPr>
        <p:grpSpPr>
          <a:xfrm>
            <a:off x="1907680" y="4422949"/>
            <a:ext cx="2957088" cy="1883282"/>
            <a:chOff x="2495272" y="1547404"/>
            <a:chExt cx="2843585" cy="1810993"/>
          </a:xfrm>
        </p:grpSpPr>
        <p:sp>
          <p:nvSpPr>
            <p:cNvPr id="8" name="Database_EFC7" title="Icon of a cylinder">
              <a:extLst>
                <a:ext uri="{FF2B5EF4-FFF2-40B4-BE49-F238E27FC236}">
                  <a16:creationId xmlns:a16="http://schemas.microsoft.com/office/drawing/2014/main" id="{CE8C3434-855A-EDC5-9167-EBF08CA093DE}"/>
                </a:ext>
              </a:extLst>
            </p:cNvPr>
            <p:cNvSpPr>
              <a:spLocks noChangeAspect="1" noEditPoints="1"/>
            </p:cNvSpPr>
            <p:nvPr/>
          </p:nvSpPr>
          <p:spPr bwMode="auto">
            <a:xfrm>
              <a:off x="2495272" y="2440565"/>
              <a:ext cx="379961" cy="477974"/>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ysClr val="windowText" lastClr="000000"/>
              </a:solidFill>
              <a:prstDash val="solid"/>
              <a:miter lim="800000"/>
              <a:headEnd/>
              <a:tailE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major"/>
          </p:style>
          <p:txBody>
            <a:bodyPr vert="horz" wrap="square" lIns="93234" tIns="46616" rIns="93234" bIns="46616" numCol="1" anchor="t" anchorCtr="0" compatLnSpc="1">
              <a:prstTxWarp prst="textNoShape">
                <a:avLst/>
              </a:prstTxWarp>
            </a:bodyPr>
            <a:lstStyle/>
            <a:p>
              <a:pPr marL="0" marR="0" lvl="0" indent="0" defTabSz="932239" eaLnBrk="1" fontAlgn="auto" latinLnBrk="0" hangingPunct="1">
                <a:lnSpc>
                  <a:spcPct val="100000"/>
                </a:lnSpc>
                <a:spcBef>
                  <a:spcPts val="0"/>
                </a:spcBef>
                <a:spcAft>
                  <a:spcPts val="0"/>
                </a:spcAft>
                <a:buClrTx/>
                <a:buSzTx/>
                <a:buFontTx/>
                <a:buNone/>
                <a:tabLst/>
                <a:defRPr/>
              </a:pPr>
              <a:endParaRPr kumimoji="0" lang="en-US" sz="1632"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endParaRPr>
            </a:p>
          </p:txBody>
        </p:sp>
        <p:cxnSp>
          <p:nvCxnSpPr>
            <p:cNvPr id="10" name="Straight Arrow Connector 113">
              <a:extLst>
                <a:ext uri="{FF2B5EF4-FFF2-40B4-BE49-F238E27FC236}">
                  <a16:creationId xmlns:a16="http://schemas.microsoft.com/office/drawing/2014/main" id="{C826392D-77BC-D459-ECCA-DC81021C692F}"/>
                </a:ext>
              </a:extLst>
            </p:cNvPr>
            <p:cNvCxnSpPr>
              <a:cxnSpLocks/>
            </p:cNvCxnSpPr>
            <p:nvPr/>
          </p:nvCxnSpPr>
          <p:spPr>
            <a:xfrm flipH="1">
              <a:off x="2664322" y="1555952"/>
              <a:ext cx="1123691" cy="726312"/>
            </a:xfrm>
            <a:prstGeom prst="straightConnector1">
              <a:avLst/>
            </a:prstGeom>
            <a:noFill/>
            <a:ln w="28575" cap="flat" cmpd="sng" algn="ctr">
              <a:solidFill>
                <a:sysClr val="windowText" lastClr="000000"/>
              </a:solidFill>
              <a:prstDash val="solid"/>
              <a:headEnd type="arrow" w="med" len="med"/>
              <a:tailEnd type="arrow" w="med" len="med"/>
            </a:ln>
            <a:effectLst/>
          </p:spPr>
        </p:cxnSp>
        <p:sp>
          <p:nvSpPr>
            <p:cNvPr id="11" name="Database_EFC7" title="Icon of a cylinder">
              <a:extLst>
                <a:ext uri="{FF2B5EF4-FFF2-40B4-BE49-F238E27FC236}">
                  <a16:creationId xmlns:a16="http://schemas.microsoft.com/office/drawing/2014/main" id="{43D5B50C-0220-4608-6DD3-7F683C1E2A7A}"/>
                </a:ext>
              </a:extLst>
            </p:cNvPr>
            <p:cNvSpPr>
              <a:spLocks noChangeAspect="1" noEditPoints="1"/>
            </p:cNvSpPr>
            <p:nvPr/>
          </p:nvSpPr>
          <p:spPr bwMode="auto">
            <a:xfrm>
              <a:off x="3632909" y="2458940"/>
              <a:ext cx="379961" cy="477974"/>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ysClr val="windowText" lastClr="000000"/>
              </a:solidFill>
              <a:prstDash val="solid"/>
              <a:miter lim="800000"/>
              <a:headEnd/>
              <a:tailE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major"/>
          </p:style>
          <p:txBody>
            <a:bodyPr vert="horz" wrap="square" lIns="93234" tIns="46616" rIns="93234" bIns="46616" numCol="1" anchor="t" anchorCtr="0" compatLnSpc="1">
              <a:prstTxWarp prst="textNoShape">
                <a:avLst/>
              </a:prstTxWarp>
            </a:bodyPr>
            <a:lstStyle/>
            <a:p>
              <a:pPr marL="0" marR="0" lvl="0" indent="0" defTabSz="932239" eaLnBrk="1" fontAlgn="auto" latinLnBrk="0" hangingPunct="1">
                <a:lnSpc>
                  <a:spcPct val="100000"/>
                </a:lnSpc>
                <a:spcBef>
                  <a:spcPts val="0"/>
                </a:spcBef>
                <a:spcAft>
                  <a:spcPts val="0"/>
                </a:spcAft>
                <a:buClrTx/>
                <a:buSzTx/>
                <a:buFontTx/>
                <a:buNone/>
                <a:tabLst/>
                <a:defRPr/>
              </a:pPr>
              <a:endParaRPr kumimoji="0" lang="en-US" sz="1632"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endParaRPr>
            </a:p>
          </p:txBody>
        </p:sp>
        <p:sp>
          <p:nvSpPr>
            <p:cNvPr id="12" name="Rectangle 115">
              <a:extLst>
                <a:ext uri="{FF2B5EF4-FFF2-40B4-BE49-F238E27FC236}">
                  <a16:creationId xmlns:a16="http://schemas.microsoft.com/office/drawing/2014/main" id="{B99149EE-2E76-CC43-E861-2E32E5BA5369}"/>
                </a:ext>
              </a:extLst>
            </p:cNvPr>
            <p:cNvSpPr/>
            <p:nvPr/>
          </p:nvSpPr>
          <p:spPr bwMode="auto">
            <a:xfrm>
              <a:off x="3297621" y="2440485"/>
              <a:ext cx="918743" cy="911680"/>
            </a:xfrm>
            <a:prstGeom prst="rect">
              <a:avLst/>
            </a:prstGeom>
            <a:noFill/>
            <a:ln w="2857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6468" tIns="149175" rIns="186468" bIns="149175" numCol="1" spcCol="0" rtlCol="0" fromWordArt="0" anchor="b" anchorCtr="0" forceAA="0" compatLnSpc="1">
              <a:prstTxWarp prst="textNoShape">
                <a:avLst/>
              </a:prstTxWarp>
              <a:noAutofit/>
            </a:bodyPr>
            <a:lstStyle/>
            <a:p>
              <a:pPr marL="0" marR="0" lvl="0" indent="0" algn="ctr" defTabSz="950663" eaLnBrk="1" fontAlgn="base" latinLnBrk="0" hangingPunct="1">
                <a:lnSpc>
                  <a:spcPct val="90000"/>
                </a:lnSpc>
                <a:spcBef>
                  <a:spcPct val="0"/>
                </a:spcBef>
                <a:spcAft>
                  <a:spcPct val="0"/>
                </a:spcAft>
                <a:buClrTx/>
                <a:buSzTx/>
                <a:buFontTx/>
                <a:buNone/>
                <a:tabLst/>
                <a:defRPr/>
              </a:pPr>
              <a:r>
                <a:rPr kumimoji="0" lang="en-US" sz="1224"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Zone 2</a:t>
              </a:r>
            </a:p>
          </p:txBody>
        </p:sp>
        <p:sp>
          <p:nvSpPr>
            <p:cNvPr id="13" name="Database_EFC7" title="Icon of a cylinder">
              <a:extLst>
                <a:ext uri="{FF2B5EF4-FFF2-40B4-BE49-F238E27FC236}">
                  <a16:creationId xmlns:a16="http://schemas.microsoft.com/office/drawing/2014/main" id="{8FB34CD9-358C-3F8A-70B3-9A2C9C6FCD1C}"/>
                </a:ext>
              </a:extLst>
            </p:cNvPr>
            <p:cNvSpPr>
              <a:spLocks noChangeAspect="1" noEditPoints="1"/>
            </p:cNvSpPr>
            <p:nvPr/>
          </p:nvSpPr>
          <p:spPr bwMode="auto">
            <a:xfrm>
              <a:off x="4707900" y="2456808"/>
              <a:ext cx="379961" cy="477974"/>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ysClr val="windowText" lastClr="000000"/>
              </a:solidFill>
              <a:prstDash val="solid"/>
              <a:miter lim="800000"/>
              <a:headEnd/>
              <a:tailEnd/>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major"/>
          </p:style>
          <p:txBody>
            <a:bodyPr vert="horz" wrap="square" lIns="93234" tIns="46616" rIns="93234" bIns="46616" numCol="1" anchor="t" anchorCtr="0" compatLnSpc="1">
              <a:prstTxWarp prst="textNoShape">
                <a:avLst/>
              </a:prstTxWarp>
            </a:bodyPr>
            <a:lstStyle/>
            <a:p>
              <a:pPr marL="0" marR="0" lvl="0" indent="0" defTabSz="932239" eaLnBrk="1" fontAlgn="auto" latinLnBrk="0" hangingPunct="1">
                <a:lnSpc>
                  <a:spcPct val="100000"/>
                </a:lnSpc>
                <a:spcBef>
                  <a:spcPts val="0"/>
                </a:spcBef>
                <a:spcAft>
                  <a:spcPts val="0"/>
                </a:spcAft>
                <a:buClrTx/>
                <a:buSzTx/>
                <a:buFontTx/>
                <a:buNone/>
                <a:tabLst/>
                <a:defRPr/>
              </a:pPr>
              <a:endParaRPr kumimoji="0" lang="en-US" sz="1632"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endParaRPr>
            </a:p>
          </p:txBody>
        </p:sp>
        <p:sp>
          <p:nvSpPr>
            <p:cNvPr id="14" name="Rectangle 117">
              <a:extLst>
                <a:ext uri="{FF2B5EF4-FFF2-40B4-BE49-F238E27FC236}">
                  <a16:creationId xmlns:a16="http://schemas.microsoft.com/office/drawing/2014/main" id="{F197D377-9DDF-6C0A-3323-751B9FC0AD0B}"/>
                </a:ext>
              </a:extLst>
            </p:cNvPr>
            <p:cNvSpPr/>
            <p:nvPr/>
          </p:nvSpPr>
          <p:spPr bwMode="auto">
            <a:xfrm>
              <a:off x="4420114" y="2446717"/>
              <a:ext cx="918743" cy="911680"/>
            </a:xfrm>
            <a:prstGeom prst="rect">
              <a:avLst/>
            </a:prstGeom>
            <a:noFill/>
            <a:ln w="2857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6468" tIns="149175" rIns="186468" bIns="149175" numCol="1" spcCol="0" rtlCol="0" fromWordArt="0" anchor="b" anchorCtr="0" forceAA="0" compatLnSpc="1">
              <a:prstTxWarp prst="textNoShape">
                <a:avLst/>
              </a:prstTxWarp>
              <a:noAutofit/>
            </a:bodyPr>
            <a:lstStyle/>
            <a:p>
              <a:pPr marL="0" marR="0" lvl="0" indent="0" algn="ctr" defTabSz="950663" eaLnBrk="1" fontAlgn="base" latinLnBrk="0" hangingPunct="1">
                <a:lnSpc>
                  <a:spcPct val="90000"/>
                </a:lnSpc>
                <a:spcBef>
                  <a:spcPct val="0"/>
                </a:spcBef>
                <a:spcAft>
                  <a:spcPct val="0"/>
                </a:spcAft>
                <a:buClrTx/>
                <a:buSzTx/>
                <a:buFontTx/>
                <a:buNone/>
                <a:tabLst/>
                <a:defRPr/>
              </a:pPr>
              <a:r>
                <a:rPr kumimoji="0" lang="en-US" sz="1224"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Zone 3</a:t>
              </a:r>
            </a:p>
          </p:txBody>
        </p:sp>
        <p:cxnSp>
          <p:nvCxnSpPr>
            <p:cNvPr id="21" name="Straight Arrow Connector 118">
              <a:extLst>
                <a:ext uri="{FF2B5EF4-FFF2-40B4-BE49-F238E27FC236}">
                  <a16:creationId xmlns:a16="http://schemas.microsoft.com/office/drawing/2014/main" id="{63CDD505-C90A-BB83-473B-6F6B61EC5041}"/>
                </a:ext>
              </a:extLst>
            </p:cNvPr>
            <p:cNvCxnSpPr>
              <a:cxnSpLocks/>
            </p:cNvCxnSpPr>
            <p:nvPr/>
          </p:nvCxnSpPr>
          <p:spPr>
            <a:xfrm>
              <a:off x="3794842" y="1555952"/>
              <a:ext cx="1180669" cy="780792"/>
            </a:xfrm>
            <a:prstGeom prst="straightConnector1">
              <a:avLst/>
            </a:prstGeom>
            <a:noFill/>
            <a:ln w="28575" cap="flat" cmpd="sng" algn="ctr">
              <a:solidFill>
                <a:sysClr val="windowText" lastClr="000000"/>
              </a:solidFill>
              <a:prstDash val="solid"/>
              <a:headEnd type="arrow" w="med" len="med"/>
              <a:tailEnd type="arrow" w="med" len="med"/>
            </a:ln>
            <a:effectLst/>
          </p:spPr>
        </p:cxnSp>
        <p:cxnSp>
          <p:nvCxnSpPr>
            <p:cNvPr id="22" name="Straight Arrow Connector 119">
              <a:extLst>
                <a:ext uri="{FF2B5EF4-FFF2-40B4-BE49-F238E27FC236}">
                  <a16:creationId xmlns:a16="http://schemas.microsoft.com/office/drawing/2014/main" id="{AECD140C-1B52-07FD-7E38-1AB841F8BC32}"/>
                </a:ext>
              </a:extLst>
            </p:cNvPr>
            <p:cNvCxnSpPr>
              <a:cxnSpLocks/>
            </p:cNvCxnSpPr>
            <p:nvPr/>
          </p:nvCxnSpPr>
          <p:spPr>
            <a:xfrm>
              <a:off x="3809329" y="1547404"/>
              <a:ext cx="0" cy="751956"/>
            </a:xfrm>
            <a:prstGeom prst="straightConnector1">
              <a:avLst/>
            </a:prstGeom>
            <a:noFill/>
            <a:ln w="28575" cap="flat" cmpd="sng" algn="ctr">
              <a:solidFill>
                <a:sysClr val="windowText" lastClr="000000"/>
              </a:solidFill>
              <a:prstDash val="solid"/>
              <a:headEnd type="arrow" w="med" len="med"/>
              <a:tailEnd type="arrow" w="med" len="med"/>
            </a:ln>
            <a:effectLst/>
          </p:spPr>
        </p:cxnSp>
      </p:grpSp>
      <p:sp>
        <p:nvSpPr>
          <p:cNvPr id="23" name="正方形/長方形 22">
            <a:extLst>
              <a:ext uri="{FF2B5EF4-FFF2-40B4-BE49-F238E27FC236}">
                <a16:creationId xmlns:a16="http://schemas.microsoft.com/office/drawing/2014/main" id="{CA56B8BB-ECB5-53FD-C3AF-394A2CDB828A}"/>
              </a:ext>
            </a:extLst>
          </p:cNvPr>
          <p:cNvSpPr/>
          <p:nvPr/>
        </p:nvSpPr>
        <p:spPr>
          <a:xfrm>
            <a:off x="2953674" y="3777087"/>
            <a:ext cx="660200" cy="6203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Yu Gothic UI" panose="020B0500000000000000" pitchFamily="50" charset="-128"/>
              <a:ea typeface="Yu Gothic UI" panose="020B0500000000000000" pitchFamily="50" charset="-128"/>
            </a:endParaRPr>
          </a:p>
        </p:txBody>
      </p:sp>
      <p:cxnSp>
        <p:nvCxnSpPr>
          <p:cNvPr id="24" name="直線コネクタ 23">
            <a:extLst>
              <a:ext uri="{FF2B5EF4-FFF2-40B4-BE49-F238E27FC236}">
                <a16:creationId xmlns:a16="http://schemas.microsoft.com/office/drawing/2014/main" id="{A5673674-047F-20F6-879C-C485B6DB1C69}"/>
              </a:ext>
            </a:extLst>
          </p:cNvPr>
          <p:cNvCxnSpPr/>
          <p:nvPr/>
        </p:nvCxnSpPr>
        <p:spPr>
          <a:xfrm flipH="1">
            <a:off x="3268247" y="3500892"/>
            <a:ext cx="1" cy="333148"/>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5" name="グラフィックス 24">
            <a:extLst>
              <a:ext uri="{FF2B5EF4-FFF2-40B4-BE49-F238E27FC236}">
                <a16:creationId xmlns:a16="http://schemas.microsoft.com/office/drawing/2014/main" id="{B2283A2D-5637-C768-0ADF-273738D9EA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82984" y="2751188"/>
            <a:ext cx="773100" cy="773100"/>
          </a:xfrm>
          <a:prstGeom prst="rect">
            <a:avLst/>
          </a:prstGeom>
        </p:spPr>
      </p:pic>
      <p:pic>
        <p:nvPicPr>
          <p:cNvPr id="26" name="グラフィックス 25">
            <a:extLst>
              <a:ext uri="{FF2B5EF4-FFF2-40B4-BE49-F238E27FC236}">
                <a16:creationId xmlns:a16="http://schemas.microsoft.com/office/drawing/2014/main" id="{9D0C2E87-0F85-B17E-E993-5C6E679708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43627" y="3751334"/>
            <a:ext cx="646109" cy="646109"/>
          </a:xfrm>
          <a:prstGeom prst="rect">
            <a:avLst/>
          </a:prstGeom>
        </p:spPr>
      </p:pic>
    </p:spTree>
    <p:extLst>
      <p:ext uri="{BB962C8B-B14F-4D97-AF65-F5344CB8AC3E}">
        <p14:creationId xmlns:p14="http://schemas.microsoft.com/office/powerpoint/2010/main" val="3259761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D172-A327-5E52-BC4D-D83C02B4B05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27407EE-15D3-F2B9-A8DA-5E4740679CB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リージョン障害に対応するための機能</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a:t>
            </a:r>
            <a:r>
              <a:rPr lang="ja-JP" altLang="en-US" sz="2000">
                <a:latin typeface="Yu Gothic UI" panose="020B0500000000000000" pitchFamily="34" charset="-128"/>
                <a:ea typeface="Yu Gothic UI" panose="020B0500000000000000" pitchFamily="34" charset="-128"/>
              </a:rPr>
              <a:t>① </a:t>
            </a:r>
            <a:r>
              <a:rPr lang="en-US" altLang="ja-JP" sz="2000" dirty="0">
                <a:latin typeface="Yu Gothic UI" panose="020B0500000000000000" pitchFamily="34" charset="-128"/>
                <a:ea typeface="Yu Gothic UI" panose="020B0500000000000000" pitchFamily="34" charset="-128"/>
              </a:rPr>
              <a:t>Azure Backup</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4F92EF47-EDD9-E5A2-2C5C-086BF2E65AC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3EA149E-6123-4690-A76C-FDA2DDFCF4B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47" name="Rectangle 5">
            <a:extLst>
              <a:ext uri="{FF2B5EF4-FFF2-40B4-BE49-F238E27FC236}">
                <a16:creationId xmlns:a16="http://schemas.microsoft.com/office/drawing/2014/main" id="{2B0975DC-6D9A-9DB4-5C46-A41953B3DF68}"/>
              </a:ext>
            </a:extLst>
          </p:cNvPr>
          <p:cNvSpPr/>
          <p:nvPr/>
        </p:nvSpPr>
        <p:spPr>
          <a:xfrm>
            <a:off x="7922715" y="1410562"/>
            <a:ext cx="4043592" cy="4749313"/>
          </a:xfrm>
          <a:prstGeom prst="rect">
            <a:avLst/>
          </a:prstGeom>
        </p:spPr>
        <p:txBody>
          <a:bodyPr wrap="square">
            <a:spAutoFit/>
          </a:bodyPr>
          <a:lstStyle/>
          <a:p>
            <a:pPr marL="354013" indent="-354013" rtl="0">
              <a:lnSpc>
                <a:spcPct val="110000"/>
              </a:lnSpc>
              <a:spcAft>
                <a:spcPts val="1200"/>
              </a:spcAft>
              <a:buSzPct val="90000"/>
              <a:buFont typeface="Arial" panose="020B0604020202020204" pitchFamily="34" charset="0"/>
              <a:buChar char="•"/>
              <a:defRPr/>
            </a:pP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Azure VM Backup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を、</a:t>
            </a: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Geo-redundant storage (GRS)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や </a:t>
            </a: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Cross Region Restore (CRR)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を有効にした状態で取得</a:t>
            </a:r>
          </a:p>
          <a:p>
            <a:pPr marL="354013" indent="-354013" rtl="0">
              <a:lnSpc>
                <a:spcPct val="110000"/>
              </a:lnSpc>
              <a:spcAft>
                <a:spcPts val="1200"/>
              </a:spcAft>
              <a:buSzPct val="90000"/>
              <a:buFont typeface="Arial" panose="020B0604020202020204" pitchFamily="34" charset="0"/>
              <a:buChar char="•"/>
              <a:defRPr/>
            </a:pP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リージョン障害時には、</a:t>
            </a: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GRS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で同期されたバックアップデータを利用して、仮想マシンを別リージョンにリストア</a:t>
            </a:r>
          </a:p>
          <a:p>
            <a:pPr marL="354013" indent="-354013" rtl="0">
              <a:lnSpc>
                <a:spcPct val="110000"/>
              </a:lnSpc>
              <a:spcAft>
                <a:spcPts val="1200"/>
              </a:spcAft>
              <a:buSzPct val="90000"/>
              <a:buFont typeface="Arial" panose="020B0604020202020204" pitchFamily="34" charset="0"/>
              <a:buChar char="•"/>
              <a:defRPr/>
            </a:pP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CRR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を有効にしたバックアップであれば、任意のタイミングで元のリージョンとは異なるリージョンへのリストア</a:t>
            </a:r>
          </a:p>
          <a:p>
            <a:pPr marL="354013" indent="-354013" rtl="0">
              <a:lnSpc>
                <a:spcPct val="110000"/>
              </a:lnSpc>
              <a:spcAft>
                <a:spcPts val="1200"/>
              </a:spcAft>
              <a:buSzPct val="90000"/>
              <a:buFont typeface="Arial" panose="020B0604020202020204" pitchFamily="34" charset="0"/>
              <a:buChar char="•"/>
              <a:defRPr/>
            </a:pP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メインリージョンで </a:t>
            </a: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Azure VM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が稼働不可となった場合でも、バックアップデータを利用することでセカンダリリージョンでサービスを継続</a:t>
            </a:r>
          </a:p>
          <a:p>
            <a:pPr marL="354013" indent="-354013" rtl="0">
              <a:lnSpc>
                <a:spcPct val="110000"/>
              </a:lnSpc>
              <a:spcAft>
                <a:spcPts val="1200"/>
              </a:spcAft>
              <a:buSzPct val="90000"/>
              <a:buFont typeface="Arial" panose="020B0604020202020204" pitchFamily="34" charset="0"/>
              <a:buChar char="•"/>
              <a:defRPr/>
            </a:pP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バックアップ費用は必要となるが、セカンダリリージョンで仮想マシンを起動するまでは、そのリージョンでの </a:t>
            </a:r>
            <a:r>
              <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VM </a:t>
            </a:r>
            <a:r>
              <a:rPr lang="ja-JP" altLang="en-US"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rPr>
              <a:t>利用料金は発生しない</a:t>
            </a:r>
            <a:endParaRPr lang="en-US" altLang="ja-JP" sz="1600" kern="0" dirty="0">
              <a:solidFill>
                <a:prstClr val="black"/>
              </a:solidFill>
              <a:latin typeface="Yu Gothic UI" panose="020B0500000000000000" pitchFamily="50" charset="-128"/>
              <a:ea typeface="Yu Gothic UI" panose="020B0500000000000000" pitchFamily="50" charset="-128"/>
              <a:cs typeface="Segoe UI" panose="020B0502040204020203" pitchFamily="34" charset="0"/>
            </a:endParaRPr>
          </a:p>
        </p:txBody>
      </p:sp>
      <p:pic>
        <p:nvPicPr>
          <p:cNvPr id="48" name="グラフィックス 47">
            <a:extLst>
              <a:ext uri="{FF2B5EF4-FFF2-40B4-BE49-F238E27FC236}">
                <a16:creationId xmlns:a16="http://schemas.microsoft.com/office/drawing/2014/main" id="{4AE2CD48-FED7-FCCD-98C1-29DB547C45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9100" y="2753509"/>
            <a:ext cx="888022" cy="879559"/>
          </a:xfrm>
          <a:prstGeom prst="rect">
            <a:avLst/>
          </a:prstGeom>
        </p:spPr>
      </p:pic>
      <p:pic>
        <p:nvPicPr>
          <p:cNvPr id="49" name="グラフィックス 48">
            <a:extLst>
              <a:ext uri="{FF2B5EF4-FFF2-40B4-BE49-F238E27FC236}">
                <a16:creationId xmlns:a16="http://schemas.microsoft.com/office/drawing/2014/main" id="{3399757C-4206-495F-2C9D-01C9D89A0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06568" y="2692026"/>
            <a:ext cx="888023" cy="888023"/>
          </a:xfrm>
          <a:prstGeom prst="rect">
            <a:avLst/>
          </a:prstGeom>
        </p:spPr>
      </p:pic>
      <p:pic>
        <p:nvPicPr>
          <p:cNvPr id="50" name="グラフィックス 49">
            <a:extLst>
              <a:ext uri="{FF2B5EF4-FFF2-40B4-BE49-F238E27FC236}">
                <a16:creationId xmlns:a16="http://schemas.microsoft.com/office/drawing/2014/main" id="{9AB02144-983F-E82D-D1E0-71195AF741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17153" y="2692025"/>
            <a:ext cx="888023" cy="888023"/>
          </a:xfrm>
          <a:prstGeom prst="rect">
            <a:avLst/>
          </a:prstGeom>
        </p:spPr>
      </p:pic>
      <p:pic>
        <p:nvPicPr>
          <p:cNvPr id="51" name="グラフィックス 50">
            <a:extLst>
              <a:ext uri="{FF2B5EF4-FFF2-40B4-BE49-F238E27FC236}">
                <a16:creationId xmlns:a16="http://schemas.microsoft.com/office/drawing/2014/main" id="{F7DDD82D-7C8E-13C0-B1C7-E564CBB6CE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15803" y="2753509"/>
            <a:ext cx="888022" cy="879559"/>
          </a:xfrm>
          <a:prstGeom prst="rect">
            <a:avLst/>
          </a:prstGeom>
        </p:spPr>
      </p:pic>
      <p:sp>
        <p:nvSpPr>
          <p:cNvPr id="52" name="四角形: 角を丸くする 9">
            <a:extLst>
              <a:ext uri="{FF2B5EF4-FFF2-40B4-BE49-F238E27FC236}">
                <a16:creationId xmlns:a16="http://schemas.microsoft.com/office/drawing/2014/main" id="{38526C39-E710-4A77-3C06-3BEC0664B593}"/>
              </a:ext>
            </a:extLst>
          </p:cNvPr>
          <p:cNvSpPr/>
          <p:nvPr/>
        </p:nvSpPr>
        <p:spPr bwMode="auto">
          <a:xfrm>
            <a:off x="571501" y="2430593"/>
            <a:ext cx="3148446" cy="1525390"/>
          </a:xfrm>
          <a:prstGeom prst="roundRect">
            <a:avLst>
              <a:gd name="adj" fmla="val 7377"/>
            </a:avLst>
          </a:prstGeom>
          <a:noFill/>
          <a:ln w="9525" cap="flat" cmpd="sng" algn="ctr">
            <a:solidFill>
              <a:srgbClr val="70AD47">
                <a:lumMod val="50000"/>
              </a:srgbClr>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3" name="四角形: 角を丸くする 11">
            <a:extLst>
              <a:ext uri="{FF2B5EF4-FFF2-40B4-BE49-F238E27FC236}">
                <a16:creationId xmlns:a16="http://schemas.microsoft.com/office/drawing/2014/main" id="{ADBDD8F5-DCE7-A1B3-A20F-72EBC40871AD}"/>
              </a:ext>
            </a:extLst>
          </p:cNvPr>
          <p:cNvSpPr/>
          <p:nvPr/>
        </p:nvSpPr>
        <p:spPr bwMode="auto">
          <a:xfrm>
            <a:off x="4431790" y="2430593"/>
            <a:ext cx="3068549" cy="1525390"/>
          </a:xfrm>
          <a:prstGeom prst="roundRect">
            <a:avLst>
              <a:gd name="adj" fmla="val 7377"/>
            </a:avLst>
          </a:prstGeom>
          <a:noFill/>
          <a:ln w="9525" cap="flat" cmpd="sng" algn="ctr">
            <a:solidFill>
              <a:srgbClr val="70AD47">
                <a:lumMod val="50000"/>
              </a:srgbClr>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4" name="矢印: 下カーブ 13">
            <a:extLst>
              <a:ext uri="{FF2B5EF4-FFF2-40B4-BE49-F238E27FC236}">
                <a16:creationId xmlns:a16="http://schemas.microsoft.com/office/drawing/2014/main" id="{E1FC8B8A-B807-7B7E-47CE-C86DCCAB87B3}"/>
              </a:ext>
            </a:extLst>
          </p:cNvPr>
          <p:cNvSpPr/>
          <p:nvPr/>
        </p:nvSpPr>
        <p:spPr>
          <a:xfrm>
            <a:off x="5227453" y="2055387"/>
            <a:ext cx="1786412" cy="627446"/>
          </a:xfrm>
          <a:prstGeom prst="curvedDownArrow">
            <a:avLst/>
          </a:prstGeom>
          <a:noFill/>
          <a:ln w="25400" cap="flat" cmpd="sng" algn="ctr">
            <a:solidFill>
              <a:srgbClr val="5B9BD5"/>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0" cap="none" spc="0" normalizeH="0" baseline="0" noProof="0" dirty="0">
              <a:ln>
                <a:noFill/>
              </a:ln>
              <a:solidFill>
                <a:prstClr val="white"/>
              </a:solidFill>
              <a:effectLst/>
              <a:uLnTx/>
              <a:uFillTx/>
              <a:latin typeface="Yu Gothic UI"/>
              <a:ea typeface="Yu Gothic UI"/>
              <a:cs typeface="+mn-cs"/>
            </a:endParaRPr>
          </a:p>
        </p:txBody>
      </p:sp>
      <p:sp>
        <p:nvSpPr>
          <p:cNvPr id="55" name="矢印: 右 14">
            <a:extLst>
              <a:ext uri="{FF2B5EF4-FFF2-40B4-BE49-F238E27FC236}">
                <a16:creationId xmlns:a16="http://schemas.microsoft.com/office/drawing/2014/main" id="{ED28D316-1CC2-F486-CCAA-823E08BE58B0}"/>
              </a:ext>
            </a:extLst>
          </p:cNvPr>
          <p:cNvSpPr/>
          <p:nvPr/>
        </p:nvSpPr>
        <p:spPr>
          <a:xfrm>
            <a:off x="1759910" y="2978974"/>
            <a:ext cx="828889" cy="428628"/>
          </a:xfrm>
          <a:prstGeom prst="rightArrow">
            <a:avLst/>
          </a:prstGeom>
          <a:noFill/>
          <a:ln w="25400" cap="flat" cmpd="sng" algn="ctr">
            <a:solidFill>
              <a:srgbClr val="5B9BD5"/>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0" cap="none" spc="0" normalizeH="0" baseline="0" noProof="0" dirty="0">
              <a:ln>
                <a:noFill/>
              </a:ln>
              <a:solidFill>
                <a:prstClr val="white"/>
              </a:solidFill>
              <a:effectLst/>
              <a:uLnTx/>
              <a:uFillTx/>
              <a:latin typeface="Yu Gothic UI"/>
              <a:ea typeface="Yu Gothic UI"/>
              <a:cs typeface="+mn-cs"/>
            </a:endParaRPr>
          </a:p>
        </p:txBody>
      </p:sp>
      <p:pic>
        <p:nvPicPr>
          <p:cNvPr id="56" name="グラフィックス 55">
            <a:extLst>
              <a:ext uri="{FF2B5EF4-FFF2-40B4-BE49-F238E27FC236}">
                <a16:creationId xmlns:a16="http://schemas.microsoft.com/office/drawing/2014/main" id="{81EAF453-A160-3B6B-3092-68F1AC7B86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28846" y="3662927"/>
            <a:ext cx="586112" cy="586112"/>
          </a:xfrm>
          <a:prstGeom prst="rect">
            <a:avLst/>
          </a:prstGeom>
        </p:spPr>
      </p:pic>
      <p:pic>
        <p:nvPicPr>
          <p:cNvPr id="57" name="グラフィックス 56">
            <a:extLst>
              <a:ext uri="{FF2B5EF4-FFF2-40B4-BE49-F238E27FC236}">
                <a16:creationId xmlns:a16="http://schemas.microsoft.com/office/drawing/2014/main" id="{9ADEFEC0-3856-88B2-3B6B-1E18389613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1344" y="3662927"/>
            <a:ext cx="586112" cy="586112"/>
          </a:xfrm>
          <a:prstGeom prst="rect">
            <a:avLst/>
          </a:prstGeom>
        </p:spPr>
      </p:pic>
      <p:pic>
        <p:nvPicPr>
          <p:cNvPr id="58" name="グラフィックス 57">
            <a:extLst>
              <a:ext uri="{FF2B5EF4-FFF2-40B4-BE49-F238E27FC236}">
                <a16:creationId xmlns:a16="http://schemas.microsoft.com/office/drawing/2014/main" id="{8DCCB411-0CE1-D94D-322F-8642E40B5B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36818" y="5593976"/>
            <a:ext cx="841766" cy="841766"/>
          </a:xfrm>
          <a:prstGeom prst="rect">
            <a:avLst/>
          </a:prstGeom>
        </p:spPr>
      </p:pic>
      <p:sp>
        <p:nvSpPr>
          <p:cNvPr id="59" name="フローチャート: 結合子 58">
            <a:extLst>
              <a:ext uri="{FF2B5EF4-FFF2-40B4-BE49-F238E27FC236}">
                <a16:creationId xmlns:a16="http://schemas.microsoft.com/office/drawing/2014/main" id="{7B355EFB-49D9-3C5B-5A99-C173A5C191C3}"/>
              </a:ext>
            </a:extLst>
          </p:cNvPr>
          <p:cNvSpPr/>
          <p:nvPr/>
        </p:nvSpPr>
        <p:spPr bwMode="auto">
          <a:xfrm>
            <a:off x="2767517" y="4817252"/>
            <a:ext cx="2595018" cy="436153"/>
          </a:xfrm>
          <a:prstGeom prst="flowChartConnector">
            <a:avLst/>
          </a:prstGeom>
          <a:noFill/>
          <a:ln w="38100" cap="flat" cmpd="sng" algn="ctr">
            <a:solidFill>
              <a:srgbClr val="4472C4"/>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1" lang="en-US" sz="1800" b="0" i="0" u="none" strike="noStrike" kern="0" cap="none" spc="0" normalizeH="0" baseline="0" noProof="0" dirty="0">
                <a:ln>
                  <a:noFill/>
                </a:ln>
                <a:solidFill>
                  <a:prstClr val="black"/>
                </a:solidFill>
                <a:effectLst/>
                <a:uLnTx/>
                <a:uFillTx/>
                <a:latin typeface="Yu Gothic UI"/>
                <a:ea typeface="Segoe UI" pitchFamily="34" charset="0"/>
                <a:cs typeface="Segoe UI" pitchFamily="34" charset="0"/>
              </a:rPr>
              <a:t>WAN</a:t>
            </a:r>
          </a:p>
        </p:txBody>
      </p:sp>
      <p:cxnSp>
        <p:nvCxnSpPr>
          <p:cNvPr id="60" name="直線コネクタ 59">
            <a:extLst>
              <a:ext uri="{FF2B5EF4-FFF2-40B4-BE49-F238E27FC236}">
                <a16:creationId xmlns:a16="http://schemas.microsoft.com/office/drawing/2014/main" id="{9DD1643C-932F-9A2B-B0DC-1458B458A480}"/>
              </a:ext>
            </a:extLst>
          </p:cNvPr>
          <p:cNvCxnSpPr>
            <a:stCxn id="56" idx="2"/>
            <a:endCxn id="59" idx="0"/>
          </p:cNvCxnSpPr>
          <p:nvPr/>
        </p:nvCxnSpPr>
        <p:spPr>
          <a:xfrm>
            <a:off x="2221902" y="4249039"/>
            <a:ext cx="1843124" cy="568213"/>
          </a:xfrm>
          <a:prstGeom prst="line">
            <a:avLst/>
          </a:prstGeom>
          <a:noFill/>
          <a:ln w="38100" cap="flat" cmpd="sng" algn="ctr">
            <a:solidFill>
              <a:srgbClr val="4472C4"/>
            </a:solidFill>
            <a:prstDash val="solid"/>
            <a:headEnd type="none" w="med" len="med"/>
            <a:tailEnd type="none" w="med" len="med"/>
          </a:ln>
          <a:effectLst/>
        </p:spPr>
      </p:cxnSp>
      <p:cxnSp>
        <p:nvCxnSpPr>
          <p:cNvPr id="61" name="直線コネクタ 60">
            <a:extLst>
              <a:ext uri="{FF2B5EF4-FFF2-40B4-BE49-F238E27FC236}">
                <a16:creationId xmlns:a16="http://schemas.microsoft.com/office/drawing/2014/main" id="{BCD1CE4A-33BF-D4B9-1457-B708067ED135}"/>
              </a:ext>
            </a:extLst>
          </p:cNvPr>
          <p:cNvCxnSpPr>
            <a:cxnSpLocks/>
            <a:endCxn id="59" idx="0"/>
          </p:cNvCxnSpPr>
          <p:nvPr/>
        </p:nvCxnSpPr>
        <p:spPr>
          <a:xfrm flipH="1">
            <a:off x="4065026" y="4155520"/>
            <a:ext cx="2049438" cy="661732"/>
          </a:xfrm>
          <a:prstGeom prst="line">
            <a:avLst/>
          </a:prstGeom>
          <a:noFill/>
          <a:ln w="38100" cap="flat" cmpd="sng" algn="ctr">
            <a:solidFill>
              <a:srgbClr val="4472C4"/>
            </a:solidFill>
            <a:prstDash val="solid"/>
            <a:headEnd type="none" w="med" len="med"/>
            <a:tailEnd type="none" w="med" len="med"/>
          </a:ln>
          <a:effectLst/>
        </p:spPr>
      </p:cxnSp>
      <p:cxnSp>
        <p:nvCxnSpPr>
          <p:cNvPr id="62" name="直線コネクタ 61">
            <a:extLst>
              <a:ext uri="{FF2B5EF4-FFF2-40B4-BE49-F238E27FC236}">
                <a16:creationId xmlns:a16="http://schemas.microsoft.com/office/drawing/2014/main" id="{017C3756-BEC6-8217-A3DB-3F3C4890E277}"/>
              </a:ext>
            </a:extLst>
          </p:cNvPr>
          <p:cNvCxnSpPr>
            <a:cxnSpLocks/>
            <a:stCxn id="59" idx="4"/>
            <a:endCxn id="58" idx="0"/>
          </p:cNvCxnSpPr>
          <p:nvPr/>
        </p:nvCxnSpPr>
        <p:spPr>
          <a:xfrm flipH="1">
            <a:off x="4057701" y="5253405"/>
            <a:ext cx="7325" cy="340571"/>
          </a:xfrm>
          <a:prstGeom prst="line">
            <a:avLst/>
          </a:prstGeom>
          <a:noFill/>
          <a:ln w="38100" cap="flat" cmpd="sng" algn="ctr">
            <a:solidFill>
              <a:srgbClr val="4472C4"/>
            </a:solidFill>
            <a:prstDash val="solid"/>
            <a:headEnd type="none" w="med" len="med"/>
            <a:tailEnd type="none" w="med" len="med"/>
          </a:ln>
          <a:effectLst/>
        </p:spPr>
      </p:cxnSp>
      <p:sp>
        <p:nvSpPr>
          <p:cNvPr id="63" name="四角形: 角を丸くする 28">
            <a:extLst>
              <a:ext uri="{FF2B5EF4-FFF2-40B4-BE49-F238E27FC236}">
                <a16:creationId xmlns:a16="http://schemas.microsoft.com/office/drawing/2014/main" id="{EE812957-D6FF-B496-0D74-C390FAF14470}"/>
              </a:ext>
            </a:extLst>
          </p:cNvPr>
          <p:cNvSpPr/>
          <p:nvPr/>
        </p:nvSpPr>
        <p:spPr bwMode="auto">
          <a:xfrm>
            <a:off x="400302" y="1738826"/>
            <a:ext cx="7449676" cy="2600709"/>
          </a:xfrm>
          <a:prstGeom prst="roundRect">
            <a:avLst>
              <a:gd name="adj" fmla="val 7377"/>
            </a:avLst>
          </a:prstGeom>
          <a:noFill/>
          <a:ln w="9525" cap="flat" cmpd="sng" algn="ctr">
            <a:solidFill>
              <a:srgbClr val="70AD47">
                <a:lumMod val="50000"/>
              </a:srgbClr>
            </a:soli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Yu Gothic UI" panose="020B0500000000000000" pitchFamily="34" charset="-128"/>
              <a:ea typeface="Yu Gothic UI" panose="020B0500000000000000" pitchFamily="34" charset="-128"/>
              <a:cs typeface="Segoe UI" pitchFamily="34" charset="0"/>
            </a:endParaRPr>
          </a:p>
        </p:txBody>
      </p:sp>
      <p:pic>
        <p:nvPicPr>
          <p:cNvPr id="64" name="図 63" descr="挿絵 が含まれている画像&#10;&#10;自動的に生成された説明">
            <a:extLst>
              <a:ext uri="{FF2B5EF4-FFF2-40B4-BE49-F238E27FC236}">
                <a16:creationId xmlns:a16="http://schemas.microsoft.com/office/drawing/2014/main" id="{3FFEE5CA-95CE-480B-457D-7B8DF84BEF1C}"/>
              </a:ext>
            </a:extLst>
          </p:cNvPr>
          <p:cNvPicPr>
            <a:picLocks noChangeAspect="1"/>
          </p:cNvPicPr>
          <p:nvPr/>
        </p:nvPicPr>
        <p:blipFill>
          <a:blip r:embed="rId7"/>
          <a:stretch>
            <a:fillRect/>
          </a:stretch>
        </p:blipFill>
        <p:spPr>
          <a:xfrm>
            <a:off x="443396" y="1349165"/>
            <a:ext cx="641223" cy="641223"/>
          </a:xfrm>
          <a:prstGeom prst="rect">
            <a:avLst/>
          </a:prstGeom>
        </p:spPr>
      </p:pic>
      <p:sp>
        <p:nvSpPr>
          <p:cNvPr id="65" name="テキスト プレースホルダー 12">
            <a:extLst>
              <a:ext uri="{FF2B5EF4-FFF2-40B4-BE49-F238E27FC236}">
                <a16:creationId xmlns:a16="http://schemas.microsoft.com/office/drawing/2014/main" id="{470720A5-C623-1555-8968-17C7CA512319}"/>
              </a:ext>
            </a:extLst>
          </p:cNvPr>
          <p:cNvSpPr txBox="1">
            <a:spLocks/>
          </p:cNvSpPr>
          <p:nvPr/>
        </p:nvSpPr>
        <p:spPr>
          <a:xfrm>
            <a:off x="764008" y="3622350"/>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en-US" altLang="ja-JP" sz="1200" dirty="0">
                <a:gradFill>
                  <a:gsLst>
                    <a:gs pos="2917">
                      <a:prstClr val="black"/>
                    </a:gs>
                    <a:gs pos="30000">
                      <a:prstClr val="black"/>
                    </a:gs>
                  </a:gsLst>
                  <a:lin ang="5400000" scaled="0"/>
                </a:gradFill>
                <a:latin typeface="Yu Gothic UI"/>
              </a:rPr>
              <a:t>Azure VM</a:t>
            </a:r>
          </a:p>
        </p:txBody>
      </p:sp>
      <p:sp>
        <p:nvSpPr>
          <p:cNvPr id="66" name="テキスト プレースホルダー 12">
            <a:extLst>
              <a:ext uri="{FF2B5EF4-FFF2-40B4-BE49-F238E27FC236}">
                <a16:creationId xmlns:a16="http://schemas.microsoft.com/office/drawing/2014/main" id="{CB5CA2C5-69F1-22CA-3175-9B24F30BFFC9}"/>
              </a:ext>
            </a:extLst>
          </p:cNvPr>
          <p:cNvSpPr txBox="1">
            <a:spLocks/>
          </p:cNvSpPr>
          <p:nvPr/>
        </p:nvSpPr>
        <p:spPr>
          <a:xfrm>
            <a:off x="6373406" y="3621713"/>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en-US" altLang="ja-JP" sz="1200" dirty="0">
                <a:gradFill>
                  <a:gsLst>
                    <a:gs pos="2917">
                      <a:prstClr val="black"/>
                    </a:gs>
                    <a:gs pos="30000">
                      <a:prstClr val="black"/>
                    </a:gs>
                  </a:gsLst>
                  <a:lin ang="5400000" scaled="0"/>
                </a:gradFill>
                <a:latin typeface="Yu Gothic UI"/>
              </a:rPr>
              <a:t>Azure VM</a:t>
            </a:r>
          </a:p>
        </p:txBody>
      </p:sp>
      <p:sp>
        <p:nvSpPr>
          <p:cNvPr id="67" name="テキスト プレースホルダー 12">
            <a:extLst>
              <a:ext uri="{FF2B5EF4-FFF2-40B4-BE49-F238E27FC236}">
                <a16:creationId xmlns:a16="http://schemas.microsoft.com/office/drawing/2014/main" id="{652B54E1-57A7-0A95-C4FD-F856CE13BE67}"/>
              </a:ext>
            </a:extLst>
          </p:cNvPr>
          <p:cNvSpPr txBox="1">
            <a:spLocks/>
          </p:cNvSpPr>
          <p:nvPr/>
        </p:nvSpPr>
        <p:spPr>
          <a:xfrm>
            <a:off x="3550512" y="3091431"/>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en-US" altLang="ja-JP" sz="1200" dirty="0">
                <a:gradFill>
                  <a:gsLst>
                    <a:gs pos="2917">
                      <a:prstClr val="black"/>
                    </a:gs>
                    <a:gs pos="30000">
                      <a:prstClr val="black"/>
                    </a:gs>
                  </a:gsLst>
                  <a:lin ang="5400000" scaled="0"/>
                </a:gradFill>
                <a:latin typeface="Yu Gothic UI"/>
              </a:rPr>
              <a:t>GRS</a:t>
            </a:r>
          </a:p>
        </p:txBody>
      </p:sp>
      <p:sp>
        <p:nvSpPr>
          <p:cNvPr id="68" name="テキスト プレースホルダー 12">
            <a:extLst>
              <a:ext uri="{FF2B5EF4-FFF2-40B4-BE49-F238E27FC236}">
                <a16:creationId xmlns:a16="http://schemas.microsoft.com/office/drawing/2014/main" id="{3560FB60-4E06-49F1-1F31-8E68EAACE8E1}"/>
              </a:ext>
            </a:extLst>
          </p:cNvPr>
          <p:cNvSpPr txBox="1">
            <a:spLocks/>
          </p:cNvSpPr>
          <p:nvPr/>
        </p:nvSpPr>
        <p:spPr>
          <a:xfrm>
            <a:off x="5567576" y="1821954"/>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ja-JP" altLang="en-US" sz="1200" dirty="0">
                <a:gradFill>
                  <a:gsLst>
                    <a:gs pos="2917">
                      <a:prstClr val="black"/>
                    </a:gs>
                    <a:gs pos="30000">
                      <a:prstClr val="black"/>
                    </a:gs>
                  </a:gsLst>
                  <a:lin ang="5400000" scaled="0"/>
                </a:gradFill>
                <a:latin typeface="Yu Gothic UI"/>
              </a:rPr>
              <a:t>リストア</a:t>
            </a:r>
            <a:endParaRPr lang="en-US" altLang="ja-JP" sz="1200" dirty="0">
              <a:gradFill>
                <a:gsLst>
                  <a:gs pos="2917">
                    <a:prstClr val="black"/>
                  </a:gs>
                  <a:gs pos="30000">
                    <a:prstClr val="black"/>
                  </a:gs>
                </a:gsLst>
                <a:lin ang="5400000" scaled="0"/>
              </a:gradFill>
              <a:latin typeface="Yu Gothic UI"/>
            </a:endParaRPr>
          </a:p>
        </p:txBody>
      </p:sp>
      <p:sp>
        <p:nvSpPr>
          <p:cNvPr id="69" name="テキスト プレースホルダー 12">
            <a:extLst>
              <a:ext uri="{FF2B5EF4-FFF2-40B4-BE49-F238E27FC236}">
                <a16:creationId xmlns:a16="http://schemas.microsoft.com/office/drawing/2014/main" id="{B740DDB1-CE0D-C7AB-4E7B-28F94ECE1F9D}"/>
              </a:ext>
            </a:extLst>
          </p:cNvPr>
          <p:cNvSpPr txBox="1">
            <a:spLocks/>
          </p:cNvSpPr>
          <p:nvPr/>
        </p:nvSpPr>
        <p:spPr>
          <a:xfrm>
            <a:off x="1633336" y="3093535"/>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ja-JP" altLang="en-US" sz="1200" dirty="0">
                <a:gradFill>
                  <a:gsLst>
                    <a:gs pos="2917">
                      <a:prstClr val="black"/>
                    </a:gs>
                    <a:gs pos="30000">
                      <a:prstClr val="black"/>
                    </a:gs>
                  </a:gsLst>
                  <a:lin ang="5400000" scaled="0"/>
                </a:gradFill>
                <a:latin typeface="Yu Gothic UI"/>
              </a:rPr>
              <a:t>バックアップ</a:t>
            </a:r>
            <a:endParaRPr lang="en-US" altLang="ja-JP" sz="1200" dirty="0">
              <a:gradFill>
                <a:gsLst>
                  <a:gs pos="2917">
                    <a:prstClr val="black"/>
                  </a:gs>
                  <a:gs pos="30000">
                    <a:prstClr val="black"/>
                  </a:gs>
                </a:gsLst>
                <a:lin ang="5400000" scaled="0"/>
              </a:gradFill>
              <a:latin typeface="Yu Gothic UI"/>
            </a:endParaRPr>
          </a:p>
        </p:txBody>
      </p:sp>
      <p:sp>
        <p:nvSpPr>
          <p:cNvPr id="70" name="テキスト プレースホルダー 12">
            <a:extLst>
              <a:ext uri="{FF2B5EF4-FFF2-40B4-BE49-F238E27FC236}">
                <a16:creationId xmlns:a16="http://schemas.microsoft.com/office/drawing/2014/main" id="{4C02551B-C3FF-935C-5159-DA8FE9323B2F}"/>
              </a:ext>
            </a:extLst>
          </p:cNvPr>
          <p:cNvSpPr txBox="1">
            <a:spLocks/>
          </p:cNvSpPr>
          <p:nvPr/>
        </p:nvSpPr>
        <p:spPr>
          <a:xfrm>
            <a:off x="377281" y="3985847"/>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ja-JP" altLang="en-US" sz="1200" dirty="0">
                <a:gradFill>
                  <a:gsLst>
                    <a:gs pos="2917">
                      <a:prstClr val="black"/>
                    </a:gs>
                    <a:gs pos="30000">
                      <a:prstClr val="black"/>
                    </a:gs>
                  </a:gsLst>
                  <a:lin ang="5400000" scaled="0"/>
                </a:gradFill>
                <a:latin typeface="Yu Gothic UI"/>
              </a:rPr>
              <a:t>東日本</a:t>
            </a:r>
            <a:endParaRPr lang="en-US" altLang="ja-JP" sz="1200" dirty="0">
              <a:gradFill>
                <a:gsLst>
                  <a:gs pos="2917">
                    <a:prstClr val="black"/>
                  </a:gs>
                  <a:gs pos="30000">
                    <a:prstClr val="black"/>
                  </a:gs>
                </a:gsLst>
                <a:lin ang="5400000" scaled="0"/>
              </a:gradFill>
              <a:latin typeface="Yu Gothic UI"/>
            </a:endParaRPr>
          </a:p>
        </p:txBody>
      </p:sp>
      <p:sp>
        <p:nvSpPr>
          <p:cNvPr id="71" name="テキスト プレースホルダー 12">
            <a:extLst>
              <a:ext uri="{FF2B5EF4-FFF2-40B4-BE49-F238E27FC236}">
                <a16:creationId xmlns:a16="http://schemas.microsoft.com/office/drawing/2014/main" id="{534B1819-1D71-6B7C-2AC6-C50141D40BA9}"/>
              </a:ext>
            </a:extLst>
          </p:cNvPr>
          <p:cNvSpPr txBox="1">
            <a:spLocks/>
          </p:cNvSpPr>
          <p:nvPr/>
        </p:nvSpPr>
        <p:spPr>
          <a:xfrm>
            <a:off x="4254638" y="3994420"/>
            <a:ext cx="972815" cy="203714"/>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Font typeface="Wingdings" panose="05000000000000000000" pitchFamily="2" charset="2"/>
              <a:buNone/>
            </a:pPr>
            <a:r>
              <a:rPr lang="ja-JP" altLang="en-US" sz="1200" dirty="0">
                <a:gradFill>
                  <a:gsLst>
                    <a:gs pos="2917">
                      <a:prstClr val="black"/>
                    </a:gs>
                    <a:gs pos="30000">
                      <a:prstClr val="black"/>
                    </a:gs>
                  </a:gsLst>
                  <a:lin ang="5400000" scaled="0"/>
                </a:gradFill>
                <a:latin typeface="Yu Gothic UI"/>
              </a:rPr>
              <a:t>西日本</a:t>
            </a:r>
            <a:endParaRPr lang="en-US" altLang="ja-JP" sz="1200" dirty="0">
              <a:gradFill>
                <a:gsLst>
                  <a:gs pos="2917">
                    <a:prstClr val="black"/>
                  </a:gs>
                  <a:gs pos="30000">
                    <a:prstClr val="black"/>
                  </a:gs>
                </a:gsLst>
                <a:lin ang="5400000" scaled="0"/>
              </a:gradFill>
              <a:latin typeface="Yu Gothic UI"/>
            </a:endParaRPr>
          </a:p>
        </p:txBody>
      </p:sp>
      <p:sp>
        <p:nvSpPr>
          <p:cNvPr id="72" name="矢印: 右 12">
            <a:extLst>
              <a:ext uri="{FF2B5EF4-FFF2-40B4-BE49-F238E27FC236}">
                <a16:creationId xmlns:a16="http://schemas.microsoft.com/office/drawing/2014/main" id="{64041534-DFD1-20CC-0FCB-690E99AC527B}"/>
              </a:ext>
            </a:extLst>
          </p:cNvPr>
          <p:cNvSpPr/>
          <p:nvPr/>
        </p:nvSpPr>
        <p:spPr>
          <a:xfrm>
            <a:off x="3626427" y="2978974"/>
            <a:ext cx="971385" cy="428628"/>
          </a:xfrm>
          <a:prstGeom prst="rightArrow">
            <a:avLst/>
          </a:prstGeom>
          <a:noFill/>
          <a:ln w="25400" cap="flat" cmpd="sng" algn="ctr">
            <a:solidFill>
              <a:srgbClr val="5B9BD5"/>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0" cap="none" spc="0" normalizeH="0" baseline="0" noProof="0" dirty="0">
              <a:ln>
                <a:noFill/>
              </a:ln>
              <a:solidFill>
                <a:prstClr val="white"/>
              </a:solidFill>
              <a:effectLst/>
              <a:uLnTx/>
              <a:uFillTx/>
              <a:latin typeface="Yu Gothic UI"/>
              <a:ea typeface="Yu Gothic UI"/>
              <a:cs typeface="+mn-cs"/>
            </a:endParaRPr>
          </a:p>
        </p:txBody>
      </p:sp>
    </p:spTree>
    <p:extLst>
      <p:ext uri="{BB962C8B-B14F-4D97-AF65-F5344CB8AC3E}">
        <p14:creationId xmlns:p14="http://schemas.microsoft.com/office/powerpoint/2010/main" val="4165392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BD0B-04F7-EC45-FBB2-1F848FCF5D3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8397C0-B385-7AC6-2FE6-F6C1CC2DC23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リージョン障害に対応するための機能</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a:t>
            </a:r>
            <a:r>
              <a:rPr lang="ja-JP" altLang="en-US" sz="2000">
                <a:latin typeface="Yu Gothic UI" panose="020B0500000000000000" pitchFamily="34" charset="-128"/>
                <a:ea typeface="Yu Gothic UI" panose="020B0500000000000000" pitchFamily="34" charset="-128"/>
              </a:rPr>
              <a:t>② </a:t>
            </a:r>
            <a:r>
              <a:rPr lang="en-US" altLang="ja-JP" sz="2000" dirty="0">
                <a:latin typeface="Yu Gothic UI" panose="020B0500000000000000" pitchFamily="34" charset="-128"/>
                <a:ea typeface="Yu Gothic UI" panose="020B0500000000000000" pitchFamily="34" charset="-128"/>
              </a:rPr>
              <a:t>Azure Site Recovery </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E47FD848-782C-6C59-6454-3F8049643B9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2475D0B-27BB-6043-78F0-A988D7ABCF6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グラフィックス 2">
            <a:extLst>
              <a:ext uri="{FF2B5EF4-FFF2-40B4-BE49-F238E27FC236}">
                <a16:creationId xmlns:a16="http://schemas.microsoft.com/office/drawing/2014/main" id="{77D2ECA2-2088-03DD-3C04-563D297EC1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44969" y="5978756"/>
            <a:ext cx="383586" cy="383586"/>
          </a:xfrm>
          <a:prstGeom prst="rect">
            <a:avLst/>
          </a:prstGeom>
        </p:spPr>
      </p:pic>
      <p:sp>
        <p:nvSpPr>
          <p:cNvPr id="5" name="四角形: 角を丸くする 2">
            <a:extLst>
              <a:ext uri="{FF2B5EF4-FFF2-40B4-BE49-F238E27FC236}">
                <a16:creationId xmlns:a16="http://schemas.microsoft.com/office/drawing/2014/main" id="{7D94546E-A0B4-C08E-31FC-D09A3554EFCF}"/>
              </a:ext>
            </a:extLst>
          </p:cNvPr>
          <p:cNvSpPr/>
          <p:nvPr/>
        </p:nvSpPr>
        <p:spPr bwMode="auto">
          <a:xfrm>
            <a:off x="563374" y="3310702"/>
            <a:ext cx="6526179" cy="3469332"/>
          </a:xfrm>
          <a:prstGeom prst="roundRect">
            <a:avLst>
              <a:gd name="adj" fmla="val 7377"/>
            </a:avLst>
          </a:prstGeom>
          <a:noFill/>
          <a:ln>
            <a:solidFill>
              <a:schemeClr val="accent6">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pic>
        <p:nvPicPr>
          <p:cNvPr id="6" name="Picture 8">
            <a:extLst>
              <a:ext uri="{FF2B5EF4-FFF2-40B4-BE49-F238E27FC236}">
                <a16:creationId xmlns:a16="http://schemas.microsoft.com/office/drawing/2014/main" id="{B1F9E67C-AF1D-CE16-96CE-412D1472CEF5}"/>
              </a:ext>
            </a:extLst>
          </p:cNvPr>
          <p:cNvPicPr>
            <a:picLocks noChangeAspect="1"/>
          </p:cNvPicPr>
          <p:nvPr/>
        </p:nvPicPr>
        <p:blipFill>
          <a:blip r:embed="rId4"/>
          <a:stretch>
            <a:fillRect/>
          </a:stretch>
        </p:blipFill>
        <p:spPr>
          <a:xfrm>
            <a:off x="934762" y="5375377"/>
            <a:ext cx="324847" cy="1165814"/>
          </a:xfrm>
          <a:prstGeom prst="rect">
            <a:avLst/>
          </a:prstGeom>
        </p:spPr>
      </p:pic>
      <p:pic>
        <p:nvPicPr>
          <p:cNvPr id="7" name="Picture 9">
            <a:extLst>
              <a:ext uri="{FF2B5EF4-FFF2-40B4-BE49-F238E27FC236}">
                <a16:creationId xmlns:a16="http://schemas.microsoft.com/office/drawing/2014/main" id="{BF8652A7-6ACF-2851-B71C-7D7ACC34BF0C}"/>
              </a:ext>
            </a:extLst>
          </p:cNvPr>
          <p:cNvPicPr>
            <a:picLocks noChangeAspect="1"/>
          </p:cNvPicPr>
          <p:nvPr/>
        </p:nvPicPr>
        <p:blipFill>
          <a:blip r:embed="rId5"/>
          <a:stretch>
            <a:fillRect/>
          </a:stretch>
        </p:blipFill>
        <p:spPr>
          <a:xfrm>
            <a:off x="1283244" y="5970998"/>
            <a:ext cx="234269" cy="227763"/>
          </a:xfrm>
          <a:prstGeom prst="rect">
            <a:avLst/>
          </a:prstGeom>
        </p:spPr>
      </p:pic>
      <p:pic>
        <p:nvPicPr>
          <p:cNvPr id="8" name="Picture 10">
            <a:extLst>
              <a:ext uri="{FF2B5EF4-FFF2-40B4-BE49-F238E27FC236}">
                <a16:creationId xmlns:a16="http://schemas.microsoft.com/office/drawing/2014/main" id="{5C796DD8-37D5-84D6-2EBC-41D026A82DA2}"/>
              </a:ext>
            </a:extLst>
          </p:cNvPr>
          <p:cNvPicPr>
            <a:picLocks noChangeAspect="1"/>
          </p:cNvPicPr>
          <p:nvPr/>
        </p:nvPicPr>
        <p:blipFill>
          <a:blip r:embed="rId5"/>
          <a:stretch>
            <a:fillRect/>
          </a:stretch>
        </p:blipFill>
        <p:spPr>
          <a:xfrm>
            <a:off x="1288406" y="5987598"/>
            <a:ext cx="234269" cy="227763"/>
          </a:xfrm>
          <a:prstGeom prst="rect">
            <a:avLst/>
          </a:prstGeom>
        </p:spPr>
      </p:pic>
      <p:pic>
        <p:nvPicPr>
          <p:cNvPr id="10" name="Picture 11">
            <a:extLst>
              <a:ext uri="{FF2B5EF4-FFF2-40B4-BE49-F238E27FC236}">
                <a16:creationId xmlns:a16="http://schemas.microsoft.com/office/drawing/2014/main" id="{D4600650-E8B9-1EC4-BDA6-B583C3094890}"/>
              </a:ext>
            </a:extLst>
          </p:cNvPr>
          <p:cNvPicPr>
            <a:picLocks noChangeAspect="1"/>
          </p:cNvPicPr>
          <p:nvPr/>
        </p:nvPicPr>
        <p:blipFill>
          <a:blip r:embed="rId5"/>
          <a:stretch>
            <a:fillRect/>
          </a:stretch>
        </p:blipFill>
        <p:spPr>
          <a:xfrm>
            <a:off x="1291216" y="5705493"/>
            <a:ext cx="234269" cy="227763"/>
          </a:xfrm>
          <a:prstGeom prst="rect">
            <a:avLst/>
          </a:prstGeom>
        </p:spPr>
      </p:pic>
      <p:pic>
        <p:nvPicPr>
          <p:cNvPr id="11" name="Picture 12">
            <a:extLst>
              <a:ext uri="{FF2B5EF4-FFF2-40B4-BE49-F238E27FC236}">
                <a16:creationId xmlns:a16="http://schemas.microsoft.com/office/drawing/2014/main" id="{4EF637E6-B65C-D47E-D4AF-590B2921A91F}"/>
              </a:ext>
            </a:extLst>
          </p:cNvPr>
          <p:cNvPicPr>
            <a:picLocks noChangeAspect="1"/>
          </p:cNvPicPr>
          <p:nvPr/>
        </p:nvPicPr>
        <p:blipFill>
          <a:blip r:embed="rId5"/>
          <a:stretch>
            <a:fillRect/>
          </a:stretch>
        </p:blipFill>
        <p:spPr>
          <a:xfrm>
            <a:off x="1293069" y="5414694"/>
            <a:ext cx="234269" cy="227763"/>
          </a:xfrm>
          <a:prstGeom prst="rect">
            <a:avLst/>
          </a:prstGeom>
        </p:spPr>
      </p:pic>
      <p:sp>
        <p:nvSpPr>
          <p:cNvPr id="12" name="TextBox 13">
            <a:extLst>
              <a:ext uri="{FF2B5EF4-FFF2-40B4-BE49-F238E27FC236}">
                <a16:creationId xmlns:a16="http://schemas.microsoft.com/office/drawing/2014/main" id="{4A91F3F9-8844-C58C-4A28-615458052FBF}"/>
              </a:ext>
            </a:extLst>
          </p:cNvPr>
          <p:cNvSpPr txBox="1"/>
          <p:nvPr/>
        </p:nvSpPr>
        <p:spPr>
          <a:xfrm>
            <a:off x="3540190" y="6099026"/>
            <a:ext cx="635358" cy="442035"/>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vCenter </a:t>
            </a:r>
          </a:p>
          <a:p>
            <a:pPr marL="0" marR="0" lvl="0" indent="0" algn="ctr" defTabSz="91422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Server</a:t>
            </a:r>
          </a:p>
        </p:txBody>
      </p:sp>
      <p:sp>
        <p:nvSpPr>
          <p:cNvPr id="13" name="Freeform 5">
            <a:extLst>
              <a:ext uri="{FF2B5EF4-FFF2-40B4-BE49-F238E27FC236}">
                <a16:creationId xmlns:a16="http://schemas.microsoft.com/office/drawing/2014/main" id="{E0742DB2-B184-D392-1ED0-761CCE449510}"/>
              </a:ext>
            </a:extLst>
          </p:cNvPr>
          <p:cNvSpPr>
            <a:spLocks noChangeAspect="1" noEditPoints="1"/>
          </p:cNvSpPr>
          <p:nvPr/>
        </p:nvSpPr>
        <p:spPr bwMode="auto">
          <a:xfrm>
            <a:off x="3682208" y="5465812"/>
            <a:ext cx="288512" cy="597963"/>
          </a:xfrm>
          <a:custGeom>
            <a:avLst/>
            <a:gdLst>
              <a:gd name="T0" fmla="*/ 0 w 102"/>
              <a:gd name="T1" fmla="*/ 214 h 214"/>
              <a:gd name="T2" fmla="*/ 102 w 102"/>
              <a:gd name="T3" fmla="*/ 0 h 214"/>
              <a:gd name="T4" fmla="*/ 20 w 102"/>
              <a:gd name="T5" fmla="*/ 98 h 214"/>
              <a:gd name="T6" fmla="*/ 20 w 102"/>
              <a:gd name="T7" fmla="*/ 90 h 214"/>
              <a:gd name="T8" fmla="*/ 20 w 102"/>
              <a:gd name="T9" fmla="*/ 98 h 214"/>
              <a:gd name="T10" fmla="*/ 27 w 102"/>
              <a:gd name="T11" fmla="*/ 94 h 214"/>
              <a:gd name="T12" fmla="*/ 35 w 102"/>
              <a:gd name="T13" fmla="*/ 94 h 214"/>
              <a:gd name="T14" fmla="*/ 84 w 102"/>
              <a:gd name="T15" fmla="*/ 100 h 214"/>
              <a:gd name="T16" fmla="*/ 72 w 102"/>
              <a:gd name="T17" fmla="*/ 92 h 214"/>
              <a:gd name="T18" fmla="*/ 73 w 102"/>
              <a:gd name="T19" fmla="*/ 90 h 214"/>
              <a:gd name="T20" fmla="*/ 74 w 102"/>
              <a:gd name="T21" fmla="*/ 90 h 214"/>
              <a:gd name="T22" fmla="*/ 74 w 102"/>
              <a:gd name="T23" fmla="*/ 89 h 214"/>
              <a:gd name="T24" fmla="*/ 75 w 102"/>
              <a:gd name="T25" fmla="*/ 92 h 214"/>
              <a:gd name="T26" fmla="*/ 75 w 102"/>
              <a:gd name="T27" fmla="*/ 100 h 214"/>
              <a:gd name="T28" fmla="*/ 81 w 102"/>
              <a:gd name="T29" fmla="*/ 92 h 214"/>
              <a:gd name="T30" fmla="*/ 80 w 102"/>
              <a:gd name="T31" fmla="*/ 91 h 214"/>
              <a:gd name="T32" fmla="*/ 81 w 102"/>
              <a:gd name="T33" fmla="*/ 90 h 214"/>
              <a:gd name="T34" fmla="*/ 81 w 102"/>
              <a:gd name="T35" fmla="*/ 90 h 214"/>
              <a:gd name="T36" fmla="*/ 84 w 102"/>
              <a:gd name="T37" fmla="*/ 100 h 214"/>
              <a:gd name="T38" fmla="*/ 76 w 102"/>
              <a:gd name="T39" fmla="*/ 87 h 214"/>
              <a:gd name="T40" fmla="*/ 77 w 102"/>
              <a:gd name="T41" fmla="*/ 86 h 214"/>
              <a:gd name="T42" fmla="*/ 77 w 102"/>
              <a:gd name="T43" fmla="*/ 86 h 214"/>
              <a:gd name="T44" fmla="*/ 78 w 102"/>
              <a:gd name="T45" fmla="*/ 86 h 214"/>
              <a:gd name="T46" fmla="*/ 79 w 102"/>
              <a:gd name="T47" fmla="*/ 86 h 214"/>
              <a:gd name="T48" fmla="*/ 79 w 102"/>
              <a:gd name="T49" fmla="*/ 95 h 214"/>
              <a:gd name="T50" fmla="*/ 79 w 102"/>
              <a:gd name="T51" fmla="*/ 96 h 214"/>
              <a:gd name="T52" fmla="*/ 77 w 102"/>
              <a:gd name="T53" fmla="*/ 96 h 214"/>
              <a:gd name="T54" fmla="*/ 77 w 102"/>
              <a:gd name="T55" fmla="*/ 95 h 214"/>
              <a:gd name="T56" fmla="*/ 89 w 102"/>
              <a:gd name="T57" fmla="*/ 75 h 214"/>
              <a:gd name="T58" fmla="*/ 13 w 102"/>
              <a:gd name="T59" fmla="*/ 59 h 214"/>
              <a:gd name="T60" fmla="*/ 89 w 102"/>
              <a:gd name="T61" fmla="*/ 75 h 214"/>
              <a:gd name="T62" fmla="*/ 13 w 102"/>
              <a:gd name="T63" fmla="*/ 53 h 214"/>
              <a:gd name="T64" fmla="*/ 89 w 102"/>
              <a:gd name="T65" fmla="*/ 37 h 214"/>
              <a:gd name="T66" fmla="*/ 89 w 102"/>
              <a:gd name="T67" fmla="*/ 31 h 214"/>
              <a:gd name="T68" fmla="*/ 13 w 102"/>
              <a:gd name="T69" fmla="*/ 15 h 214"/>
              <a:gd name="T70" fmla="*/ 89 w 102"/>
              <a:gd name="T71"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214">
                <a:moveTo>
                  <a:pt x="0" y="0"/>
                </a:moveTo>
                <a:cubicBezTo>
                  <a:pt x="0" y="214"/>
                  <a:pt x="0" y="214"/>
                  <a:pt x="0" y="214"/>
                </a:cubicBezTo>
                <a:cubicBezTo>
                  <a:pt x="102" y="214"/>
                  <a:pt x="102" y="214"/>
                  <a:pt x="102" y="214"/>
                </a:cubicBezTo>
                <a:cubicBezTo>
                  <a:pt x="102" y="0"/>
                  <a:pt x="102" y="0"/>
                  <a:pt x="102" y="0"/>
                </a:cubicBezTo>
                <a:lnTo>
                  <a:pt x="0" y="0"/>
                </a:lnTo>
                <a:close/>
                <a:moveTo>
                  <a:pt x="20" y="98"/>
                </a:moveTo>
                <a:cubicBezTo>
                  <a:pt x="17" y="98"/>
                  <a:pt x="16" y="96"/>
                  <a:pt x="16" y="94"/>
                </a:cubicBezTo>
                <a:cubicBezTo>
                  <a:pt x="16" y="92"/>
                  <a:pt x="17" y="90"/>
                  <a:pt x="20" y="90"/>
                </a:cubicBezTo>
                <a:cubicBezTo>
                  <a:pt x="22" y="90"/>
                  <a:pt x="24" y="92"/>
                  <a:pt x="24" y="94"/>
                </a:cubicBezTo>
                <a:cubicBezTo>
                  <a:pt x="24" y="96"/>
                  <a:pt x="22" y="98"/>
                  <a:pt x="20" y="98"/>
                </a:cubicBezTo>
                <a:close/>
                <a:moveTo>
                  <a:pt x="31" y="98"/>
                </a:moveTo>
                <a:cubicBezTo>
                  <a:pt x="29" y="98"/>
                  <a:pt x="27" y="96"/>
                  <a:pt x="27" y="94"/>
                </a:cubicBezTo>
                <a:cubicBezTo>
                  <a:pt x="27" y="92"/>
                  <a:pt x="29" y="90"/>
                  <a:pt x="31" y="90"/>
                </a:cubicBezTo>
                <a:cubicBezTo>
                  <a:pt x="33" y="90"/>
                  <a:pt x="35" y="92"/>
                  <a:pt x="35" y="94"/>
                </a:cubicBezTo>
                <a:cubicBezTo>
                  <a:pt x="35" y="96"/>
                  <a:pt x="33" y="98"/>
                  <a:pt x="31" y="98"/>
                </a:cubicBezTo>
                <a:close/>
                <a:moveTo>
                  <a:pt x="84" y="100"/>
                </a:moveTo>
                <a:cubicBezTo>
                  <a:pt x="81" y="104"/>
                  <a:pt x="77" y="104"/>
                  <a:pt x="73" y="102"/>
                </a:cubicBezTo>
                <a:cubicBezTo>
                  <a:pt x="70" y="100"/>
                  <a:pt x="69" y="95"/>
                  <a:pt x="72" y="92"/>
                </a:cubicBezTo>
                <a:cubicBezTo>
                  <a:pt x="72" y="91"/>
                  <a:pt x="73" y="90"/>
                  <a:pt x="73" y="90"/>
                </a:cubicBezTo>
                <a:cubicBezTo>
                  <a:pt x="73" y="90"/>
                  <a:pt x="73" y="90"/>
                  <a:pt x="73" y="90"/>
                </a:cubicBezTo>
                <a:cubicBezTo>
                  <a:pt x="73" y="90"/>
                  <a:pt x="73" y="90"/>
                  <a:pt x="74" y="90"/>
                </a:cubicBezTo>
                <a:cubicBezTo>
                  <a:pt x="74" y="90"/>
                  <a:pt x="74" y="90"/>
                  <a:pt x="74" y="90"/>
                </a:cubicBezTo>
                <a:cubicBezTo>
                  <a:pt x="74" y="89"/>
                  <a:pt x="74" y="89"/>
                  <a:pt x="74" y="89"/>
                </a:cubicBezTo>
                <a:cubicBezTo>
                  <a:pt x="74" y="89"/>
                  <a:pt x="74" y="89"/>
                  <a:pt x="74" y="89"/>
                </a:cubicBezTo>
                <a:cubicBezTo>
                  <a:pt x="75" y="89"/>
                  <a:pt x="76" y="90"/>
                  <a:pt x="76" y="90"/>
                </a:cubicBezTo>
                <a:cubicBezTo>
                  <a:pt x="76" y="91"/>
                  <a:pt x="75" y="92"/>
                  <a:pt x="75" y="92"/>
                </a:cubicBezTo>
                <a:cubicBezTo>
                  <a:pt x="74" y="92"/>
                  <a:pt x="74" y="93"/>
                  <a:pt x="74" y="93"/>
                </a:cubicBezTo>
                <a:cubicBezTo>
                  <a:pt x="72" y="95"/>
                  <a:pt x="73" y="98"/>
                  <a:pt x="75" y="100"/>
                </a:cubicBezTo>
                <a:cubicBezTo>
                  <a:pt x="77" y="102"/>
                  <a:pt x="80" y="101"/>
                  <a:pt x="82" y="99"/>
                </a:cubicBezTo>
                <a:cubicBezTo>
                  <a:pt x="83" y="97"/>
                  <a:pt x="83" y="94"/>
                  <a:pt x="81" y="92"/>
                </a:cubicBezTo>
                <a:cubicBezTo>
                  <a:pt x="81" y="92"/>
                  <a:pt x="81" y="92"/>
                  <a:pt x="81" y="92"/>
                </a:cubicBezTo>
                <a:cubicBezTo>
                  <a:pt x="80" y="92"/>
                  <a:pt x="80" y="92"/>
                  <a:pt x="80" y="91"/>
                </a:cubicBezTo>
                <a:cubicBezTo>
                  <a:pt x="80" y="91"/>
                  <a:pt x="80" y="91"/>
                  <a:pt x="80" y="90"/>
                </a:cubicBezTo>
                <a:cubicBezTo>
                  <a:pt x="80" y="90"/>
                  <a:pt x="80" y="90"/>
                  <a:pt x="81" y="90"/>
                </a:cubicBezTo>
                <a:cubicBezTo>
                  <a:pt x="81" y="90"/>
                  <a:pt x="81" y="90"/>
                  <a:pt x="81" y="90"/>
                </a:cubicBezTo>
                <a:cubicBezTo>
                  <a:pt x="81" y="90"/>
                  <a:pt x="81" y="90"/>
                  <a:pt x="81" y="90"/>
                </a:cubicBezTo>
                <a:cubicBezTo>
                  <a:pt x="82" y="90"/>
                  <a:pt x="82" y="90"/>
                  <a:pt x="82" y="90"/>
                </a:cubicBezTo>
                <a:cubicBezTo>
                  <a:pt x="85" y="92"/>
                  <a:pt x="86" y="97"/>
                  <a:pt x="84" y="100"/>
                </a:cubicBezTo>
                <a:close/>
                <a:moveTo>
                  <a:pt x="76" y="95"/>
                </a:moveTo>
                <a:cubicBezTo>
                  <a:pt x="76" y="87"/>
                  <a:pt x="76" y="87"/>
                  <a:pt x="76" y="87"/>
                </a:cubicBezTo>
                <a:cubicBezTo>
                  <a:pt x="76" y="87"/>
                  <a:pt x="76" y="87"/>
                  <a:pt x="77" y="86"/>
                </a:cubicBezTo>
                <a:cubicBezTo>
                  <a:pt x="77" y="86"/>
                  <a:pt x="77" y="86"/>
                  <a:pt x="77" y="86"/>
                </a:cubicBezTo>
                <a:cubicBezTo>
                  <a:pt x="77" y="86"/>
                  <a:pt x="77" y="86"/>
                  <a:pt x="77" y="86"/>
                </a:cubicBezTo>
                <a:cubicBezTo>
                  <a:pt x="77" y="86"/>
                  <a:pt x="77" y="86"/>
                  <a:pt x="77" y="86"/>
                </a:cubicBezTo>
                <a:cubicBezTo>
                  <a:pt x="77" y="86"/>
                  <a:pt x="77" y="86"/>
                  <a:pt x="78" y="86"/>
                </a:cubicBezTo>
                <a:cubicBezTo>
                  <a:pt x="78" y="86"/>
                  <a:pt x="78" y="86"/>
                  <a:pt x="78" y="86"/>
                </a:cubicBezTo>
                <a:cubicBezTo>
                  <a:pt x="78" y="86"/>
                  <a:pt x="78" y="86"/>
                  <a:pt x="79" y="86"/>
                </a:cubicBezTo>
                <a:cubicBezTo>
                  <a:pt x="79" y="86"/>
                  <a:pt x="79" y="86"/>
                  <a:pt x="79" y="86"/>
                </a:cubicBezTo>
                <a:cubicBezTo>
                  <a:pt x="79" y="87"/>
                  <a:pt x="79" y="87"/>
                  <a:pt x="79" y="87"/>
                </a:cubicBezTo>
                <a:cubicBezTo>
                  <a:pt x="79" y="95"/>
                  <a:pt x="79" y="95"/>
                  <a:pt x="79" y="95"/>
                </a:cubicBezTo>
                <a:cubicBezTo>
                  <a:pt x="79" y="95"/>
                  <a:pt x="79" y="95"/>
                  <a:pt x="79" y="95"/>
                </a:cubicBezTo>
                <a:cubicBezTo>
                  <a:pt x="79" y="95"/>
                  <a:pt x="79" y="96"/>
                  <a:pt x="79" y="96"/>
                </a:cubicBezTo>
                <a:cubicBezTo>
                  <a:pt x="78" y="96"/>
                  <a:pt x="78" y="96"/>
                  <a:pt x="78" y="96"/>
                </a:cubicBezTo>
                <a:cubicBezTo>
                  <a:pt x="78" y="96"/>
                  <a:pt x="77" y="96"/>
                  <a:pt x="77" y="96"/>
                </a:cubicBezTo>
                <a:cubicBezTo>
                  <a:pt x="77" y="96"/>
                  <a:pt x="77" y="96"/>
                  <a:pt x="77" y="96"/>
                </a:cubicBezTo>
                <a:cubicBezTo>
                  <a:pt x="77" y="96"/>
                  <a:pt x="77" y="95"/>
                  <a:pt x="77" y="95"/>
                </a:cubicBezTo>
                <a:cubicBezTo>
                  <a:pt x="76" y="95"/>
                  <a:pt x="76" y="95"/>
                  <a:pt x="76" y="95"/>
                </a:cubicBezTo>
                <a:close/>
                <a:moveTo>
                  <a:pt x="89" y="75"/>
                </a:moveTo>
                <a:cubicBezTo>
                  <a:pt x="13" y="75"/>
                  <a:pt x="13" y="75"/>
                  <a:pt x="13" y="75"/>
                </a:cubicBezTo>
                <a:cubicBezTo>
                  <a:pt x="13" y="59"/>
                  <a:pt x="13" y="59"/>
                  <a:pt x="13" y="59"/>
                </a:cubicBezTo>
                <a:cubicBezTo>
                  <a:pt x="89" y="59"/>
                  <a:pt x="89" y="59"/>
                  <a:pt x="89" y="59"/>
                </a:cubicBezTo>
                <a:lnTo>
                  <a:pt x="89" y="75"/>
                </a:lnTo>
                <a:close/>
                <a:moveTo>
                  <a:pt x="89" y="53"/>
                </a:moveTo>
                <a:cubicBezTo>
                  <a:pt x="13" y="53"/>
                  <a:pt x="13" y="53"/>
                  <a:pt x="13" y="53"/>
                </a:cubicBezTo>
                <a:cubicBezTo>
                  <a:pt x="13" y="37"/>
                  <a:pt x="13" y="37"/>
                  <a:pt x="13" y="37"/>
                </a:cubicBezTo>
                <a:cubicBezTo>
                  <a:pt x="89" y="37"/>
                  <a:pt x="89" y="37"/>
                  <a:pt x="89" y="37"/>
                </a:cubicBezTo>
                <a:lnTo>
                  <a:pt x="89" y="53"/>
                </a:lnTo>
                <a:close/>
                <a:moveTo>
                  <a:pt x="89" y="31"/>
                </a:moveTo>
                <a:cubicBezTo>
                  <a:pt x="13" y="31"/>
                  <a:pt x="13" y="31"/>
                  <a:pt x="13" y="31"/>
                </a:cubicBezTo>
                <a:cubicBezTo>
                  <a:pt x="13" y="15"/>
                  <a:pt x="13" y="15"/>
                  <a:pt x="13" y="15"/>
                </a:cubicBezTo>
                <a:cubicBezTo>
                  <a:pt x="89" y="15"/>
                  <a:pt x="89" y="15"/>
                  <a:pt x="89" y="15"/>
                </a:cubicBezTo>
                <a:lnTo>
                  <a:pt x="89" y="31"/>
                </a:lnTo>
                <a:close/>
              </a:path>
            </a:pathLst>
          </a:custGeom>
          <a:solidFill>
            <a:srgbClr val="0070C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Yu Gothic UI" panose="020B0500000000000000" pitchFamily="34" charset="-128"/>
              <a:ea typeface="Yu Gothic UI" panose="020B0500000000000000" pitchFamily="34" charset="-128"/>
            </a:endParaRPr>
          </a:p>
        </p:txBody>
      </p:sp>
      <p:pic>
        <p:nvPicPr>
          <p:cNvPr id="14" name="Picture 15">
            <a:extLst>
              <a:ext uri="{FF2B5EF4-FFF2-40B4-BE49-F238E27FC236}">
                <a16:creationId xmlns:a16="http://schemas.microsoft.com/office/drawing/2014/main" id="{6425EC1A-02B2-6EA8-D7D2-796A55B41A41}"/>
              </a:ext>
            </a:extLst>
          </p:cNvPr>
          <p:cNvPicPr>
            <a:picLocks noChangeAspect="1"/>
          </p:cNvPicPr>
          <p:nvPr/>
        </p:nvPicPr>
        <p:blipFill>
          <a:blip r:embed="rId4"/>
          <a:stretch>
            <a:fillRect/>
          </a:stretch>
        </p:blipFill>
        <p:spPr>
          <a:xfrm>
            <a:off x="1622514" y="5366549"/>
            <a:ext cx="324847" cy="1165814"/>
          </a:xfrm>
          <a:prstGeom prst="rect">
            <a:avLst/>
          </a:prstGeom>
        </p:spPr>
      </p:pic>
      <p:pic>
        <p:nvPicPr>
          <p:cNvPr id="15" name="Picture 16">
            <a:extLst>
              <a:ext uri="{FF2B5EF4-FFF2-40B4-BE49-F238E27FC236}">
                <a16:creationId xmlns:a16="http://schemas.microsoft.com/office/drawing/2014/main" id="{E0207D6C-3751-2D0C-85E9-F8D93BC5798E}"/>
              </a:ext>
            </a:extLst>
          </p:cNvPr>
          <p:cNvPicPr>
            <a:picLocks noChangeAspect="1"/>
          </p:cNvPicPr>
          <p:nvPr/>
        </p:nvPicPr>
        <p:blipFill>
          <a:blip r:embed="rId5"/>
          <a:stretch>
            <a:fillRect/>
          </a:stretch>
        </p:blipFill>
        <p:spPr>
          <a:xfrm>
            <a:off x="1970997" y="5962170"/>
            <a:ext cx="234269" cy="227763"/>
          </a:xfrm>
          <a:prstGeom prst="rect">
            <a:avLst/>
          </a:prstGeom>
        </p:spPr>
      </p:pic>
      <p:pic>
        <p:nvPicPr>
          <p:cNvPr id="16" name="Picture 17">
            <a:extLst>
              <a:ext uri="{FF2B5EF4-FFF2-40B4-BE49-F238E27FC236}">
                <a16:creationId xmlns:a16="http://schemas.microsoft.com/office/drawing/2014/main" id="{A9C41836-8A6F-CC50-096F-679EF1CAAABC}"/>
              </a:ext>
            </a:extLst>
          </p:cNvPr>
          <p:cNvPicPr>
            <a:picLocks noChangeAspect="1"/>
          </p:cNvPicPr>
          <p:nvPr/>
        </p:nvPicPr>
        <p:blipFill>
          <a:blip r:embed="rId5"/>
          <a:stretch>
            <a:fillRect/>
          </a:stretch>
        </p:blipFill>
        <p:spPr>
          <a:xfrm>
            <a:off x="1976158" y="5978770"/>
            <a:ext cx="234269" cy="227763"/>
          </a:xfrm>
          <a:prstGeom prst="rect">
            <a:avLst/>
          </a:prstGeom>
        </p:spPr>
      </p:pic>
      <p:pic>
        <p:nvPicPr>
          <p:cNvPr id="17" name="Picture 18">
            <a:extLst>
              <a:ext uri="{FF2B5EF4-FFF2-40B4-BE49-F238E27FC236}">
                <a16:creationId xmlns:a16="http://schemas.microsoft.com/office/drawing/2014/main" id="{CE770FED-DE5E-64D6-8B98-1CB7E322AD9F}"/>
              </a:ext>
            </a:extLst>
          </p:cNvPr>
          <p:cNvPicPr>
            <a:picLocks noChangeAspect="1"/>
          </p:cNvPicPr>
          <p:nvPr/>
        </p:nvPicPr>
        <p:blipFill>
          <a:blip r:embed="rId5"/>
          <a:stretch>
            <a:fillRect/>
          </a:stretch>
        </p:blipFill>
        <p:spPr>
          <a:xfrm>
            <a:off x="1978968" y="5696665"/>
            <a:ext cx="234269" cy="227763"/>
          </a:xfrm>
          <a:prstGeom prst="rect">
            <a:avLst/>
          </a:prstGeom>
        </p:spPr>
      </p:pic>
      <p:pic>
        <p:nvPicPr>
          <p:cNvPr id="18" name="Picture 19">
            <a:extLst>
              <a:ext uri="{FF2B5EF4-FFF2-40B4-BE49-F238E27FC236}">
                <a16:creationId xmlns:a16="http://schemas.microsoft.com/office/drawing/2014/main" id="{FF17910A-63CE-7B30-D34B-654C6154C6C5}"/>
              </a:ext>
            </a:extLst>
          </p:cNvPr>
          <p:cNvPicPr>
            <a:picLocks noChangeAspect="1"/>
          </p:cNvPicPr>
          <p:nvPr/>
        </p:nvPicPr>
        <p:blipFill>
          <a:blip r:embed="rId5"/>
          <a:stretch>
            <a:fillRect/>
          </a:stretch>
        </p:blipFill>
        <p:spPr>
          <a:xfrm>
            <a:off x="1980821" y="5405866"/>
            <a:ext cx="234269" cy="227763"/>
          </a:xfrm>
          <a:prstGeom prst="rect">
            <a:avLst/>
          </a:prstGeom>
        </p:spPr>
      </p:pic>
      <p:pic>
        <p:nvPicPr>
          <p:cNvPr id="19" name="Picture 20">
            <a:extLst>
              <a:ext uri="{FF2B5EF4-FFF2-40B4-BE49-F238E27FC236}">
                <a16:creationId xmlns:a16="http://schemas.microsoft.com/office/drawing/2014/main" id="{1125C8DF-82C4-9D72-2CCF-01893D105100}"/>
              </a:ext>
            </a:extLst>
          </p:cNvPr>
          <p:cNvPicPr>
            <a:picLocks noChangeAspect="1"/>
          </p:cNvPicPr>
          <p:nvPr/>
        </p:nvPicPr>
        <p:blipFill>
          <a:blip r:embed="rId4"/>
          <a:stretch>
            <a:fillRect/>
          </a:stretch>
        </p:blipFill>
        <p:spPr>
          <a:xfrm>
            <a:off x="2346542" y="5363041"/>
            <a:ext cx="324847" cy="1165814"/>
          </a:xfrm>
          <a:prstGeom prst="rect">
            <a:avLst/>
          </a:prstGeom>
        </p:spPr>
      </p:pic>
      <p:pic>
        <p:nvPicPr>
          <p:cNvPr id="20" name="Picture 21">
            <a:extLst>
              <a:ext uri="{FF2B5EF4-FFF2-40B4-BE49-F238E27FC236}">
                <a16:creationId xmlns:a16="http://schemas.microsoft.com/office/drawing/2014/main" id="{28DE8F63-AD10-A421-7E05-54BDB7FA8370}"/>
              </a:ext>
            </a:extLst>
          </p:cNvPr>
          <p:cNvPicPr>
            <a:picLocks noChangeAspect="1"/>
          </p:cNvPicPr>
          <p:nvPr/>
        </p:nvPicPr>
        <p:blipFill>
          <a:blip r:embed="rId5"/>
          <a:stretch>
            <a:fillRect/>
          </a:stretch>
        </p:blipFill>
        <p:spPr>
          <a:xfrm>
            <a:off x="2695025" y="5958661"/>
            <a:ext cx="234269" cy="227763"/>
          </a:xfrm>
          <a:prstGeom prst="rect">
            <a:avLst/>
          </a:prstGeom>
        </p:spPr>
      </p:pic>
      <p:pic>
        <p:nvPicPr>
          <p:cNvPr id="21" name="Picture 22">
            <a:extLst>
              <a:ext uri="{FF2B5EF4-FFF2-40B4-BE49-F238E27FC236}">
                <a16:creationId xmlns:a16="http://schemas.microsoft.com/office/drawing/2014/main" id="{9EB64757-FD31-48C4-85A8-AC1C1B169194}"/>
              </a:ext>
            </a:extLst>
          </p:cNvPr>
          <p:cNvPicPr>
            <a:picLocks noChangeAspect="1"/>
          </p:cNvPicPr>
          <p:nvPr/>
        </p:nvPicPr>
        <p:blipFill>
          <a:blip r:embed="rId5"/>
          <a:stretch>
            <a:fillRect/>
          </a:stretch>
        </p:blipFill>
        <p:spPr>
          <a:xfrm>
            <a:off x="2700186" y="5975261"/>
            <a:ext cx="234269" cy="227763"/>
          </a:xfrm>
          <a:prstGeom prst="rect">
            <a:avLst/>
          </a:prstGeom>
        </p:spPr>
      </p:pic>
      <p:pic>
        <p:nvPicPr>
          <p:cNvPr id="22" name="Picture 23">
            <a:extLst>
              <a:ext uri="{FF2B5EF4-FFF2-40B4-BE49-F238E27FC236}">
                <a16:creationId xmlns:a16="http://schemas.microsoft.com/office/drawing/2014/main" id="{BC5B2406-DE51-0C2B-621C-31C8D8B25033}"/>
              </a:ext>
            </a:extLst>
          </p:cNvPr>
          <p:cNvPicPr>
            <a:picLocks noChangeAspect="1"/>
          </p:cNvPicPr>
          <p:nvPr/>
        </p:nvPicPr>
        <p:blipFill>
          <a:blip r:embed="rId5"/>
          <a:stretch>
            <a:fillRect/>
          </a:stretch>
        </p:blipFill>
        <p:spPr>
          <a:xfrm>
            <a:off x="2702997" y="5693156"/>
            <a:ext cx="234269" cy="227763"/>
          </a:xfrm>
          <a:prstGeom prst="rect">
            <a:avLst/>
          </a:prstGeom>
        </p:spPr>
      </p:pic>
      <p:pic>
        <p:nvPicPr>
          <p:cNvPr id="23" name="Picture 24">
            <a:extLst>
              <a:ext uri="{FF2B5EF4-FFF2-40B4-BE49-F238E27FC236}">
                <a16:creationId xmlns:a16="http://schemas.microsoft.com/office/drawing/2014/main" id="{EE52402C-3B14-2DF3-881C-819ED2EDFF1C}"/>
              </a:ext>
            </a:extLst>
          </p:cNvPr>
          <p:cNvPicPr>
            <a:picLocks noChangeAspect="1"/>
          </p:cNvPicPr>
          <p:nvPr/>
        </p:nvPicPr>
        <p:blipFill>
          <a:blip r:embed="rId5"/>
          <a:stretch>
            <a:fillRect/>
          </a:stretch>
        </p:blipFill>
        <p:spPr>
          <a:xfrm>
            <a:off x="2704850" y="5402357"/>
            <a:ext cx="234269" cy="227763"/>
          </a:xfrm>
          <a:prstGeom prst="rect">
            <a:avLst/>
          </a:prstGeom>
        </p:spPr>
      </p:pic>
      <p:sp>
        <p:nvSpPr>
          <p:cNvPr id="24" name="Left Brace 25">
            <a:extLst>
              <a:ext uri="{FF2B5EF4-FFF2-40B4-BE49-F238E27FC236}">
                <a16:creationId xmlns:a16="http://schemas.microsoft.com/office/drawing/2014/main" id="{45AB3DF8-8778-A03B-EA4F-5DC96098D626}"/>
              </a:ext>
            </a:extLst>
          </p:cNvPr>
          <p:cNvSpPr/>
          <p:nvPr/>
        </p:nvSpPr>
        <p:spPr>
          <a:xfrm rot="10800000">
            <a:off x="3165159" y="5238481"/>
            <a:ext cx="314854" cy="1446484"/>
          </a:xfrm>
          <a:prstGeom prst="leftBrace">
            <a:avLst/>
          </a:prstGeom>
          <a:noFill/>
          <a:ln w="9525" cap="flat" cmpd="sng" algn="ctr">
            <a:solidFill>
              <a:srgbClr val="0078D7"/>
            </a:solidFill>
            <a:prstDash val="solid"/>
          </a:ln>
          <a:effectLst/>
        </p:spPr>
        <p:txBody>
          <a:bodyPr rtlCol="0" anchor="ctr"/>
          <a:lstStyle/>
          <a:p>
            <a:pPr marL="0" marR="0" lvl="0" indent="0" algn="ctr"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25" name="TextBox 7">
            <a:extLst>
              <a:ext uri="{FF2B5EF4-FFF2-40B4-BE49-F238E27FC236}">
                <a16:creationId xmlns:a16="http://schemas.microsoft.com/office/drawing/2014/main" id="{B3434E24-02DE-B221-FC7D-77A279A293D1}"/>
              </a:ext>
            </a:extLst>
          </p:cNvPr>
          <p:cNvSpPr txBox="1"/>
          <p:nvPr/>
        </p:nvSpPr>
        <p:spPr>
          <a:xfrm>
            <a:off x="1282691" y="6503035"/>
            <a:ext cx="1388696" cy="276999"/>
          </a:xfrm>
          <a:prstGeom prst="rect">
            <a:avLst/>
          </a:prstGeom>
          <a:noFill/>
        </p:spPr>
        <p:txBody>
          <a:bodyPr wrap="square"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200" kern="0" dirty="0">
                <a:solidFill>
                  <a:prstClr val="black"/>
                </a:solidFill>
                <a:latin typeface="Yu Gothic UI" panose="020B0500000000000000" pitchFamily="34" charset="-128"/>
                <a:ea typeface="Yu Gothic UI" panose="020B0500000000000000" pitchFamily="34" charset="-128"/>
              </a:rPr>
              <a:t>仮想マシン</a:t>
            </a:r>
            <a:endParaRPr kumimoji="0" lang="en-US"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grpSp>
        <p:nvGrpSpPr>
          <p:cNvPr id="26" name="Group 26">
            <a:extLst>
              <a:ext uri="{FF2B5EF4-FFF2-40B4-BE49-F238E27FC236}">
                <a16:creationId xmlns:a16="http://schemas.microsoft.com/office/drawing/2014/main" id="{19556E2A-8B18-2E61-2A76-DEBDBEAC25B2}"/>
              </a:ext>
            </a:extLst>
          </p:cNvPr>
          <p:cNvGrpSpPr/>
          <p:nvPr/>
        </p:nvGrpSpPr>
        <p:grpSpPr>
          <a:xfrm>
            <a:off x="5456616" y="4211906"/>
            <a:ext cx="1150854" cy="992709"/>
            <a:chOff x="2935844" y="2291484"/>
            <a:chExt cx="1173931" cy="1012614"/>
          </a:xfrm>
        </p:grpSpPr>
        <p:grpSp>
          <p:nvGrpSpPr>
            <p:cNvPr id="27" name="Group 27">
              <a:extLst>
                <a:ext uri="{FF2B5EF4-FFF2-40B4-BE49-F238E27FC236}">
                  <a16:creationId xmlns:a16="http://schemas.microsoft.com/office/drawing/2014/main" id="{38BF195F-EE99-52EF-0967-FD98FCEF2195}"/>
                </a:ext>
              </a:extLst>
            </p:cNvPr>
            <p:cNvGrpSpPr/>
            <p:nvPr/>
          </p:nvGrpSpPr>
          <p:grpSpPr>
            <a:xfrm>
              <a:off x="3310100" y="2437478"/>
              <a:ext cx="427377" cy="386068"/>
              <a:chOff x="5118964" y="3771564"/>
              <a:chExt cx="642073" cy="596676"/>
            </a:xfrm>
          </p:grpSpPr>
          <p:sp>
            <p:nvSpPr>
              <p:cNvPr id="30" name="Rectangle 30">
                <a:extLst>
                  <a:ext uri="{FF2B5EF4-FFF2-40B4-BE49-F238E27FC236}">
                    <a16:creationId xmlns:a16="http://schemas.microsoft.com/office/drawing/2014/main" id="{6FA78F9E-CAF5-92BC-29B8-DF91E058698A}"/>
                  </a:ext>
                </a:extLst>
              </p:cNvPr>
              <p:cNvSpPr/>
              <p:nvPr/>
            </p:nvSpPr>
            <p:spPr bwMode="auto">
              <a:xfrm>
                <a:off x="5141902" y="3805512"/>
                <a:ext cx="569260" cy="395082"/>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Yu Gothic UI" panose="020B0500000000000000" pitchFamily="34" charset="-128"/>
                  <a:ea typeface="Yu Gothic UI" panose="020B0500000000000000" pitchFamily="34" charset="-128"/>
                  <a:cs typeface="Segoe UI" pitchFamily="34" charset="0"/>
                </a:endParaRPr>
              </a:p>
            </p:txBody>
          </p:sp>
          <p:grpSp>
            <p:nvGrpSpPr>
              <p:cNvPr id="31" name="Group 4">
                <a:extLst>
                  <a:ext uri="{FF2B5EF4-FFF2-40B4-BE49-F238E27FC236}">
                    <a16:creationId xmlns:a16="http://schemas.microsoft.com/office/drawing/2014/main" id="{532AA55A-56A2-63B4-9FAD-C8A3E8D66E04}"/>
                  </a:ext>
                </a:extLst>
              </p:cNvPr>
              <p:cNvGrpSpPr>
                <a:grpSpLocks noChangeAspect="1"/>
              </p:cNvGrpSpPr>
              <p:nvPr/>
            </p:nvGrpSpPr>
            <p:grpSpPr bwMode="auto">
              <a:xfrm>
                <a:off x="5118964" y="3771564"/>
                <a:ext cx="642073" cy="596676"/>
                <a:chOff x="4030" y="1558"/>
                <a:chExt cx="341" cy="312"/>
              </a:xfrm>
              <a:solidFill>
                <a:srgbClr val="D83B01"/>
              </a:solidFill>
            </p:grpSpPr>
            <p:sp>
              <p:nvSpPr>
                <p:cNvPr id="32" name="Freeform 5">
                  <a:extLst>
                    <a:ext uri="{FF2B5EF4-FFF2-40B4-BE49-F238E27FC236}">
                      <a16:creationId xmlns:a16="http://schemas.microsoft.com/office/drawing/2014/main" id="{1C1F4E2F-88F9-5491-696B-D49EAF8DAD2E}"/>
                    </a:ext>
                  </a:extLst>
                </p:cNvPr>
                <p:cNvSpPr>
                  <a:spLocks noEditPoints="1"/>
                </p:cNvSpPr>
                <p:nvPr/>
              </p:nvSpPr>
              <p:spPr bwMode="auto">
                <a:xfrm>
                  <a:off x="4030" y="1558"/>
                  <a:ext cx="341" cy="312"/>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rgbClr val="00B0F0"/>
                </a:solidFill>
                <a:ln w="0">
                  <a:noFill/>
                  <a:prstDash val="solid"/>
                  <a:round/>
                  <a:headEnd/>
                  <a:tailEnd/>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83B01"/>
                    </a:solidFill>
                    <a:effectLst/>
                    <a:uLnTx/>
                    <a:uFillTx/>
                    <a:latin typeface="Yu Gothic UI" panose="020B0500000000000000" pitchFamily="34" charset="-128"/>
                    <a:ea typeface="Yu Gothic UI" panose="020B0500000000000000" pitchFamily="34" charset="-128"/>
                  </a:endParaRPr>
                </a:p>
              </p:txBody>
            </p:sp>
            <p:sp>
              <p:nvSpPr>
                <p:cNvPr id="33" name="Freeform 6">
                  <a:extLst>
                    <a:ext uri="{FF2B5EF4-FFF2-40B4-BE49-F238E27FC236}">
                      <a16:creationId xmlns:a16="http://schemas.microsoft.com/office/drawing/2014/main" id="{617DE350-0EA6-421A-E1C6-13F59406682E}"/>
                    </a:ext>
                  </a:extLst>
                </p:cNvPr>
                <p:cNvSpPr>
                  <a:spLocks/>
                </p:cNvSpPr>
                <p:nvPr/>
              </p:nvSpPr>
              <p:spPr bwMode="auto">
                <a:xfrm>
                  <a:off x="4144" y="1615"/>
                  <a:ext cx="106" cy="61"/>
                </a:xfrm>
                <a:custGeom>
                  <a:avLst/>
                  <a:gdLst>
                    <a:gd name="T0" fmla="*/ 106 w 106"/>
                    <a:gd name="T1" fmla="*/ 30 h 61"/>
                    <a:gd name="T2" fmla="*/ 53 w 106"/>
                    <a:gd name="T3" fmla="*/ 0 h 61"/>
                    <a:gd name="T4" fmla="*/ 0 w 106"/>
                    <a:gd name="T5" fmla="*/ 30 h 61"/>
                    <a:gd name="T6" fmla="*/ 0 w 106"/>
                    <a:gd name="T7" fmla="*/ 31 h 61"/>
                    <a:gd name="T8" fmla="*/ 53 w 106"/>
                    <a:gd name="T9" fmla="*/ 61 h 61"/>
                    <a:gd name="T10" fmla="*/ 106 w 106"/>
                    <a:gd name="T11" fmla="*/ 31 h 61"/>
                    <a:gd name="T12" fmla="*/ 106 w 106"/>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06" h="61">
                      <a:moveTo>
                        <a:pt x="106" y="30"/>
                      </a:moveTo>
                      <a:lnTo>
                        <a:pt x="53" y="0"/>
                      </a:lnTo>
                      <a:lnTo>
                        <a:pt x="0" y="30"/>
                      </a:lnTo>
                      <a:lnTo>
                        <a:pt x="0" y="31"/>
                      </a:lnTo>
                      <a:lnTo>
                        <a:pt x="53" y="61"/>
                      </a:lnTo>
                      <a:lnTo>
                        <a:pt x="106" y="31"/>
                      </a:lnTo>
                      <a:lnTo>
                        <a:pt x="106" y="30"/>
                      </a:lnTo>
                      <a:close/>
                    </a:path>
                  </a:pathLst>
                </a:custGeom>
                <a:solidFill>
                  <a:srgbClr val="00B0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Yu Gothic UI" panose="020B0500000000000000" pitchFamily="34" charset="-128"/>
                    <a:ea typeface="Yu Gothic UI" panose="020B0500000000000000" pitchFamily="34" charset="-128"/>
                  </a:endParaRPr>
                </a:p>
              </p:txBody>
            </p:sp>
            <p:sp>
              <p:nvSpPr>
                <p:cNvPr id="34" name="Freeform 7">
                  <a:extLst>
                    <a:ext uri="{FF2B5EF4-FFF2-40B4-BE49-F238E27FC236}">
                      <a16:creationId xmlns:a16="http://schemas.microsoft.com/office/drawing/2014/main" id="{7273B4CD-6FD8-142D-314C-3966D632BF6C}"/>
                    </a:ext>
                  </a:extLst>
                </p:cNvPr>
                <p:cNvSpPr>
                  <a:spLocks/>
                </p:cNvSpPr>
                <p:nvPr/>
              </p:nvSpPr>
              <p:spPr bwMode="auto">
                <a:xfrm>
                  <a:off x="4202" y="1655"/>
                  <a:ext cx="53" cy="90"/>
                </a:xfrm>
                <a:custGeom>
                  <a:avLst/>
                  <a:gdLst>
                    <a:gd name="T0" fmla="*/ 0 w 53"/>
                    <a:gd name="T1" fmla="*/ 30 h 90"/>
                    <a:gd name="T2" fmla="*/ 0 w 53"/>
                    <a:gd name="T3" fmla="*/ 90 h 90"/>
                    <a:gd name="T4" fmla="*/ 53 w 53"/>
                    <a:gd name="T5" fmla="*/ 60 h 90"/>
                    <a:gd name="T6" fmla="*/ 53 w 53"/>
                    <a:gd name="T7" fmla="*/ 0 h 90"/>
                    <a:gd name="T8" fmla="*/ 0 w 53"/>
                    <a:gd name="T9" fmla="*/ 30 h 90"/>
                  </a:gdLst>
                  <a:ahLst/>
                  <a:cxnLst>
                    <a:cxn ang="0">
                      <a:pos x="T0" y="T1"/>
                    </a:cxn>
                    <a:cxn ang="0">
                      <a:pos x="T2" y="T3"/>
                    </a:cxn>
                    <a:cxn ang="0">
                      <a:pos x="T4" y="T5"/>
                    </a:cxn>
                    <a:cxn ang="0">
                      <a:pos x="T6" y="T7"/>
                    </a:cxn>
                    <a:cxn ang="0">
                      <a:pos x="T8" y="T9"/>
                    </a:cxn>
                  </a:cxnLst>
                  <a:rect l="0" t="0" r="r" b="b"/>
                  <a:pathLst>
                    <a:path w="53" h="90">
                      <a:moveTo>
                        <a:pt x="0" y="30"/>
                      </a:moveTo>
                      <a:lnTo>
                        <a:pt x="0" y="90"/>
                      </a:lnTo>
                      <a:lnTo>
                        <a:pt x="53" y="60"/>
                      </a:lnTo>
                      <a:lnTo>
                        <a:pt x="53" y="0"/>
                      </a:lnTo>
                      <a:lnTo>
                        <a:pt x="0" y="30"/>
                      </a:lnTo>
                      <a:close/>
                    </a:path>
                  </a:pathLst>
                </a:custGeom>
                <a:solidFill>
                  <a:srgbClr val="00B0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Yu Gothic UI" panose="020B0500000000000000" pitchFamily="34" charset="-128"/>
                    <a:ea typeface="Yu Gothic UI" panose="020B0500000000000000" pitchFamily="34" charset="-128"/>
                  </a:endParaRPr>
                </a:p>
              </p:txBody>
            </p:sp>
            <p:sp>
              <p:nvSpPr>
                <p:cNvPr id="35" name="Freeform 8">
                  <a:extLst>
                    <a:ext uri="{FF2B5EF4-FFF2-40B4-BE49-F238E27FC236}">
                      <a16:creationId xmlns:a16="http://schemas.microsoft.com/office/drawing/2014/main" id="{05FF6BD2-E8D0-4547-8F45-7B19B9F35391}"/>
                    </a:ext>
                  </a:extLst>
                </p:cNvPr>
                <p:cNvSpPr>
                  <a:spLocks/>
                </p:cNvSpPr>
                <p:nvPr/>
              </p:nvSpPr>
              <p:spPr bwMode="auto">
                <a:xfrm>
                  <a:off x="4139" y="1655"/>
                  <a:ext cx="53" cy="90"/>
                </a:xfrm>
                <a:custGeom>
                  <a:avLst/>
                  <a:gdLst>
                    <a:gd name="T0" fmla="*/ 53 w 53"/>
                    <a:gd name="T1" fmla="*/ 30 h 90"/>
                    <a:gd name="T2" fmla="*/ 0 w 53"/>
                    <a:gd name="T3" fmla="*/ 0 h 90"/>
                    <a:gd name="T4" fmla="*/ 0 w 53"/>
                    <a:gd name="T5" fmla="*/ 60 h 90"/>
                    <a:gd name="T6" fmla="*/ 53 w 53"/>
                    <a:gd name="T7" fmla="*/ 90 h 90"/>
                    <a:gd name="T8" fmla="*/ 53 w 53"/>
                    <a:gd name="T9" fmla="*/ 30 h 90"/>
                  </a:gdLst>
                  <a:ahLst/>
                  <a:cxnLst>
                    <a:cxn ang="0">
                      <a:pos x="T0" y="T1"/>
                    </a:cxn>
                    <a:cxn ang="0">
                      <a:pos x="T2" y="T3"/>
                    </a:cxn>
                    <a:cxn ang="0">
                      <a:pos x="T4" y="T5"/>
                    </a:cxn>
                    <a:cxn ang="0">
                      <a:pos x="T6" y="T7"/>
                    </a:cxn>
                    <a:cxn ang="0">
                      <a:pos x="T8" y="T9"/>
                    </a:cxn>
                  </a:cxnLst>
                  <a:rect l="0" t="0" r="r" b="b"/>
                  <a:pathLst>
                    <a:path w="53" h="90">
                      <a:moveTo>
                        <a:pt x="53" y="30"/>
                      </a:moveTo>
                      <a:lnTo>
                        <a:pt x="0" y="0"/>
                      </a:lnTo>
                      <a:lnTo>
                        <a:pt x="0" y="60"/>
                      </a:lnTo>
                      <a:lnTo>
                        <a:pt x="53" y="90"/>
                      </a:lnTo>
                      <a:lnTo>
                        <a:pt x="53" y="30"/>
                      </a:lnTo>
                      <a:close/>
                    </a:path>
                  </a:pathLst>
                </a:custGeom>
                <a:solidFill>
                  <a:srgbClr val="00B0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Yu Gothic UI" panose="020B0500000000000000" pitchFamily="34" charset="-128"/>
                    <a:ea typeface="Yu Gothic UI" panose="020B0500000000000000" pitchFamily="34" charset="-128"/>
                  </a:endParaRPr>
                </a:p>
              </p:txBody>
            </p:sp>
          </p:grpSp>
        </p:grpSp>
        <p:sp>
          <p:nvSpPr>
            <p:cNvPr id="28" name="TextBox 28">
              <a:extLst>
                <a:ext uri="{FF2B5EF4-FFF2-40B4-BE49-F238E27FC236}">
                  <a16:creationId xmlns:a16="http://schemas.microsoft.com/office/drawing/2014/main" id="{7298F06C-3593-79F4-D29B-76419C41AD99}"/>
                </a:ext>
              </a:extLst>
            </p:cNvPr>
            <p:cNvSpPr txBox="1"/>
            <p:nvPr/>
          </p:nvSpPr>
          <p:spPr>
            <a:xfrm>
              <a:off x="2935844" y="2833176"/>
              <a:ext cx="1173931" cy="470922"/>
            </a:xfrm>
            <a:prstGeom prst="rect">
              <a:avLst/>
            </a:prstGeom>
            <a:noFill/>
          </p:spPr>
          <p:txBody>
            <a:bodyPr wrap="square"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ASR</a:t>
              </a:r>
            </a:p>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アプライアンス</a:t>
              </a:r>
              <a:endParaRPr kumimoji="0" lang="en-US" altLang="ja-JP"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29" name="Freeform 342">
              <a:extLst>
                <a:ext uri="{FF2B5EF4-FFF2-40B4-BE49-F238E27FC236}">
                  <a16:creationId xmlns:a16="http://schemas.microsoft.com/office/drawing/2014/main" id="{8F10C031-8F64-7FF6-6330-FDCDDD471EB9}"/>
                </a:ext>
              </a:extLst>
            </p:cNvPr>
            <p:cNvSpPr>
              <a:spLocks noEditPoints="1"/>
            </p:cNvSpPr>
            <p:nvPr/>
          </p:nvSpPr>
          <p:spPr bwMode="auto">
            <a:xfrm>
              <a:off x="3136747" y="2291484"/>
              <a:ext cx="323821" cy="322201"/>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grpSp>
      <p:sp>
        <p:nvSpPr>
          <p:cNvPr id="36" name="TextBox 2">
            <a:extLst>
              <a:ext uri="{FF2B5EF4-FFF2-40B4-BE49-F238E27FC236}">
                <a16:creationId xmlns:a16="http://schemas.microsoft.com/office/drawing/2014/main" id="{CDE9072A-12E1-80D6-6A1A-925C8C230150}"/>
              </a:ext>
            </a:extLst>
          </p:cNvPr>
          <p:cNvSpPr txBox="1"/>
          <p:nvPr/>
        </p:nvSpPr>
        <p:spPr>
          <a:xfrm>
            <a:off x="1317780" y="4941716"/>
            <a:ext cx="1259162" cy="408623"/>
          </a:xfrm>
          <a:prstGeom prst="roundRect">
            <a:avLst/>
          </a:prstGeom>
          <a:noFill/>
          <a:ln>
            <a:solidFill>
              <a:schemeClr val="bg1">
                <a:lumMod val="50000"/>
              </a:schemeClr>
            </a:solidFill>
          </a:ln>
        </p:spPr>
        <p:txBody>
          <a:bodyPr wrap="none" lIns="36000" tIns="0" rIns="36000" bIns="0" rtlCol="0" anchor="ctr" anchorCtr="0">
            <a:spAutoFit/>
          </a:bodyPr>
          <a:lstStyle/>
          <a:p>
            <a:pPr algn="ctr" defTabSz="896181">
              <a:defRPr/>
            </a:pPr>
            <a:r>
              <a:rPr lang="en-US" altLang="ja-JP" sz="2400" b="1" dirty="0">
                <a:gradFill>
                  <a:gsLst>
                    <a:gs pos="2917">
                      <a:srgbClr val="1A1A1A"/>
                    </a:gs>
                    <a:gs pos="30000">
                      <a:srgbClr val="1A1A1A"/>
                    </a:gs>
                  </a:gsLst>
                  <a:lin ang="5400000" scaled="0"/>
                </a:gra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Segoe UI Semilight" panose="020B0402040204020203" pitchFamily="34" charset="0"/>
              </a:rPr>
              <a:t>VMware</a:t>
            </a:r>
            <a:endParaRPr lang="ja-JP" altLang="en-US" sz="1800" b="1" dirty="0">
              <a:gradFill>
                <a:gsLst>
                  <a:gs pos="2917">
                    <a:srgbClr val="1A1A1A"/>
                  </a:gs>
                  <a:gs pos="30000">
                    <a:srgbClr val="1A1A1A"/>
                  </a:gs>
                </a:gsLst>
                <a:lin ang="5400000" scaled="0"/>
              </a:gradFill>
              <a:effectLst>
                <a:outerShdw blurRad="38100" dist="38100" dir="2700000" algn="tl">
                  <a:srgbClr val="000000">
                    <a:alpha val="43137"/>
                  </a:srgbClr>
                </a:outerShdw>
              </a:effectLst>
              <a:latin typeface="Yu Gothic UI" panose="020B0500000000000000" pitchFamily="34" charset="-128"/>
              <a:ea typeface="Yu Gothic UI" panose="020B0500000000000000" pitchFamily="34" charset="-128"/>
              <a:cs typeface="Segoe UI Semilight" panose="020B0402040204020203" pitchFamily="34" charset="0"/>
            </a:endParaRPr>
          </a:p>
        </p:txBody>
      </p:sp>
      <p:grpSp>
        <p:nvGrpSpPr>
          <p:cNvPr id="37" name="Group 111">
            <a:extLst>
              <a:ext uri="{FF2B5EF4-FFF2-40B4-BE49-F238E27FC236}">
                <a16:creationId xmlns:a16="http://schemas.microsoft.com/office/drawing/2014/main" id="{A01DB594-9CB0-6CE4-7668-9960A2A9588C}"/>
              </a:ext>
            </a:extLst>
          </p:cNvPr>
          <p:cNvGrpSpPr/>
          <p:nvPr/>
        </p:nvGrpSpPr>
        <p:grpSpPr>
          <a:xfrm>
            <a:off x="533662" y="3076701"/>
            <a:ext cx="468000" cy="468000"/>
            <a:chOff x="5037519" y="5142545"/>
            <a:chExt cx="1211381" cy="1219200"/>
          </a:xfrm>
        </p:grpSpPr>
        <p:sp>
          <p:nvSpPr>
            <p:cNvPr id="38" name="Freeform: Shape 76">
              <a:extLst>
                <a:ext uri="{FF2B5EF4-FFF2-40B4-BE49-F238E27FC236}">
                  <a16:creationId xmlns:a16="http://schemas.microsoft.com/office/drawing/2014/main" id="{E5DA937A-37B4-16EB-DF9A-791AC30FCE2E}"/>
                </a:ext>
              </a:extLst>
            </p:cNvPr>
            <p:cNvSpPr/>
            <p:nvPr/>
          </p:nvSpPr>
          <p:spPr>
            <a:xfrm>
              <a:off x="5037519" y="5142545"/>
              <a:ext cx="609600" cy="1219200"/>
            </a:xfrm>
            <a:custGeom>
              <a:avLst/>
              <a:gdLst>
                <a:gd name="connsiteX0" fmla="*/ 0 w 609600"/>
                <a:gd name="connsiteY0" fmla="*/ 0 h 1219200"/>
                <a:gd name="connsiteX1" fmla="*/ 609600 w 609600"/>
                <a:gd name="connsiteY1" fmla="*/ 0 h 1219200"/>
                <a:gd name="connsiteX2" fmla="*/ 609600 w 609600"/>
                <a:gd name="connsiteY2" fmla="*/ 1219200 h 1219200"/>
                <a:gd name="connsiteX3" fmla="*/ 0 w 609600"/>
                <a:gd name="connsiteY3" fmla="*/ 1219200 h 1219200"/>
              </a:gdLst>
              <a:ahLst/>
              <a:cxnLst>
                <a:cxn ang="0">
                  <a:pos x="connsiteX0" y="connsiteY0"/>
                </a:cxn>
                <a:cxn ang="0">
                  <a:pos x="connsiteX1" y="connsiteY1"/>
                </a:cxn>
                <a:cxn ang="0">
                  <a:pos x="connsiteX2" y="connsiteY2"/>
                </a:cxn>
                <a:cxn ang="0">
                  <a:pos x="connsiteX3" y="connsiteY3"/>
                </a:cxn>
              </a:cxnLst>
              <a:rect l="l" t="t" r="r" b="b"/>
              <a:pathLst>
                <a:path w="609600" h="1219200">
                  <a:moveTo>
                    <a:pt x="0" y="0"/>
                  </a:moveTo>
                  <a:lnTo>
                    <a:pt x="609600" y="0"/>
                  </a:lnTo>
                  <a:lnTo>
                    <a:pt x="609600" y="1219200"/>
                  </a:lnTo>
                  <a:lnTo>
                    <a:pt x="0" y="1219200"/>
                  </a:lnTo>
                  <a:close/>
                </a:path>
              </a:pathLst>
            </a:custGeom>
            <a:solidFill>
              <a:srgbClr val="00000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grpSp>
          <p:nvGrpSpPr>
            <p:cNvPr id="39" name="Group 113">
              <a:extLst>
                <a:ext uri="{FF2B5EF4-FFF2-40B4-BE49-F238E27FC236}">
                  <a16:creationId xmlns:a16="http://schemas.microsoft.com/office/drawing/2014/main" id="{48E4234D-BA39-F337-68BD-53451E2B8929}"/>
                </a:ext>
              </a:extLst>
            </p:cNvPr>
            <p:cNvGrpSpPr/>
            <p:nvPr/>
          </p:nvGrpSpPr>
          <p:grpSpPr>
            <a:xfrm>
              <a:off x="5189919" y="5333045"/>
              <a:ext cx="1058981" cy="1028700"/>
              <a:chOff x="5189919" y="5333045"/>
              <a:chExt cx="1058981" cy="1028700"/>
            </a:xfrm>
          </p:grpSpPr>
          <p:sp>
            <p:nvSpPr>
              <p:cNvPr id="44" name="Freeform: Shape 82">
                <a:extLst>
                  <a:ext uri="{FF2B5EF4-FFF2-40B4-BE49-F238E27FC236}">
                    <a16:creationId xmlns:a16="http://schemas.microsoft.com/office/drawing/2014/main" id="{6C6690F8-62FD-8AA5-3825-AFED3EE6C6C1}"/>
                  </a:ext>
                </a:extLst>
              </p:cNvPr>
              <p:cNvSpPr/>
              <p:nvPr/>
            </p:nvSpPr>
            <p:spPr>
              <a:xfrm>
                <a:off x="5639300" y="5752145"/>
                <a:ext cx="609600" cy="609600"/>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45" name="Freeform: Shape 83">
                <a:extLst>
                  <a:ext uri="{FF2B5EF4-FFF2-40B4-BE49-F238E27FC236}">
                    <a16:creationId xmlns:a16="http://schemas.microsoft.com/office/drawing/2014/main" id="{00BC8FBA-614F-C5BD-D585-B8AD473AEE00}"/>
                  </a:ext>
                </a:extLst>
              </p:cNvPr>
              <p:cNvSpPr/>
              <p:nvPr/>
            </p:nvSpPr>
            <p:spPr>
              <a:xfrm>
                <a:off x="5189919" y="53330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46" name="Freeform: Shape 84">
                <a:extLst>
                  <a:ext uri="{FF2B5EF4-FFF2-40B4-BE49-F238E27FC236}">
                    <a16:creationId xmlns:a16="http://schemas.microsoft.com/office/drawing/2014/main" id="{AFF17967-6265-88FC-0283-0FF0168B7933}"/>
                  </a:ext>
                </a:extLst>
              </p:cNvPr>
              <p:cNvSpPr/>
              <p:nvPr/>
            </p:nvSpPr>
            <p:spPr>
              <a:xfrm>
                <a:off x="5380419" y="53330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73" name="Freeform: Shape 85">
                <a:extLst>
                  <a:ext uri="{FF2B5EF4-FFF2-40B4-BE49-F238E27FC236}">
                    <a16:creationId xmlns:a16="http://schemas.microsoft.com/office/drawing/2014/main" id="{F0A07772-2B4A-0701-0E3F-FA0AA3D86BD1}"/>
                  </a:ext>
                </a:extLst>
              </p:cNvPr>
              <p:cNvSpPr/>
              <p:nvPr/>
            </p:nvSpPr>
            <p:spPr>
              <a:xfrm>
                <a:off x="5189919" y="55235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74" name="Freeform: Shape 86">
                <a:extLst>
                  <a:ext uri="{FF2B5EF4-FFF2-40B4-BE49-F238E27FC236}">
                    <a16:creationId xmlns:a16="http://schemas.microsoft.com/office/drawing/2014/main" id="{C3F90B88-86F9-F32C-9585-2F33BD92850F}"/>
                  </a:ext>
                </a:extLst>
              </p:cNvPr>
              <p:cNvSpPr/>
              <p:nvPr/>
            </p:nvSpPr>
            <p:spPr>
              <a:xfrm>
                <a:off x="5380419" y="55235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75" name="Freeform: Shape 87">
                <a:extLst>
                  <a:ext uri="{FF2B5EF4-FFF2-40B4-BE49-F238E27FC236}">
                    <a16:creationId xmlns:a16="http://schemas.microsoft.com/office/drawing/2014/main" id="{27B1449A-106F-1E79-AEA2-168317CC8F22}"/>
                  </a:ext>
                </a:extLst>
              </p:cNvPr>
              <p:cNvSpPr/>
              <p:nvPr/>
            </p:nvSpPr>
            <p:spPr>
              <a:xfrm>
                <a:off x="5189919" y="57140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76" name="Freeform: Shape 88">
                <a:extLst>
                  <a:ext uri="{FF2B5EF4-FFF2-40B4-BE49-F238E27FC236}">
                    <a16:creationId xmlns:a16="http://schemas.microsoft.com/office/drawing/2014/main" id="{0AB34F09-E3DB-9402-F59A-32E98308AC9D}"/>
                  </a:ext>
                </a:extLst>
              </p:cNvPr>
              <p:cNvSpPr/>
              <p:nvPr/>
            </p:nvSpPr>
            <p:spPr>
              <a:xfrm>
                <a:off x="5380419" y="57140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77" name="Freeform: Shape 89">
                <a:extLst>
                  <a:ext uri="{FF2B5EF4-FFF2-40B4-BE49-F238E27FC236}">
                    <a16:creationId xmlns:a16="http://schemas.microsoft.com/office/drawing/2014/main" id="{743BF7FD-438F-9586-DCF9-C642124273FD}"/>
                  </a:ext>
                </a:extLst>
              </p:cNvPr>
              <p:cNvSpPr/>
              <p:nvPr/>
            </p:nvSpPr>
            <p:spPr>
              <a:xfrm>
                <a:off x="5189919" y="59045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78" name="Freeform: Shape 90">
                <a:extLst>
                  <a:ext uri="{FF2B5EF4-FFF2-40B4-BE49-F238E27FC236}">
                    <a16:creationId xmlns:a16="http://schemas.microsoft.com/office/drawing/2014/main" id="{70F1A420-E290-8C4F-CBAF-BD10F415B0A9}"/>
                  </a:ext>
                </a:extLst>
              </p:cNvPr>
              <p:cNvSpPr/>
              <p:nvPr/>
            </p:nvSpPr>
            <p:spPr>
              <a:xfrm>
                <a:off x="5380419" y="59045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107C10"/>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grpSp>
        <p:grpSp>
          <p:nvGrpSpPr>
            <p:cNvPr id="40" name="Group 114">
              <a:extLst>
                <a:ext uri="{FF2B5EF4-FFF2-40B4-BE49-F238E27FC236}">
                  <a16:creationId xmlns:a16="http://schemas.microsoft.com/office/drawing/2014/main" id="{4EFEAA6A-ECEC-5E27-6590-C72F12948FD6}"/>
                </a:ext>
              </a:extLst>
            </p:cNvPr>
            <p:cNvGrpSpPr/>
            <p:nvPr/>
          </p:nvGrpSpPr>
          <p:grpSpPr>
            <a:xfrm>
              <a:off x="5799519" y="5904545"/>
              <a:ext cx="304800" cy="457200"/>
              <a:chOff x="5799519" y="5904545"/>
              <a:chExt cx="304800" cy="457200"/>
            </a:xfrm>
          </p:grpSpPr>
          <p:sp>
            <p:nvSpPr>
              <p:cNvPr id="41" name="Freeform: Shape 79">
                <a:extLst>
                  <a:ext uri="{FF2B5EF4-FFF2-40B4-BE49-F238E27FC236}">
                    <a16:creationId xmlns:a16="http://schemas.microsoft.com/office/drawing/2014/main" id="{B1B27367-5B62-CE18-D5AE-98A8547889D8}"/>
                  </a:ext>
                </a:extLst>
              </p:cNvPr>
              <p:cNvSpPr/>
              <p:nvPr/>
            </p:nvSpPr>
            <p:spPr>
              <a:xfrm>
                <a:off x="5875719" y="6209345"/>
                <a:ext cx="152400" cy="152400"/>
              </a:xfrm>
              <a:custGeom>
                <a:avLst/>
                <a:gdLst>
                  <a:gd name="connsiteX0" fmla="*/ 0 w 152400"/>
                  <a:gd name="connsiteY0" fmla="*/ 0 h 152400"/>
                  <a:gd name="connsiteX1" fmla="*/ 152400 w 152400"/>
                  <a:gd name="connsiteY1" fmla="*/ 0 h 152400"/>
                  <a:gd name="connsiteX2" fmla="*/ 152400 w 152400"/>
                  <a:gd name="connsiteY2" fmla="*/ 152400 h 152400"/>
                  <a:gd name="connsiteX3" fmla="*/ 0 w 152400"/>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152400" h="152400">
                    <a:moveTo>
                      <a:pt x="0" y="0"/>
                    </a:moveTo>
                    <a:lnTo>
                      <a:pt x="152400" y="0"/>
                    </a:lnTo>
                    <a:lnTo>
                      <a:pt x="152400" y="152400"/>
                    </a:lnTo>
                    <a:lnTo>
                      <a:pt x="0" y="152400"/>
                    </a:lnTo>
                    <a:close/>
                  </a:path>
                </a:pathLst>
              </a:custGeom>
              <a:solidFill>
                <a:srgbClr val="F7F7F6"/>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42" name="Freeform: Shape 80">
                <a:extLst>
                  <a:ext uri="{FF2B5EF4-FFF2-40B4-BE49-F238E27FC236}">
                    <a16:creationId xmlns:a16="http://schemas.microsoft.com/office/drawing/2014/main" id="{CDB30A91-D847-E688-5368-BA892AA5CB91}"/>
                  </a:ext>
                </a:extLst>
              </p:cNvPr>
              <p:cNvSpPr/>
              <p:nvPr/>
            </p:nvSpPr>
            <p:spPr>
              <a:xfrm>
                <a:off x="5799519" y="59045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9BF00B"/>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sp>
            <p:nvSpPr>
              <p:cNvPr id="43" name="Freeform: Shape 81">
                <a:extLst>
                  <a:ext uri="{FF2B5EF4-FFF2-40B4-BE49-F238E27FC236}">
                    <a16:creationId xmlns:a16="http://schemas.microsoft.com/office/drawing/2014/main" id="{C65C8834-A1CF-2494-00D0-3D6B0796B13F}"/>
                  </a:ext>
                </a:extLst>
              </p:cNvPr>
              <p:cNvSpPr/>
              <p:nvPr/>
            </p:nvSpPr>
            <p:spPr>
              <a:xfrm>
                <a:off x="5990019" y="5904545"/>
                <a:ext cx="114300" cy="114300"/>
              </a:xfrm>
              <a:custGeom>
                <a:avLst/>
                <a:gdLst>
                  <a:gd name="connsiteX0" fmla="*/ 0 w 114300"/>
                  <a:gd name="connsiteY0" fmla="*/ 0 h 114300"/>
                  <a:gd name="connsiteX1" fmla="*/ 114300 w 114300"/>
                  <a:gd name="connsiteY1" fmla="*/ 0 h 114300"/>
                  <a:gd name="connsiteX2" fmla="*/ 114300 w 114300"/>
                  <a:gd name="connsiteY2" fmla="*/ 114300 h 114300"/>
                  <a:gd name="connsiteX3" fmla="*/ 0 w 114300"/>
                  <a:gd name="connsiteY3" fmla="*/ 114300 h 114300"/>
                </a:gdLst>
                <a:ahLst/>
                <a:cxnLst>
                  <a:cxn ang="0">
                    <a:pos x="connsiteX0" y="connsiteY0"/>
                  </a:cxn>
                  <a:cxn ang="0">
                    <a:pos x="connsiteX1" y="connsiteY1"/>
                  </a:cxn>
                  <a:cxn ang="0">
                    <a:pos x="connsiteX2" y="connsiteY2"/>
                  </a:cxn>
                  <a:cxn ang="0">
                    <a:pos x="connsiteX3" y="connsiteY3"/>
                  </a:cxn>
                </a:cxnLst>
                <a:rect l="l" t="t" r="r" b="b"/>
                <a:pathLst>
                  <a:path w="114300" h="114300">
                    <a:moveTo>
                      <a:pt x="0" y="0"/>
                    </a:moveTo>
                    <a:lnTo>
                      <a:pt x="114300" y="0"/>
                    </a:lnTo>
                    <a:lnTo>
                      <a:pt x="114300" y="114300"/>
                    </a:lnTo>
                    <a:lnTo>
                      <a:pt x="0" y="114300"/>
                    </a:lnTo>
                    <a:close/>
                  </a:path>
                </a:pathLst>
              </a:custGeom>
              <a:solidFill>
                <a:srgbClr val="9BF00B"/>
              </a:solidFill>
              <a:ln w="9525" cap="flat">
                <a:noFill/>
                <a:prstDash val="solid"/>
                <a:miter/>
              </a:ln>
            </p:spPr>
            <p:txBody>
              <a:bodyPr rtlCol="0" anchor="ctr"/>
              <a:lstStyle/>
              <a:p>
                <a:pPr marL="0" marR="0" lvl="0" indent="0" algn="l" defTabSz="685845"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a:ln>
                    <a:noFill/>
                  </a:ln>
                  <a:solidFill>
                    <a:srgbClr val="3C3C41"/>
                  </a:solidFill>
                  <a:effectLst/>
                  <a:uLnTx/>
                  <a:uFillTx/>
                  <a:latin typeface="Yu Gothic UI" panose="020B0500000000000000" pitchFamily="34" charset="-128"/>
                  <a:ea typeface="Yu Gothic UI" panose="020B0500000000000000" pitchFamily="34" charset="-128"/>
                </a:endParaRPr>
              </a:p>
            </p:txBody>
          </p:sp>
        </p:grpSp>
      </p:grpSp>
      <p:pic>
        <p:nvPicPr>
          <p:cNvPr id="79" name="Picture 243">
            <a:extLst>
              <a:ext uri="{FF2B5EF4-FFF2-40B4-BE49-F238E27FC236}">
                <a16:creationId xmlns:a16="http://schemas.microsoft.com/office/drawing/2014/main" id="{070B9DBB-7D4B-163D-8237-512939C86D8D}"/>
              </a:ext>
            </a:extLst>
          </p:cNvPr>
          <p:cNvPicPr>
            <a:picLocks noChangeAspect="1"/>
          </p:cNvPicPr>
          <p:nvPr/>
        </p:nvPicPr>
        <p:blipFill>
          <a:blip r:embed="rId5"/>
          <a:stretch>
            <a:fillRect/>
          </a:stretch>
        </p:blipFill>
        <p:spPr>
          <a:xfrm>
            <a:off x="1837196" y="4283080"/>
            <a:ext cx="397985" cy="386932"/>
          </a:xfrm>
          <a:prstGeom prst="rect">
            <a:avLst/>
          </a:prstGeom>
        </p:spPr>
      </p:pic>
      <p:pic>
        <p:nvPicPr>
          <p:cNvPr id="80" name="Picture 244">
            <a:extLst>
              <a:ext uri="{FF2B5EF4-FFF2-40B4-BE49-F238E27FC236}">
                <a16:creationId xmlns:a16="http://schemas.microsoft.com/office/drawing/2014/main" id="{1D21A6F6-2760-9C9F-1082-4B4849C9D979}"/>
              </a:ext>
            </a:extLst>
          </p:cNvPr>
          <p:cNvPicPr>
            <a:picLocks noChangeAspect="1"/>
          </p:cNvPicPr>
          <p:nvPr/>
        </p:nvPicPr>
        <p:blipFill>
          <a:blip r:embed="rId5"/>
          <a:stretch>
            <a:fillRect/>
          </a:stretch>
        </p:blipFill>
        <p:spPr>
          <a:xfrm>
            <a:off x="1817097" y="3609725"/>
            <a:ext cx="397985" cy="386932"/>
          </a:xfrm>
          <a:prstGeom prst="rect">
            <a:avLst/>
          </a:prstGeom>
        </p:spPr>
      </p:pic>
      <p:pic>
        <p:nvPicPr>
          <p:cNvPr id="81" name="図 108">
            <a:extLst>
              <a:ext uri="{FF2B5EF4-FFF2-40B4-BE49-F238E27FC236}">
                <a16:creationId xmlns:a16="http://schemas.microsoft.com/office/drawing/2014/main" id="{0CD5320D-346E-2458-6ACB-555BEB64ABF4}"/>
              </a:ext>
            </a:extLst>
          </p:cNvPr>
          <p:cNvPicPr>
            <a:picLocks noChangeAspect="1"/>
          </p:cNvPicPr>
          <p:nvPr/>
        </p:nvPicPr>
        <p:blipFill>
          <a:blip r:embed="rId6"/>
          <a:stretch>
            <a:fillRect/>
          </a:stretch>
        </p:blipFill>
        <p:spPr>
          <a:xfrm>
            <a:off x="1697612" y="3547200"/>
            <a:ext cx="226367" cy="226367"/>
          </a:xfrm>
          <a:prstGeom prst="rect">
            <a:avLst/>
          </a:prstGeom>
          <a:effectLst>
            <a:glow rad="38100">
              <a:srgbClr val="FFFFFF"/>
            </a:glow>
          </a:effectLst>
        </p:spPr>
      </p:pic>
      <p:pic>
        <p:nvPicPr>
          <p:cNvPr id="82" name="Picture 14" descr="Image result for linux logo transparent">
            <a:extLst>
              <a:ext uri="{FF2B5EF4-FFF2-40B4-BE49-F238E27FC236}">
                <a16:creationId xmlns:a16="http://schemas.microsoft.com/office/drawing/2014/main" id="{384F87ED-712E-9E64-DCDA-1EC4092CF0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9146" y="4177235"/>
            <a:ext cx="247811" cy="287057"/>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232">
            <a:extLst>
              <a:ext uri="{FF2B5EF4-FFF2-40B4-BE49-F238E27FC236}">
                <a16:creationId xmlns:a16="http://schemas.microsoft.com/office/drawing/2014/main" id="{C00782A4-3040-B418-5F92-B1E6385F05D3}"/>
              </a:ext>
            </a:extLst>
          </p:cNvPr>
          <p:cNvSpPr txBox="1"/>
          <p:nvPr/>
        </p:nvSpPr>
        <p:spPr>
          <a:xfrm>
            <a:off x="1077745" y="4704746"/>
            <a:ext cx="1921796" cy="276999"/>
          </a:xfrm>
          <a:prstGeom prst="rect">
            <a:avLst/>
          </a:prstGeom>
          <a:noFill/>
        </p:spPr>
        <p:txBody>
          <a:bodyPr wrap="square"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200" kern="0" dirty="0">
                <a:solidFill>
                  <a:prstClr val="black"/>
                </a:solidFill>
                <a:latin typeface="Yu Gothic UI" panose="020B0500000000000000" pitchFamily="34" charset="-128"/>
                <a:ea typeface="Yu Gothic UI" panose="020B0500000000000000" pitchFamily="34" charset="-128"/>
              </a:rPr>
              <a:t>物理サーバー</a:t>
            </a:r>
            <a:endParaRPr kumimoji="0" lang="en-US" sz="12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cxnSp>
        <p:nvCxnSpPr>
          <p:cNvPr id="84" name="コネクタ: カギ線 85">
            <a:extLst>
              <a:ext uri="{FF2B5EF4-FFF2-40B4-BE49-F238E27FC236}">
                <a16:creationId xmlns:a16="http://schemas.microsoft.com/office/drawing/2014/main" id="{2370413B-E60C-B9B5-BC0E-AEF1A269F126}"/>
              </a:ext>
            </a:extLst>
          </p:cNvPr>
          <p:cNvCxnSpPr>
            <a:cxnSpLocks/>
            <a:stCxn id="12" idx="3"/>
            <a:endCxn id="28" idx="2"/>
          </p:cNvCxnSpPr>
          <p:nvPr/>
        </p:nvCxnSpPr>
        <p:spPr>
          <a:xfrm flipV="1">
            <a:off x="4175548" y="5204615"/>
            <a:ext cx="1856495" cy="1115429"/>
          </a:xfrm>
          <a:prstGeom prst="bentConnector2">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85" name="Freeform 342">
            <a:extLst>
              <a:ext uri="{FF2B5EF4-FFF2-40B4-BE49-F238E27FC236}">
                <a16:creationId xmlns:a16="http://schemas.microsoft.com/office/drawing/2014/main" id="{2440F4CC-E706-9298-0871-A3A34EE1C9BA}"/>
              </a:ext>
            </a:extLst>
          </p:cNvPr>
          <p:cNvSpPr>
            <a:spLocks noEditPoints="1"/>
          </p:cNvSpPr>
          <p:nvPr/>
        </p:nvSpPr>
        <p:spPr bwMode="auto">
          <a:xfrm>
            <a:off x="2132941" y="3554198"/>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86" name="Freeform 342">
            <a:extLst>
              <a:ext uri="{FF2B5EF4-FFF2-40B4-BE49-F238E27FC236}">
                <a16:creationId xmlns:a16="http://schemas.microsoft.com/office/drawing/2014/main" id="{B174CB6C-17D6-AD27-E142-4918D9B92AD7}"/>
              </a:ext>
            </a:extLst>
          </p:cNvPr>
          <p:cNvSpPr>
            <a:spLocks noEditPoints="1"/>
          </p:cNvSpPr>
          <p:nvPr/>
        </p:nvSpPr>
        <p:spPr bwMode="auto">
          <a:xfrm>
            <a:off x="2853851" y="5326467"/>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87" name="Freeform 342">
            <a:extLst>
              <a:ext uri="{FF2B5EF4-FFF2-40B4-BE49-F238E27FC236}">
                <a16:creationId xmlns:a16="http://schemas.microsoft.com/office/drawing/2014/main" id="{4CBA014D-FEBF-4721-3517-211DA51E6EB4}"/>
              </a:ext>
            </a:extLst>
          </p:cNvPr>
          <p:cNvSpPr>
            <a:spLocks noEditPoints="1"/>
          </p:cNvSpPr>
          <p:nvPr/>
        </p:nvSpPr>
        <p:spPr bwMode="auto">
          <a:xfrm>
            <a:off x="2160717" y="4219340"/>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cxnSp>
        <p:nvCxnSpPr>
          <p:cNvPr id="88" name="直線矢印コネクタ 87">
            <a:extLst>
              <a:ext uri="{FF2B5EF4-FFF2-40B4-BE49-F238E27FC236}">
                <a16:creationId xmlns:a16="http://schemas.microsoft.com/office/drawing/2014/main" id="{F0B4C545-5E1B-641B-7E00-B35F32F8B5AB}"/>
              </a:ext>
            </a:extLst>
          </p:cNvPr>
          <p:cNvCxnSpPr>
            <a:cxnSpLocks/>
            <a:stCxn id="85" idx="22"/>
            <a:endCxn id="29" idx="4"/>
          </p:cNvCxnSpPr>
          <p:nvPr/>
        </p:nvCxnSpPr>
        <p:spPr>
          <a:xfrm>
            <a:off x="2272925" y="3641476"/>
            <a:ext cx="3387472" cy="730062"/>
          </a:xfrm>
          <a:prstGeom prst="straightConnector1">
            <a:avLst/>
          </a:prstGeom>
          <a:ln w="12700">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6C8996AE-8AD4-B354-0FB3-447E00D4AFD0}"/>
              </a:ext>
            </a:extLst>
          </p:cNvPr>
          <p:cNvCxnSpPr>
            <a:cxnSpLocks/>
            <a:stCxn id="87" idx="25"/>
          </p:cNvCxnSpPr>
          <p:nvPr/>
        </p:nvCxnSpPr>
        <p:spPr>
          <a:xfrm>
            <a:off x="2282036" y="4278158"/>
            <a:ext cx="3356192" cy="133706"/>
          </a:xfrm>
          <a:prstGeom prst="straightConnector1">
            <a:avLst/>
          </a:prstGeom>
          <a:ln w="12700">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2AAD3897-F59A-5F51-DFFA-1AA4BB3A90A0}"/>
              </a:ext>
            </a:extLst>
          </p:cNvPr>
          <p:cNvCxnSpPr>
            <a:cxnSpLocks/>
            <a:stCxn id="86" idx="26"/>
            <a:endCxn id="29" idx="5"/>
          </p:cNvCxnSpPr>
          <p:nvPr/>
        </p:nvCxnSpPr>
        <p:spPr>
          <a:xfrm flipV="1">
            <a:off x="2986058" y="4391916"/>
            <a:ext cx="2715301" cy="974395"/>
          </a:xfrm>
          <a:prstGeom prst="straightConnector1">
            <a:avLst/>
          </a:prstGeom>
          <a:ln w="12700">
            <a:solidFill>
              <a:schemeClr val="tx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91" name="TextBox 13">
            <a:extLst>
              <a:ext uri="{FF2B5EF4-FFF2-40B4-BE49-F238E27FC236}">
                <a16:creationId xmlns:a16="http://schemas.microsoft.com/office/drawing/2014/main" id="{2458995C-FBCB-A75D-7565-F22AD2FC55AC}"/>
              </a:ext>
            </a:extLst>
          </p:cNvPr>
          <p:cNvSpPr txBox="1"/>
          <p:nvPr/>
        </p:nvSpPr>
        <p:spPr>
          <a:xfrm>
            <a:off x="4522831" y="6374079"/>
            <a:ext cx="1231675" cy="411257"/>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インベントリ情報</a:t>
            </a:r>
            <a:endParaRPr kumimoji="0" lang="en-US" altLang="ja-JP"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a:p>
            <a:pPr marL="0" marR="0" lvl="0" indent="0" algn="ctr" defTabSz="914225" eaLnBrk="1" fontAlgn="auto" latinLnBrk="0" hangingPunct="1">
              <a:lnSpc>
                <a:spcPct val="100000"/>
              </a:lnSpc>
              <a:spcBef>
                <a:spcPts val="0"/>
              </a:spcBef>
              <a:spcAft>
                <a:spcPts val="0"/>
              </a:spcAft>
              <a:buClrTx/>
              <a:buSzTx/>
              <a:buFontTx/>
              <a:buNone/>
              <a:tabLst/>
              <a:defRPr/>
            </a:pPr>
            <a:r>
              <a:rPr lang="en-US" altLang="ja-JP" sz="1100" kern="0" dirty="0">
                <a:solidFill>
                  <a:prstClr val="black"/>
                </a:solidFill>
                <a:latin typeface="Yu Gothic UI" panose="020B0500000000000000" pitchFamily="34" charset="-128"/>
                <a:ea typeface="Yu Gothic UI" panose="020B0500000000000000" pitchFamily="34" charset="-128"/>
              </a:rPr>
              <a:t>VM</a:t>
            </a:r>
            <a:r>
              <a:rPr lang="ja-JP" altLang="en-US" sz="1100" kern="0" dirty="0">
                <a:solidFill>
                  <a:prstClr val="black"/>
                </a:solidFill>
                <a:latin typeface="Yu Gothic UI" panose="020B0500000000000000" pitchFamily="34" charset="-128"/>
                <a:ea typeface="Yu Gothic UI" panose="020B0500000000000000" pitchFamily="34" charset="-128"/>
              </a:rPr>
              <a:t>シャットダウンなど</a:t>
            </a:r>
            <a:endParaRPr kumimoji="0" 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92" name="TextBox 13">
            <a:extLst>
              <a:ext uri="{FF2B5EF4-FFF2-40B4-BE49-F238E27FC236}">
                <a16:creationId xmlns:a16="http://schemas.microsoft.com/office/drawing/2014/main" id="{FB34203B-6CE9-74AD-850B-EA1F92FCB595}"/>
              </a:ext>
            </a:extLst>
          </p:cNvPr>
          <p:cNvSpPr txBox="1"/>
          <p:nvPr/>
        </p:nvSpPr>
        <p:spPr>
          <a:xfrm>
            <a:off x="4416220" y="3825183"/>
            <a:ext cx="88382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レプリケーション</a:t>
            </a:r>
            <a:endParaRPr kumimoji="0" 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93" name="TextBox 13">
            <a:extLst>
              <a:ext uri="{FF2B5EF4-FFF2-40B4-BE49-F238E27FC236}">
                <a16:creationId xmlns:a16="http://schemas.microsoft.com/office/drawing/2014/main" id="{A523A195-1F04-A28D-B8BE-4E77333140DB}"/>
              </a:ext>
            </a:extLst>
          </p:cNvPr>
          <p:cNvSpPr txBox="1"/>
          <p:nvPr/>
        </p:nvSpPr>
        <p:spPr>
          <a:xfrm>
            <a:off x="3287675" y="4423279"/>
            <a:ext cx="88382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レプリケーション</a:t>
            </a:r>
            <a:endParaRPr kumimoji="0" 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94" name="TextBox 13">
            <a:extLst>
              <a:ext uri="{FF2B5EF4-FFF2-40B4-BE49-F238E27FC236}">
                <a16:creationId xmlns:a16="http://schemas.microsoft.com/office/drawing/2014/main" id="{6839E7A4-DCFA-7EE9-B516-FFD0EC959254}"/>
              </a:ext>
            </a:extLst>
          </p:cNvPr>
          <p:cNvSpPr txBox="1"/>
          <p:nvPr/>
        </p:nvSpPr>
        <p:spPr>
          <a:xfrm>
            <a:off x="4298935" y="5104884"/>
            <a:ext cx="88382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レプリケーション</a:t>
            </a:r>
            <a:endParaRPr kumimoji="0" lang="en-US" sz="11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sp>
        <p:nvSpPr>
          <p:cNvPr id="95" name="吹き出し: 角を丸めた四角形 96">
            <a:extLst>
              <a:ext uri="{FF2B5EF4-FFF2-40B4-BE49-F238E27FC236}">
                <a16:creationId xmlns:a16="http://schemas.microsoft.com/office/drawing/2014/main" id="{19DACA8A-147B-45EC-70EA-006ED4223252}"/>
              </a:ext>
            </a:extLst>
          </p:cNvPr>
          <p:cNvSpPr/>
          <p:nvPr/>
        </p:nvSpPr>
        <p:spPr bwMode="auto">
          <a:xfrm>
            <a:off x="2759236" y="3413796"/>
            <a:ext cx="1441553" cy="226367"/>
          </a:xfrm>
          <a:prstGeom prst="wedgeRoundRectCallout">
            <a:avLst>
              <a:gd name="adj1" fmla="val -81037"/>
              <a:gd name="adj2" fmla="val 51946"/>
              <a:gd name="adj3" fmla="val 16667"/>
            </a:avLst>
          </a:prstGeom>
          <a:noFill/>
          <a:ln w="127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6" name="TextBox 13">
            <a:extLst>
              <a:ext uri="{FF2B5EF4-FFF2-40B4-BE49-F238E27FC236}">
                <a16:creationId xmlns:a16="http://schemas.microsoft.com/office/drawing/2014/main" id="{7AE528B8-9DB2-F732-67C3-A1815A42DAA0}"/>
              </a:ext>
            </a:extLst>
          </p:cNvPr>
          <p:cNvSpPr txBox="1"/>
          <p:nvPr/>
        </p:nvSpPr>
        <p:spPr>
          <a:xfrm>
            <a:off x="2766985" y="3415595"/>
            <a:ext cx="1404514" cy="211203"/>
          </a:xfrm>
          <a:prstGeom prst="rect">
            <a:avLst/>
          </a:prstGeom>
          <a:noFill/>
        </p:spPr>
        <p:txBody>
          <a:bodyPr wrap="square" lIns="36000" tIns="36000" rIns="36000" bIns="36000" rtlCol="0">
            <a:spAutoFit/>
          </a:bodyPr>
          <a:lstStyle/>
          <a:p>
            <a:pPr lvl="0" algn="ctr" defTabSz="914225">
              <a:defRPr/>
            </a:pPr>
            <a:r>
              <a:rPr lang="en-US" altLang="ja-JP" sz="900" kern="0" dirty="0">
                <a:solidFill>
                  <a:prstClr val="black"/>
                </a:solidFill>
                <a:latin typeface="Yu Gothic UI" panose="020B0500000000000000" pitchFamily="34" charset="-128"/>
                <a:ea typeface="Yu Gothic UI" panose="020B0500000000000000" pitchFamily="34" charset="-128"/>
              </a:rPr>
              <a:t>ASR Mobility agent</a:t>
            </a:r>
            <a:endParaRPr kumimoji="0" lang="en-US" sz="9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endParaRPr>
          </a:p>
        </p:txBody>
      </p:sp>
      <p:grpSp>
        <p:nvGrpSpPr>
          <p:cNvPr id="97" name="Group 15">
            <a:extLst>
              <a:ext uri="{FF2B5EF4-FFF2-40B4-BE49-F238E27FC236}">
                <a16:creationId xmlns:a16="http://schemas.microsoft.com/office/drawing/2014/main" id="{1947FA9E-5C59-267B-5971-04E89C92DE85}"/>
              </a:ext>
            </a:extLst>
          </p:cNvPr>
          <p:cNvGrpSpPr/>
          <p:nvPr/>
        </p:nvGrpSpPr>
        <p:grpSpPr>
          <a:xfrm>
            <a:off x="8974277" y="3893614"/>
            <a:ext cx="1746878" cy="1076297"/>
            <a:chOff x="8114634" y="2070125"/>
            <a:chExt cx="1781906" cy="1097844"/>
          </a:xfrm>
        </p:grpSpPr>
        <p:sp>
          <p:nvSpPr>
            <p:cNvPr id="98" name="Freeform 119">
              <a:extLst>
                <a:ext uri="{FF2B5EF4-FFF2-40B4-BE49-F238E27FC236}">
                  <a16:creationId xmlns:a16="http://schemas.microsoft.com/office/drawing/2014/main" id="{8A0B10A3-694D-4FCE-1D1D-D23744AFC63F}"/>
                </a:ext>
              </a:extLst>
            </p:cNvPr>
            <p:cNvSpPr>
              <a:spLocks/>
            </p:cNvSpPr>
            <p:nvPr/>
          </p:nvSpPr>
          <p:spPr bwMode="auto">
            <a:xfrm>
              <a:off x="8114634" y="2070125"/>
              <a:ext cx="1781906" cy="1097844"/>
            </a:xfrm>
            <a:custGeom>
              <a:avLst/>
              <a:gdLst>
                <a:gd name="T0" fmla="*/ 194 w 470"/>
                <a:gd name="T1" fmla="*/ 52 h 265"/>
                <a:gd name="T2" fmla="*/ 283 w 470"/>
                <a:gd name="T3" fmla="*/ 0 h 265"/>
                <a:gd name="T4" fmla="*/ 386 w 470"/>
                <a:gd name="T5" fmla="*/ 101 h 265"/>
                <a:gd name="T6" fmla="*/ 387 w 470"/>
                <a:gd name="T7" fmla="*/ 101 h 265"/>
                <a:gd name="T8" fmla="*/ 470 w 470"/>
                <a:gd name="T9" fmla="*/ 183 h 265"/>
                <a:gd name="T10" fmla="*/ 387 w 470"/>
                <a:gd name="T11" fmla="*/ 265 h 265"/>
                <a:gd name="T12" fmla="*/ 66 w 470"/>
                <a:gd name="T13" fmla="*/ 265 h 265"/>
                <a:gd name="T14" fmla="*/ 0 w 470"/>
                <a:gd name="T15" fmla="*/ 200 h 265"/>
                <a:gd name="T16" fmla="*/ 64 w 470"/>
                <a:gd name="T17" fmla="*/ 134 h 265"/>
                <a:gd name="T18" fmla="*/ 63 w 470"/>
                <a:gd name="T19" fmla="*/ 118 h 265"/>
                <a:gd name="T20" fmla="*/ 145 w 470"/>
                <a:gd name="T21" fmla="*/ 35 h 265"/>
                <a:gd name="T22" fmla="*/ 194 w 470"/>
                <a:gd name="T23" fmla="*/ 5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0" h="265">
                  <a:moveTo>
                    <a:pt x="194" y="52"/>
                  </a:moveTo>
                  <a:cubicBezTo>
                    <a:pt x="212" y="21"/>
                    <a:pt x="245" y="0"/>
                    <a:pt x="283" y="0"/>
                  </a:cubicBezTo>
                  <a:cubicBezTo>
                    <a:pt x="340" y="0"/>
                    <a:pt x="385" y="45"/>
                    <a:pt x="386" y="101"/>
                  </a:cubicBezTo>
                  <a:cubicBezTo>
                    <a:pt x="387" y="101"/>
                    <a:pt x="387" y="101"/>
                    <a:pt x="387" y="101"/>
                  </a:cubicBezTo>
                  <a:cubicBezTo>
                    <a:pt x="433" y="101"/>
                    <a:pt x="470" y="138"/>
                    <a:pt x="470" y="183"/>
                  </a:cubicBezTo>
                  <a:cubicBezTo>
                    <a:pt x="470" y="229"/>
                    <a:pt x="433" y="265"/>
                    <a:pt x="387" y="265"/>
                  </a:cubicBezTo>
                  <a:cubicBezTo>
                    <a:pt x="66" y="265"/>
                    <a:pt x="66" y="265"/>
                    <a:pt x="66" y="265"/>
                  </a:cubicBezTo>
                  <a:cubicBezTo>
                    <a:pt x="30" y="265"/>
                    <a:pt x="0" y="236"/>
                    <a:pt x="0" y="200"/>
                  </a:cubicBezTo>
                  <a:cubicBezTo>
                    <a:pt x="0" y="164"/>
                    <a:pt x="29" y="135"/>
                    <a:pt x="64" y="134"/>
                  </a:cubicBezTo>
                  <a:cubicBezTo>
                    <a:pt x="63" y="129"/>
                    <a:pt x="63" y="123"/>
                    <a:pt x="63" y="118"/>
                  </a:cubicBezTo>
                  <a:cubicBezTo>
                    <a:pt x="63" y="72"/>
                    <a:pt x="99" y="35"/>
                    <a:pt x="145" y="35"/>
                  </a:cubicBezTo>
                  <a:cubicBezTo>
                    <a:pt x="163" y="35"/>
                    <a:pt x="180" y="41"/>
                    <a:pt x="194" y="52"/>
                  </a:cubicBezTo>
                </a:path>
              </a:pathLst>
            </a:custGeom>
            <a:solidFill>
              <a:srgbClr val="0070C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mn-ea"/>
              </a:endParaRPr>
            </a:p>
          </p:txBody>
        </p:sp>
        <p:sp>
          <p:nvSpPr>
            <p:cNvPr id="99" name="TextBox 18">
              <a:extLst>
                <a:ext uri="{FF2B5EF4-FFF2-40B4-BE49-F238E27FC236}">
                  <a16:creationId xmlns:a16="http://schemas.microsoft.com/office/drawing/2014/main" id="{E8F5C128-01FE-3F39-71AE-FC1F218487A5}"/>
                </a:ext>
              </a:extLst>
            </p:cNvPr>
            <p:cNvSpPr txBox="1"/>
            <p:nvPr/>
          </p:nvSpPr>
          <p:spPr>
            <a:xfrm>
              <a:off x="8227273" y="2690137"/>
              <a:ext cx="1576604" cy="470907"/>
            </a:xfrm>
            <a:prstGeom prst="rect">
              <a:avLst/>
            </a:prstGeom>
            <a:noFill/>
          </p:spPr>
          <p:txBody>
            <a:bodyPr wrap="square" rtlCol="0">
              <a:spAutoFit/>
            </a:bodyPr>
            <a:lstStyle/>
            <a:p>
              <a:pPr lvl="0" algn="ctr" defTabSz="914225">
                <a:defRPr/>
              </a:pPr>
              <a:r>
                <a:rPr lang="en-US" sz="1200" kern="0" dirty="0">
                  <a:solidFill>
                    <a:prstClr val="white"/>
                  </a:solidFill>
                  <a:latin typeface="+mn-ea"/>
                </a:rPr>
                <a:t>Recovery Services Vault</a:t>
              </a:r>
            </a:p>
          </p:txBody>
        </p:sp>
      </p:grpSp>
      <p:pic>
        <p:nvPicPr>
          <p:cNvPr id="100" name="グラフィックス 99">
            <a:extLst>
              <a:ext uri="{FF2B5EF4-FFF2-40B4-BE49-F238E27FC236}">
                <a16:creationId xmlns:a16="http://schemas.microsoft.com/office/drawing/2014/main" id="{560BBD20-1518-EF18-B530-00E0E0D9DD2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94160" y="4110630"/>
            <a:ext cx="361066" cy="361066"/>
          </a:xfrm>
          <a:prstGeom prst="rect">
            <a:avLst/>
          </a:prstGeom>
        </p:spPr>
      </p:pic>
      <p:sp>
        <p:nvSpPr>
          <p:cNvPr id="101" name="TextBox 13">
            <a:extLst>
              <a:ext uri="{FF2B5EF4-FFF2-40B4-BE49-F238E27FC236}">
                <a16:creationId xmlns:a16="http://schemas.microsoft.com/office/drawing/2014/main" id="{B7E9259F-F76C-F02B-17AC-4419121DA054}"/>
              </a:ext>
            </a:extLst>
          </p:cNvPr>
          <p:cNvSpPr txBox="1"/>
          <p:nvPr/>
        </p:nvSpPr>
        <p:spPr>
          <a:xfrm>
            <a:off x="9543089" y="6372284"/>
            <a:ext cx="628946" cy="226591"/>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black"/>
                </a:solidFill>
                <a:effectLst/>
                <a:uLnTx/>
                <a:uFillTx/>
                <a:latin typeface="Yu Gothic UI" panose="020B0500000000000000" pitchFamily="34" charset="-128"/>
                <a:ea typeface="Yu Gothic UI" panose="020B0500000000000000" pitchFamily="34" charset="-128"/>
              </a:rPr>
              <a:t>Azure VM</a:t>
            </a:r>
          </a:p>
        </p:txBody>
      </p:sp>
      <p:pic>
        <p:nvPicPr>
          <p:cNvPr id="102" name="グラフィックス 101">
            <a:extLst>
              <a:ext uri="{FF2B5EF4-FFF2-40B4-BE49-F238E27FC236}">
                <a16:creationId xmlns:a16="http://schemas.microsoft.com/office/drawing/2014/main" id="{95ED60EF-5ACA-CD17-A571-CF981BEFB2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9616" y="5978756"/>
            <a:ext cx="383586" cy="383586"/>
          </a:xfrm>
          <a:prstGeom prst="rect">
            <a:avLst/>
          </a:prstGeom>
        </p:spPr>
      </p:pic>
      <p:pic>
        <p:nvPicPr>
          <p:cNvPr id="103" name="グラフィックス 102">
            <a:extLst>
              <a:ext uri="{FF2B5EF4-FFF2-40B4-BE49-F238E27FC236}">
                <a16:creationId xmlns:a16="http://schemas.microsoft.com/office/drawing/2014/main" id="{1CCC16A4-F0A8-7122-8147-2DACEE437C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67293" y="5978756"/>
            <a:ext cx="383586" cy="383586"/>
          </a:xfrm>
          <a:prstGeom prst="rect">
            <a:avLst/>
          </a:prstGeom>
        </p:spPr>
      </p:pic>
      <p:sp>
        <p:nvSpPr>
          <p:cNvPr id="104" name="四角形: 角を丸くする 105">
            <a:extLst>
              <a:ext uri="{FF2B5EF4-FFF2-40B4-BE49-F238E27FC236}">
                <a16:creationId xmlns:a16="http://schemas.microsoft.com/office/drawing/2014/main" id="{D862D37E-27AC-796F-3403-F9ED9FB4A655}"/>
              </a:ext>
            </a:extLst>
          </p:cNvPr>
          <p:cNvSpPr/>
          <p:nvPr/>
        </p:nvSpPr>
        <p:spPr bwMode="auto">
          <a:xfrm>
            <a:off x="8604970" y="5360498"/>
            <a:ext cx="2577222" cy="1382989"/>
          </a:xfrm>
          <a:prstGeom prst="roundRect">
            <a:avLst/>
          </a:prstGeom>
          <a:solidFill>
            <a:schemeClr val="bg1">
              <a:alpha val="58000"/>
            </a:schemeClr>
          </a:solid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en-US" sz="1100" dirty="0">
              <a:solidFill>
                <a:schemeClr val="accent6">
                  <a:lumMod val="50000"/>
                </a:schemeClr>
              </a:solidFill>
              <a:latin typeface="Yu Gothic UI" panose="020B0500000000000000" pitchFamily="34" charset="-128"/>
              <a:ea typeface="Yu Gothic UI" panose="020B0500000000000000" pitchFamily="34" charset="-128"/>
              <a:cs typeface="Segoe UI" pitchFamily="34" charset="0"/>
            </a:endParaRPr>
          </a:p>
        </p:txBody>
      </p:sp>
      <p:pic>
        <p:nvPicPr>
          <p:cNvPr id="105" name="グラフィックス 104">
            <a:extLst>
              <a:ext uri="{FF2B5EF4-FFF2-40B4-BE49-F238E27FC236}">
                <a16:creationId xmlns:a16="http://schemas.microsoft.com/office/drawing/2014/main" id="{08ADC384-AB7F-0624-44EF-4D664E0545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01306" y="5469576"/>
            <a:ext cx="350470" cy="350721"/>
          </a:xfrm>
          <a:prstGeom prst="rect">
            <a:avLst/>
          </a:prstGeom>
        </p:spPr>
      </p:pic>
      <p:sp>
        <p:nvSpPr>
          <p:cNvPr id="106" name="矢印: 右 107">
            <a:extLst>
              <a:ext uri="{FF2B5EF4-FFF2-40B4-BE49-F238E27FC236}">
                <a16:creationId xmlns:a16="http://schemas.microsoft.com/office/drawing/2014/main" id="{02F88F85-22E8-2203-C809-15728B433091}"/>
              </a:ext>
            </a:extLst>
          </p:cNvPr>
          <p:cNvSpPr/>
          <p:nvPr/>
        </p:nvSpPr>
        <p:spPr bwMode="auto">
          <a:xfrm rot="2098334">
            <a:off x="6667795" y="2731269"/>
            <a:ext cx="2403682" cy="37847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cxnSp>
        <p:nvCxnSpPr>
          <p:cNvPr id="107" name="直線矢印コネクタ 10">
            <a:extLst>
              <a:ext uri="{FF2B5EF4-FFF2-40B4-BE49-F238E27FC236}">
                <a16:creationId xmlns:a16="http://schemas.microsoft.com/office/drawing/2014/main" id="{E2E8A944-72C5-7CF5-8D0D-6930148AAAF9}"/>
              </a:ext>
            </a:extLst>
          </p:cNvPr>
          <p:cNvCxnSpPr>
            <a:cxnSpLocks/>
          </p:cNvCxnSpPr>
          <p:nvPr/>
        </p:nvCxnSpPr>
        <p:spPr>
          <a:xfrm>
            <a:off x="9865505" y="4989454"/>
            <a:ext cx="0" cy="1209265"/>
          </a:xfrm>
          <a:prstGeom prst="straightConnector1">
            <a:avLst/>
          </a:prstGeom>
          <a:ln w="19050">
            <a:solidFill>
              <a:schemeClr val="dk1">
                <a:alpha val="20000"/>
              </a:schemeClr>
            </a:solidFill>
            <a:prstDash val="sysDash"/>
            <a:headEnd type="none"/>
            <a:tailEnd type="triangle"/>
          </a:ln>
        </p:spPr>
        <p:style>
          <a:lnRef idx="1">
            <a:schemeClr val="dk1"/>
          </a:lnRef>
          <a:fillRef idx="0">
            <a:schemeClr val="dk1"/>
          </a:fillRef>
          <a:effectRef idx="0">
            <a:schemeClr val="dk1"/>
          </a:effectRef>
          <a:fontRef idx="minor">
            <a:schemeClr val="tx1"/>
          </a:fontRef>
        </p:style>
      </p:cxnSp>
      <p:sp>
        <p:nvSpPr>
          <p:cNvPr id="108" name="矢印: 右 109">
            <a:extLst>
              <a:ext uri="{FF2B5EF4-FFF2-40B4-BE49-F238E27FC236}">
                <a16:creationId xmlns:a16="http://schemas.microsoft.com/office/drawing/2014/main" id="{3742B912-ED27-73E0-2A45-D4AD10F5584F}"/>
              </a:ext>
            </a:extLst>
          </p:cNvPr>
          <p:cNvSpPr/>
          <p:nvPr/>
        </p:nvSpPr>
        <p:spPr bwMode="auto">
          <a:xfrm rot="10800000">
            <a:off x="6415652" y="4485625"/>
            <a:ext cx="2403682" cy="37847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09" name="TextBox 13">
            <a:extLst>
              <a:ext uri="{FF2B5EF4-FFF2-40B4-BE49-F238E27FC236}">
                <a16:creationId xmlns:a16="http://schemas.microsoft.com/office/drawing/2014/main" id="{79A4DBA4-FAA4-FF0B-2382-1965AB3632D0}"/>
              </a:ext>
            </a:extLst>
          </p:cNvPr>
          <p:cNvSpPr txBox="1"/>
          <p:nvPr/>
        </p:nvSpPr>
        <p:spPr>
          <a:xfrm>
            <a:off x="7289808" y="4555918"/>
            <a:ext cx="50551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lang="ja-JP" altLang="en-US" sz="1100" kern="0" dirty="0">
                <a:solidFill>
                  <a:schemeClr val="bg1"/>
                </a:solidFill>
                <a:latin typeface="Yu Gothic UI" panose="020B0500000000000000" pitchFamily="34" charset="-128"/>
                <a:ea typeface="Yu Gothic UI" panose="020B0500000000000000" pitchFamily="34" charset="-128"/>
              </a:rPr>
              <a:t>再保護</a:t>
            </a:r>
            <a:endParaRPr kumimoji="0" lang="en-US" sz="1100" b="0" i="0" u="none" strike="noStrike" kern="0" cap="none" spc="0" normalizeH="0" baseline="0" noProof="0" dirty="0">
              <a:ln>
                <a:noFill/>
              </a:ln>
              <a:solidFill>
                <a:schemeClr val="bg1"/>
              </a:solidFill>
              <a:effectLst/>
              <a:uLnTx/>
              <a:uFillTx/>
              <a:latin typeface="Yu Gothic UI" panose="020B0500000000000000" pitchFamily="34" charset="-128"/>
              <a:ea typeface="Yu Gothic UI" panose="020B0500000000000000" pitchFamily="34" charset="-128"/>
            </a:endParaRPr>
          </a:p>
        </p:txBody>
      </p:sp>
      <p:sp>
        <p:nvSpPr>
          <p:cNvPr id="110" name="四角形: 角を丸くする 111">
            <a:extLst>
              <a:ext uri="{FF2B5EF4-FFF2-40B4-BE49-F238E27FC236}">
                <a16:creationId xmlns:a16="http://schemas.microsoft.com/office/drawing/2014/main" id="{45AE696D-EF2E-A656-9229-AA47C4C1703D}"/>
              </a:ext>
            </a:extLst>
          </p:cNvPr>
          <p:cNvSpPr/>
          <p:nvPr/>
        </p:nvSpPr>
        <p:spPr bwMode="auto">
          <a:xfrm>
            <a:off x="563374" y="1442769"/>
            <a:ext cx="6526179" cy="1525390"/>
          </a:xfrm>
          <a:prstGeom prst="roundRect">
            <a:avLst>
              <a:gd name="adj" fmla="val 7377"/>
            </a:avLst>
          </a:prstGeom>
          <a:noFill/>
          <a:ln>
            <a:solidFill>
              <a:schemeClr val="accent6">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kumimoji="1" lang="ja-JP" altLang="en-US" sz="2000" err="1">
              <a:gradFill>
                <a:gsLst>
                  <a:gs pos="0">
                    <a:srgbClr val="FFFFFF"/>
                  </a:gs>
                  <a:gs pos="100000">
                    <a:srgbClr val="FFFFFF"/>
                  </a:gs>
                </a:gsLst>
                <a:lin ang="5400000" scaled="0"/>
              </a:gradFill>
              <a:latin typeface="Yu Gothic UI" panose="020B0500000000000000" pitchFamily="34" charset="-128"/>
              <a:ea typeface="Yu Gothic UI" panose="020B0500000000000000" pitchFamily="34" charset="-128"/>
              <a:cs typeface="Segoe UI" pitchFamily="34" charset="0"/>
            </a:endParaRPr>
          </a:p>
        </p:txBody>
      </p:sp>
      <p:pic>
        <p:nvPicPr>
          <p:cNvPr id="111" name="図 110" descr="挿絵 が含まれている画像&#10;&#10;自動的に生成された説明">
            <a:extLst>
              <a:ext uri="{FF2B5EF4-FFF2-40B4-BE49-F238E27FC236}">
                <a16:creationId xmlns:a16="http://schemas.microsoft.com/office/drawing/2014/main" id="{19356538-E089-C093-85F7-26600CDF97C1}"/>
              </a:ext>
            </a:extLst>
          </p:cNvPr>
          <p:cNvPicPr>
            <a:picLocks noChangeAspect="1"/>
          </p:cNvPicPr>
          <p:nvPr/>
        </p:nvPicPr>
        <p:blipFill>
          <a:blip r:embed="rId10"/>
          <a:stretch>
            <a:fillRect/>
          </a:stretch>
        </p:blipFill>
        <p:spPr>
          <a:xfrm>
            <a:off x="473687" y="1250185"/>
            <a:ext cx="473216" cy="473216"/>
          </a:xfrm>
          <a:prstGeom prst="rect">
            <a:avLst/>
          </a:prstGeom>
        </p:spPr>
      </p:pic>
      <p:grpSp>
        <p:nvGrpSpPr>
          <p:cNvPr id="112" name="グループ化 111">
            <a:extLst>
              <a:ext uri="{FF2B5EF4-FFF2-40B4-BE49-F238E27FC236}">
                <a16:creationId xmlns:a16="http://schemas.microsoft.com/office/drawing/2014/main" id="{2708D606-7952-EAD7-D59E-5DF75CF532AF}"/>
              </a:ext>
            </a:extLst>
          </p:cNvPr>
          <p:cNvGrpSpPr/>
          <p:nvPr/>
        </p:nvGrpSpPr>
        <p:grpSpPr>
          <a:xfrm>
            <a:off x="2194536" y="1925798"/>
            <a:ext cx="549176" cy="586566"/>
            <a:chOff x="1996233" y="1304939"/>
            <a:chExt cx="549176" cy="586566"/>
          </a:xfrm>
        </p:grpSpPr>
        <p:pic>
          <p:nvPicPr>
            <p:cNvPr id="113" name="グラフィックス 112">
              <a:extLst>
                <a:ext uri="{FF2B5EF4-FFF2-40B4-BE49-F238E27FC236}">
                  <a16:creationId xmlns:a16="http://schemas.microsoft.com/office/drawing/2014/main" id="{A1FC2DF7-B97C-67C3-BD13-B9C2FB485C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96233" y="1358151"/>
              <a:ext cx="533354" cy="533354"/>
            </a:xfrm>
            <a:prstGeom prst="rect">
              <a:avLst/>
            </a:prstGeom>
          </p:spPr>
        </p:pic>
        <p:sp>
          <p:nvSpPr>
            <p:cNvPr id="114" name="Freeform 342">
              <a:extLst>
                <a:ext uri="{FF2B5EF4-FFF2-40B4-BE49-F238E27FC236}">
                  <a16:creationId xmlns:a16="http://schemas.microsoft.com/office/drawing/2014/main" id="{E61934CC-19E6-B75C-BC7F-189D1B48C0A1}"/>
                </a:ext>
              </a:extLst>
            </p:cNvPr>
            <p:cNvSpPr>
              <a:spLocks noEditPoints="1"/>
            </p:cNvSpPr>
            <p:nvPr/>
          </p:nvSpPr>
          <p:spPr bwMode="auto">
            <a:xfrm>
              <a:off x="2400759" y="1304939"/>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grpSp>
      <p:grpSp>
        <p:nvGrpSpPr>
          <p:cNvPr id="115" name="グループ化 114">
            <a:extLst>
              <a:ext uri="{FF2B5EF4-FFF2-40B4-BE49-F238E27FC236}">
                <a16:creationId xmlns:a16="http://schemas.microsoft.com/office/drawing/2014/main" id="{F50549C9-FE73-CE52-72BF-5AFCC32FCCBB}"/>
              </a:ext>
            </a:extLst>
          </p:cNvPr>
          <p:cNvGrpSpPr/>
          <p:nvPr/>
        </p:nvGrpSpPr>
        <p:grpSpPr>
          <a:xfrm>
            <a:off x="3245279" y="1925798"/>
            <a:ext cx="549176" cy="586566"/>
            <a:chOff x="1996233" y="1304939"/>
            <a:chExt cx="549176" cy="586566"/>
          </a:xfrm>
        </p:grpSpPr>
        <p:pic>
          <p:nvPicPr>
            <p:cNvPr id="116" name="グラフィックス 115">
              <a:extLst>
                <a:ext uri="{FF2B5EF4-FFF2-40B4-BE49-F238E27FC236}">
                  <a16:creationId xmlns:a16="http://schemas.microsoft.com/office/drawing/2014/main" id="{15E62D06-E6B9-0908-478D-A081409398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96233" y="1358151"/>
              <a:ext cx="533354" cy="533354"/>
            </a:xfrm>
            <a:prstGeom prst="rect">
              <a:avLst/>
            </a:prstGeom>
          </p:spPr>
        </p:pic>
        <p:sp>
          <p:nvSpPr>
            <p:cNvPr id="117" name="Freeform 342">
              <a:extLst>
                <a:ext uri="{FF2B5EF4-FFF2-40B4-BE49-F238E27FC236}">
                  <a16:creationId xmlns:a16="http://schemas.microsoft.com/office/drawing/2014/main" id="{E1A89AAD-9CFC-0340-6D53-48A0893D745B}"/>
                </a:ext>
              </a:extLst>
            </p:cNvPr>
            <p:cNvSpPr>
              <a:spLocks noEditPoints="1"/>
            </p:cNvSpPr>
            <p:nvPr/>
          </p:nvSpPr>
          <p:spPr bwMode="auto">
            <a:xfrm>
              <a:off x="2400759" y="1304939"/>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grpSp>
      <p:grpSp>
        <p:nvGrpSpPr>
          <p:cNvPr id="118" name="グループ化 117">
            <a:extLst>
              <a:ext uri="{FF2B5EF4-FFF2-40B4-BE49-F238E27FC236}">
                <a16:creationId xmlns:a16="http://schemas.microsoft.com/office/drawing/2014/main" id="{2D0617E5-DEF6-F515-6D24-956B9B2224A3}"/>
              </a:ext>
            </a:extLst>
          </p:cNvPr>
          <p:cNvGrpSpPr/>
          <p:nvPr/>
        </p:nvGrpSpPr>
        <p:grpSpPr>
          <a:xfrm>
            <a:off x="4296022" y="1925798"/>
            <a:ext cx="549176" cy="586566"/>
            <a:chOff x="1996233" y="1304939"/>
            <a:chExt cx="549176" cy="586566"/>
          </a:xfrm>
        </p:grpSpPr>
        <p:pic>
          <p:nvPicPr>
            <p:cNvPr id="119" name="グラフィックス 118">
              <a:extLst>
                <a:ext uri="{FF2B5EF4-FFF2-40B4-BE49-F238E27FC236}">
                  <a16:creationId xmlns:a16="http://schemas.microsoft.com/office/drawing/2014/main" id="{0E77D3BC-CDE5-87C9-CC61-649CF1E972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96233" y="1358151"/>
              <a:ext cx="533354" cy="533354"/>
            </a:xfrm>
            <a:prstGeom prst="rect">
              <a:avLst/>
            </a:prstGeom>
          </p:spPr>
        </p:pic>
        <p:sp>
          <p:nvSpPr>
            <p:cNvPr id="120" name="Freeform 342">
              <a:extLst>
                <a:ext uri="{FF2B5EF4-FFF2-40B4-BE49-F238E27FC236}">
                  <a16:creationId xmlns:a16="http://schemas.microsoft.com/office/drawing/2014/main" id="{C22C4CFB-1DA3-A40E-DEB4-710F166E4F45}"/>
                </a:ext>
              </a:extLst>
            </p:cNvPr>
            <p:cNvSpPr>
              <a:spLocks noEditPoints="1"/>
            </p:cNvSpPr>
            <p:nvPr/>
          </p:nvSpPr>
          <p:spPr bwMode="auto">
            <a:xfrm>
              <a:off x="2400759" y="1304939"/>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grpSp>
      <p:grpSp>
        <p:nvGrpSpPr>
          <p:cNvPr id="121" name="グループ化 120">
            <a:extLst>
              <a:ext uri="{FF2B5EF4-FFF2-40B4-BE49-F238E27FC236}">
                <a16:creationId xmlns:a16="http://schemas.microsoft.com/office/drawing/2014/main" id="{C61AC8C6-9FD4-8633-2968-BFD0B506D604}"/>
              </a:ext>
            </a:extLst>
          </p:cNvPr>
          <p:cNvGrpSpPr/>
          <p:nvPr/>
        </p:nvGrpSpPr>
        <p:grpSpPr>
          <a:xfrm>
            <a:off x="5346766" y="1925798"/>
            <a:ext cx="549176" cy="586566"/>
            <a:chOff x="1996233" y="1304939"/>
            <a:chExt cx="549176" cy="586566"/>
          </a:xfrm>
        </p:grpSpPr>
        <p:pic>
          <p:nvPicPr>
            <p:cNvPr id="122" name="グラフィックス 121">
              <a:extLst>
                <a:ext uri="{FF2B5EF4-FFF2-40B4-BE49-F238E27FC236}">
                  <a16:creationId xmlns:a16="http://schemas.microsoft.com/office/drawing/2014/main" id="{FD2A10FA-8AF6-27C7-1F30-0F4EBF5CC1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96233" y="1358151"/>
              <a:ext cx="533354" cy="533354"/>
            </a:xfrm>
            <a:prstGeom prst="rect">
              <a:avLst/>
            </a:prstGeom>
          </p:spPr>
        </p:pic>
        <p:sp>
          <p:nvSpPr>
            <p:cNvPr id="123" name="Freeform 342">
              <a:extLst>
                <a:ext uri="{FF2B5EF4-FFF2-40B4-BE49-F238E27FC236}">
                  <a16:creationId xmlns:a16="http://schemas.microsoft.com/office/drawing/2014/main" id="{5AF48FD1-DCD7-3927-8C8D-6D26432520E6}"/>
                </a:ext>
              </a:extLst>
            </p:cNvPr>
            <p:cNvSpPr>
              <a:spLocks noEditPoints="1"/>
            </p:cNvSpPr>
            <p:nvPr/>
          </p:nvSpPr>
          <p:spPr bwMode="auto">
            <a:xfrm>
              <a:off x="2400759" y="1304939"/>
              <a:ext cx="144650" cy="176453"/>
            </a:xfrm>
            <a:custGeom>
              <a:avLst/>
              <a:gdLst>
                <a:gd name="T0" fmla="*/ 19 w 93"/>
                <a:gd name="T1" fmla="*/ 23 h 93"/>
                <a:gd name="T2" fmla="*/ 19 w 93"/>
                <a:gd name="T3" fmla="*/ 29 h 93"/>
                <a:gd name="T4" fmla="*/ 12 w 93"/>
                <a:gd name="T5" fmla="*/ 35 h 93"/>
                <a:gd name="T6" fmla="*/ 1 w 93"/>
                <a:gd name="T7" fmla="*/ 37 h 93"/>
                <a:gd name="T8" fmla="*/ 2 w 93"/>
                <a:gd name="T9" fmla="*/ 47 h 93"/>
                <a:gd name="T10" fmla="*/ 14 w 93"/>
                <a:gd name="T11" fmla="*/ 53 h 93"/>
                <a:gd name="T12" fmla="*/ 14 w 93"/>
                <a:gd name="T13" fmla="*/ 63 h 93"/>
                <a:gd name="T14" fmla="*/ 7 w 93"/>
                <a:gd name="T15" fmla="*/ 72 h 93"/>
                <a:gd name="T16" fmla="*/ 16 w 93"/>
                <a:gd name="T17" fmla="*/ 78 h 93"/>
                <a:gd name="T18" fmla="*/ 28 w 93"/>
                <a:gd name="T19" fmla="*/ 74 h 93"/>
                <a:gd name="T20" fmla="*/ 35 w 93"/>
                <a:gd name="T21" fmla="*/ 81 h 93"/>
                <a:gd name="T22" fmla="*/ 37 w 93"/>
                <a:gd name="T23" fmla="*/ 92 h 93"/>
                <a:gd name="T24" fmla="*/ 47 w 93"/>
                <a:gd name="T25" fmla="*/ 90 h 93"/>
                <a:gd name="T26" fmla="*/ 53 w 93"/>
                <a:gd name="T27" fmla="*/ 78 h 93"/>
                <a:gd name="T28" fmla="*/ 57 w 93"/>
                <a:gd name="T29" fmla="*/ 77 h 93"/>
                <a:gd name="T30" fmla="*/ 62 w 93"/>
                <a:gd name="T31" fmla="*/ 79 h 93"/>
                <a:gd name="T32" fmla="*/ 72 w 93"/>
                <a:gd name="T33" fmla="*/ 85 h 93"/>
                <a:gd name="T34" fmla="*/ 78 w 93"/>
                <a:gd name="T35" fmla="*/ 77 h 93"/>
                <a:gd name="T36" fmla="*/ 73 w 93"/>
                <a:gd name="T37" fmla="*/ 65 h 93"/>
                <a:gd name="T38" fmla="*/ 75 w 93"/>
                <a:gd name="T39" fmla="*/ 61 h 93"/>
                <a:gd name="T40" fmla="*/ 80 w 93"/>
                <a:gd name="T41" fmla="*/ 58 h 93"/>
                <a:gd name="T42" fmla="*/ 92 w 93"/>
                <a:gd name="T43" fmla="*/ 56 h 93"/>
                <a:gd name="T44" fmla="*/ 90 w 93"/>
                <a:gd name="T45" fmla="*/ 46 h 93"/>
                <a:gd name="T46" fmla="*/ 78 w 93"/>
                <a:gd name="T47" fmla="*/ 40 h 93"/>
                <a:gd name="T48" fmla="*/ 77 w 93"/>
                <a:gd name="T49" fmla="*/ 36 h 93"/>
                <a:gd name="T50" fmla="*/ 78 w 93"/>
                <a:gd name="T51" fmla="*/ 31 h 93"/>
                <a:gd name="T52" fmla="*/ 85 w 93"/>
                <a:gd name="T53" fmla="*/ 21 h 93"/>
                <a:gd name="T54" fmla="*/ 77 w 93"/>
                <a:gd name="T55" fmla="*/ 15 h 93"/>
                <a:gd name="T56" fmla="*/ 64 w 93"/>
                <a:gd name="T57" fmla="*/ 20 h 93"/>
                <a:gd name="T58" fmla="*/ 61 w 93"/>
                <a:gd name="T59" fmla="*/ 18 h 93"/>
                <a:gd name="T60" fmla="*/ 58 w 93"/>
                <a:gd name="T61" fmla="*/ 13 h 93"/>
                <a:gd name="T62" fmla="*/ 56 w 93"/>
                <a:gd name="T63" fmla="*/ 1 h 93"/>
                <a:gd name="T64" fmla="*/ 46 w 93"/>
                <a:gd name="T65" fmla="*/ 3 h 93"/>
                <a:gd name="T66" fmla="*/ 40 w 93"/>
                <a:gd name="T67" fmla="*/ 15 h 93"/>
                <a:gd name="T68" fmla="*/ 36 w 93"/>
                <a:gd name="T69" fmla="*/ 16 h 93"/>
                <a:gd name="T70" fmla="*/ 30 w 93"/>
                <a:gd name="T71" fmla="*/ 14 h 93"/>
                <a:gd name="T72" fmla="*/ 21 w 93"/>
                <a:gd name="T73" fmla="*/ 8 h 93"/>
                <a:gd name="T74" fmla="*/ 15 w 93"/>
                <a:gd name="T75" fmla="*/ 16 h 93"/>
                <a:gd name="T76" fmla="*/ 57 w 93"/>
                <a:gd name="T77" fmla="*/ 60 h 93"/>
                <a:gd name="T78" fmla="*/ 36 w 93"/>
                <a:gd name="T79" fmla="*/ 3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93">
                  <a:moveTo>
                    <a:pt x="15" y="16"/>
                  </a:moveTo>
                  <a:cubicBezTo>
                    <a:pt x="19" y="23"/>
                    <a:pt x="19" y="23"/>
                    <a:pt x="19" y="23"/>
                  </a:cubicBezTo>
                  <a:cubicBezTo>
                    <a:pt x="21" y="26"/>
                    <a:pt x="20" y="27"/>
                    <a:pt x="19" y="29"/>
                  </a:cubicBezTo>
                  <a:cubicBezTo>
                    <a:pt x="19" y="29"/>
                    <a:pt x="19" y="29"/>
                    <a:pt x="19" y="29"/>
                  </a:cubicBezTo>
                  <a:cubicBezTo>
                    <a:pt x="18" y="30"/>
                    <a:pt x="18" y="31"/>
                    <a:pt x="17" y="32"/>
                  </a:cubicBezTo>
                  <a:cubicBezTo>
                    <a:pt x="16" y="34"/>
                    <a:pt x="15" y="35"/>
                    <a:pt x="12" y="35"/>
                  </a:cubicBezTo>
                  <a:cubicBezTo>
                    <a:pt x="4" y="35"/>
                    <a:pt x="4" y="35"/>
                    <a:pt x="4" y="35"/>
                  </a:cubicBezTo>
                  <a:cubicBezTo>
                    <a:pt x="2" y="35"/>
                    <a:pt x="1" y="36"/>
                    <a:pt x="1" y="37"/>
                  </a:cubicBezTo>
                  <a:cubicBezTo>
                    <a:pt x="0" y="44"/>
                    <a:pt x="0" y="44"/>
                    <a:pt x="0" y="44"/>
                  </a:cubicBezTo>
                  <a:cubicBezTo>
                    <a:pt x="0" y="45"/>
                    <a:pt x="1" y="47"/>
                    <a:pt x="2" y="47"/>
                  </a:cubicBezTo>
                  <a:cubicBezTo>
                    <a:pt x="10" y="49"/>
                    <a:pt x="10" y="49"/>
                    <a:pt x="10" y="49"/>
                  </a:cubicBezTo>
                  <a:cubicBezTo>
                    <a:pt x="13" y="50"/>
                    <a:pt x="14" y="51"/>
                    <a:pt x="14" y="53"/>
                  </a:cubicBezTo>
                  <a:cubicBezTo>
                    <a:pt x="15" y="54"/>
                    <a:pt x="15" y="56"/>
                    <a:pt x="16" y="58"/>
                  </a:cubicBezTo>
                  <a:cubicBezTo>
                    <a:pt x="16" y="59"/>
                    <a:pt x="16" y="61"/>
                    <a:pt x="14" y="63"/>
                  </a:cubicBezTo>
                  <a:cubicBezTo>
                    <a:pt x="8" y="68"/>
                    <a:pt x="8" y="68"/>
                    <a:pt x="8" y="68"/>
                  </a:cubicBezTo>
                  <a:cubicBezTo>
                    <a:pt x="7" y="69"/>
                    <a:pt x="7" y="71"/>
                    <a:pt x="7" y="72"/>
                  </a:cubicBezTo>
                  <a:cubicBezTo>
                    <a:pt x="12" y="78"/>
                    <a:pt x="12" y="78"/>
                    <a:pt x="12" y="78"/>
                  </a:cubicBezTo>
                  <a:cubicBezTo>
                    <a:pt x="12" y="78"/>
                    <a:pt x="14" y="79"/>
                    <a:pt x="16" y="78"/>
                  </a:cubicBezTo>
                  <a:cubicBezTo>
                    <a:pt x="22" y="74"/>
                    <a:pt x="22" y="74"/>
                    <a:pt x="22" y="74"/>
                  </a:cubicBezTo>
                  <a:cubicBezTo>
                    <a:pt x="25" y="72"/>
                    <a:pt x="27" y="73"/>
                    <a:pt x="28" y="74"/>
                  </a:cubicBezTo>
                  <a:cubicBezTo>
                    <a:pt x="29" y="74"/>
                    <a:pt x="31" y="75"/>
                    <a:pt x="32" y="76"/>
                  </a:cubicBezTo>
                  <a:cubicBezTo>
                    <a:pt x="34" y="76"/>
                    <a:pt x="35" y="78"/>
                    <a:pt x="35" y="81"/>
                  </a:cubicBezTo>
                  <a:cubicBezTo>
                    <a:pt x="34" y="89"/>
                    <a:pt x="34" y="89"/>
                    <a:pt x="34" y="89"/>
                  </a:cubicBezTo>
                  <a:cubicBezTo>
                    <a:pt x="34" y="91"/>
                    <a:pt x="36" y="92"/>
                    <a:pt x="37" y="92"/>
                  </a:cubicBezTo>
                  <a:cubicBezTo>
                    <a:pt x="44" y="93"/>
                    <a:pt x="44" y="93"/>
                    <a:pt x="44" y="93"/>
                  </a:cubicBezTo>
                  <a:cubicBezTo>
                    <a:pt x="45" y="93"/>
                    <a:pt x="46" y="92"/>
                    <a:pt x="47" y="90"/>
                  </a:cubicBezTo>
                  <a:cubicBezTo>
                    <a:pt x="49" y="83"/>
                    <a:pt x="49" y="83"/>
                    <a:pt x="49" y="83"/>
                  </a:cubicBezTo>
                  <a:cubicBezTo>
                    <a:pt x="49" y="80"/>
                    <a:pt x="51" y="79"/>
                    <a:pt x="53" y="78"/>
                  </a:cubicBezTo>
                  <a:cubicBezTo>
                    <a:pt x="53" y="78"/>
                    <a:pt x="53" y="78"/>
                    <a:pt x="53" y="78"/>
                  </a:cubicBezTo>
                  <a:cubicBezTo>
                    <a:pt x="54" y="78"/>
                    <a:pt x="55" y="78"/>
                    <a:pt x="57" y="77"/>
                  </a:cubicBezTo>
                  <a:cubicBezTo>
                    <a:pt x="57" y="77"/>
                    <a:pt x="57" y="77"/>
                    <a:pt x="57" y="77"/>
                  </a:cubicBezTo>
                  <a:cubicBezTo>
                    <a:pt x="58" y="77"/>
                    <a:pt x="60" y="77"/>
                    <a:pt x="62" y="79"/>
                  </a:cubicBezTo>
                  <a:cubicBezTo>
                    <a:pt x="68" y="85"/>
                    <a:pt x="68" y="85"/>
                    <a:pt x="68" y="85"/>
                  </a:cubicBezTo>
                  <a:cubicBezTo>
                    <a:pt x="69" y="86"/>
                    <a:pt x="71" y="86"/>
                    <a:pt x="72" y="85"/>
                  </a:cubicBezTo>
                  <a:cubicBezTo>
                    <a:pt x="77" y="81"/>
                    <a:pt x="77" y="81"/>
                    <a:pt x="77" y="81"/>
                  </a:cubicBezTo>
                  <a:cubicBezTo>
                    <a:pt x="78" y="80"/>
                    <a:pt x="78" y="79"/>
                    <a:pt x="78" y="77"/>
                  </a:cubicBezTo>
                  <a:cubicBezTo>
                    <a:pt x="73" y="70"/>
                    <a:pt x="73" y="70"/>
                    <a:pt x="73" y="70"/>
                  </a:cubicBezTo>
                  <a:cubicBezTo>
                    <a:pt x="72" y="68"/>
                    <a:pt x="72" y="66"/>
                    <a:pt x="73" y="65"/>
                  </a:cubicBezTo>
                  <a:cubicBezTo>
                    <a:pt x="73" y="64"/>
                    <a:pt x="73" y="64"/>
                    <a:pt x="73" y="64"/>
                  </a:cubicBezTo>
                  <a:cubicBezTo>
                    <a:pt x="74" y="63"/>
                    <a:pt x="75" y="62"/>
                    <a:pt x="75" y="61"/>
                  </a:cubicBezTo>
                  <a:cubicBezTo>
                    <a:pt x="75" y="61"/>
                    <a:pt x="75" y="61"/>
                    <a:pt x="75" y="61"/>
                  </a:cubicBezTo>
                  <a:cubicBezTo>
                    <a:pt x="76" y="59"/>
                    <a:pt x="77" y="58"/>
                    <a:pt x="80" y="58"/>
                  </a:cubicBezTo>
                  <a:cubicBezTo>
                    <a:pt x="89" y="58"/>
                    <a:pt x="89" y="58"/>
                    <a:pt x="89" y="58"/>
                  </a:cubicBezTo>
                  <a:cubicBezTo>
                    <a:pt x="90" y="58"/>
                    <a:pt x="91" y="57"/>
                    <a:pt x="92" y="56"/>
                  </a:cubicBezTo>
                  <a:cubicBezTo>
                    <a:pt x="92" y="49"/>
                    <a:pt x="92" y="49"/>
                    <a:pt x="92" y="49"/>
                  </a:cubicBezTo>
                  <a:cubicBezTo>
                    <a:pt x="93" y="48"/>
                    <a:pt x="92" y="47"/>
                    <a:pt x="90" y="46"/>
                  </a:cubicBezTo>
                  <a:cubicBezTo>
                    <a:pt x="82" y="44"/>
                    <a:pt x="82" y="44"/>
                    <a:pt x="82" y="44"/>
                  </a:cubicBezTo>
                  <a:cubicBezTo>
                    <a:pt x="79" y="43"/>
                    <a:pt x="78" y="42"/>
                    <a:pt x="78" y="40"/>
                  </a:cubicBezTo>
                  <a:cubicBezTo>
                    <a:pt x="78" y="40"/>
                    <a:pt x="78" y="40"/>
                    <a:pt x="78" y="40"/>
                  </a:cubicBezTo>
                  <a:cubicBezTo>
                    <a:pt x="78" y="39"/>
                    <a:pt x="77" y="38"/>
                    <a:pt x="77" y="36"/>
                  </a:cubicBezTo>
                  <a:cubicBezTo>
                    <a:pt x="77" y="36"/>
                    <a:pt x="77" y="36"/>
                    <a:pt x="77" y="36"/>
                  </a:cubicBezTo>
                  <a:cubicBezTo>
                    <a:pt x="76" y="34"/>
                    <a:pt x="76" y="33"/>
                    <a:pt x="78" y="31"/>
                  </a:cubicBezTo>
                  <a:cubicBezTo>
                    <a:pt x="84" y="25"/>
                    <a:pt x="84" y="25"/>
                    <a:pt x="84" y="25"/>
                  </a:cubicBezTo>
                  <a:cubicBezTo>
                    <a:pt x="86" y="24"/>
                    <a:pt x="85" y="22"/>
                    <a:pt x="85" y="21"/>
                  </a:cubicBezTo>
                  <a:cubicBezTo>
                    <a:pt x="81" y="16"/>
                    <a:pt x="81" y="16"/>
                    <a:pt x="81" y="16"/>
                  </a:cubicBezTo>
                  <a:cubicBezTo>
                    <a:pt x="80" y="15"/>
                    <a:pt x="78" y="14"/>
                    <a:pt x="77" y="15"/>
                  </a:cubicBezTo>
                  <a:cubicBezTo>
                    <a:pt x="70" y="20"/>
                    <a:pt x="70" y="20"/>
                    <a:pt x="70" y="20"/>
                  </a:cubicBezTo>
                  <a:cubicBezTo>
                    <a:pt x="67" y="21"/>
                    <a:pt x="66" y="21"/>
                    <a:pt x="64" y="20"/>
                  </a:cubicBezTo>
                  <a:cubicBezTo>
                    <a:pt x="64" y="20"/>
                    <a:pt x="64" y="20"/>
                    <a:pt x="64" y="20"/>
                  </a:cubicBezTo>
                  <a:cubicBezTo>
                    <a:pt x="63" y="19"/>
                    <a:pt x="62" y="18"/>
                    <a:pt x="61" y="18"/>
                  </a:cubicBezTo>
                  <a:cubicBezTo>
                    <a:pt x="60" y="17"/>
                    <a:pt x="60" y="17"/>
                    <a:pt x="60" y="17"/>
                  </a:cubicBezTo>
                  <a:cubicBezTo>
                    <a:pt x="59" y="17"/>
                    <a:pt x="58" y="16"/>
                    <a:pt x="58" y="13"/>
                  </a:cubicBezTo>
                  <a:cubicBezTo>
                    <a:pt x="58" y="4"/>
                    <a:pt x="58" y="4"/>
                    <a:pt x="58" y="4"/>
                  </a:cubicBezTo>
                  <a:cubicBezTo>
                    <a:pt x="58" y="3"/>
                    <a:pt x="57" y="1"/>
                    <a:pt x="56" y="1"/>
                  </a:cubicBezTo>
                  <a:cubicBezTo>
                    <a:pt x="49" y="0"/>
                    <a:pt x="49" y="0"/>
                    <a:pt x="49" y="0"/>
                  </a:cubicBezTo>
                  <a:cubicBezTo>
                    <a:pt x="48" y="0"/>
                    <a:pt x="46" y="1"/>
                    <a:pt x="46" y="3"/>
                  </a:cubicBezTo>
                  <a:cubicBezTo>
                    <a:pt x="44" y="11"/>
                    <a:pt x="44" y="11"/>
                    <a:pt x="44" y="11"/>
                  </a:cubicBezTo>
                  <a:cubicBezTo>
                    <a:pt x="43" y="14"/>
                    <a:pt x="42" y="15"/>
                    <a:pt x="40" y="15"/>
                  </a:cubicBezTo>
                  <a:cubicBezTo>
                    <a:pt x="40" y="15"/>
                    <a:pt x="40" y="15"/>
                    <a:pt x="40" y="15"/>
                  </a:cubicBezTo>
                  <a:cubicBezTo>
                    <a:pt x="38" y="15"/>
                    <a:pt x="37" y="15"/>
                    <a:pt x="36" y="16"/>
                  </a:cubicBezTo>
                  <a:cubicBezTo>
                    <a:pt x="36" y="16"/>
                    <a:pt x="36" y="16"/>
                    <a:pt x="36" y="16"/>
                  </a:cubicBezTo>
                  <a:cubicBezTo>
                    <a:pt x="34" y="17"/>
                    <a:pt x="32" y="17"/>
                    <a:pt x="30" y="14"/>
                  </a:cubicBezTo>
                  <a:cubicBezTo>
                    <a:pt x="25" y="8"/>
                    <a:pt x="25" y="8"/>
                    <a:pt x="25" y="8"/>
                  </a:cubicBezTo>
                  <a:cubicBezTo>
                    <a:pt x="23" y="7"/>
                    <a:pt x="21" y="7"/>
                    <a:pt x="21" y="8"/>
                  </a:cubicBezTo>
                  <a:cubicBezTo>
                    <a:pt x="15" y="12"/>
                    <a:pt x="15" y="12"/>
                    <a:pt x="15" y="12"/>
                  </a:cubicBezTo>
                  <a:cubicBezTo>
                    <a:pt x="14" y="13"/>
                    <a:pt x="14" y="15"/>
                    <a:pt x="15" y="16"/>
                  </a:cubicBezTo>
                  <a:close/>
                  <a:moveTo>
                    <a:pt x="60" y="36"/>
                  </a:moveTo>
                  <a:cubicBezTo>
                    <a:pt x="65" y="44"/>
                    <a:pt x="64" y="54"/>
                    <a:pt x="57" y="60"/>
                  </a:cubicBezTo>
                  <a:cubicBezTo>
                    <a:pt x="49" y="66"/>
                    <a:pt x="38" y="64"/>
                    <a:pt x="33" y="57"/>
                  </a:cubicBezTo>
                  <a:cubicBezTo>
                    <a:pt x="27" y="50"/>
                    <a:pt x="28" y="39"/>
                    <a:pt x="36" y="33"/>
                  </a:cubicBezTo>
                  <a:cubicBezTo>
                    <a:pt x="43" y="27"/>
                    <a:pt x="54" y="29"/>
                    <a:pt x="60" y="36"/>
                  </a:cubicBezTo>
                  <a:close/>
                </a:path>
              </a:pathLst>
            </a:custGeom>
            <a:solidFill>
              <a:srgbClr val="C00000"/>
            </a:solidFill>
            <a:ln>
              <a:noFill/>
            </a:ln>
          </p:spPr>
          <p:txBody>
            <a:bodyPr vert="horz" wrap="square" lIns="91427" tIns="45713" rIns="91427" bIns="45713" numCol="1" anchor="t" anchorCtr="0" compatLnSpc="1">
              <a:prstTxWarp prst="textNoShape">
                <a:avLst/>
              </a:prstTxWarp>
            </a:bodyPr>
            <a:lstStyle/>
            <a:p>
              <a:pPr marL="0" marR="0" lvl="0" indent="0" defTabSz="914225"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Yu Gothic UI" panose="020B0500000000000000" pitchFamily="34" charset="-128"/>
                <a:ea typeface="Yu Gothic UI" panose="020B0500000000000000" pitchFamily="34" charset="-128"/>
              </a:endParaRPr>
            </a:p>
          </p:txBody>
        </p:sp>
      </p:grpSp>
      <p:sp>
        <p:nvSpPr>
          <p:cNvPr id="124" name="矢印: 右 125">
            <a:extLst>
              <a:ext uri="{FF2B5EF4-FFF2-40B4-BE49-F238E27FC236}">
                <a16:creationId xmlns:a16="http://schemas.microsoft.com/office/drawing/2014/main" id="{24A517F6-5D5F-D29E-9707-132C31AD857C}"/>
              </a:ext>
            </a:extLst>
          </p:cNvPr>
          <p:cNvSpPr/>
          <p:nvPr/>
        </p:nvSpPr>
        <p:spPr bwMode="auto">
          <a:xfrm>
            <a:off x="6550024" y="4202881"/>
            <a:ext cx="2403682" cy="37847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25" name="TextBox 13">
            <a:extLst>
              <a:ext uri="{FF2B5EF4-FFF2-40B4-BE49-F238E27FC236}">
                <a16:creationId xmlns:a16="http://schemas.microsoft.com/office/drawing/2014/main" id="{43F18E5F-FB31-5CA2-B974-C3CBFC142C2F}"/>
              </a:ext>
            </a:extLst>
          </p:cNvPr>
          <p:cNvSpPr txBox="1"/>
          <p:nvPr/>
        </p:nvSpPr>
        <p:spPr>
          <a:xfrm>
            <a:off x="7147396" y="4269841"/>
            <a:ext cx="88382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chemeClr val="bg1"/>
                </a:solidFill>
                <a:effectLst/>
                <a:uLnTx/>
                <a:uFillTx/>
                <a:latin typeface="Yu Gothic UI" panose="020B0500000000000000" pitchFamily="34" charset="-128"/>
                <a:ea typeface="Yu Gothic UI" panose="020B0500000000000000" pitchFamily="34" charset="-128"/>
              </a:rPr>
              <a:t>レプリケーション</a:t>
            </a:r>
            <a:endParaRPr kumimoji="0" lang="en-US" sz="1100" b="0" i="0" u="none" strike="noStrike" kern="0" cap="none" spc="0" normalizeH="0" baseline="0" noProof="0" dirty="0">
              <a:ln>
                <a:noFill/>
              </a:ln>
              <a:solidFill>
                <a:schemeClr val="bg1"/>
              </a:solidFill>
              <a:effectLst/>
              <a:uLnTx/>
              <a:uFillTx/>
              <a:latin typeface="Yu Gothic UI" panose="020B0500000000000000" pitchFamily="34" charset="-128"/>
              <a:ea typeface="Yu Gothic UI" panose="020B0500000000000000" pitchFamily="34" charset="-128"/>
            </a:endParaRPr>
          </a:p>
        </p:txBody>
      </p:sp>
      <p:sp>
        <p:nvSpPr>
          <p:cNvPr id="126" name="矢印: 右 127">
            <a:extLst>
              <a:ext uri="{FF2B5EF4-FFF2-40B4-BE49-F238E27FC236}">
                <a16:creationId xmlns:a16="http://schemas.microsoft.com/office/drawing/2014/main" id="{8D802B31-37AA-45CE-D287-60CF063208FC}"/>
              </a:ext>
            </a:extLst>
          </p:cNvPr>
          <p:cNvSpPr/>
          <p:nvPr/>
        </p:nvSpPr>
        <p:spPr bwMode="auto">
          <a:xfrm rot="12900063">
            <a:off x="6509849" y="2975434"/>
            <a:ext cx="2403682" cy="37847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27" name="TextBox 13">
            <a:extLst>
              <a:ext uri="{FF2B5EF4-FFF2-40B4-BE49-F238E27FC236}">
                <a16:creationId xmlns:a16="http://schemas.microsoft.com/office/drawing/2014/main" id="{47DC67AC-3DE2-823F-CA60-1FE8DDC002A6}"/>
              </a:ext>
            </a:extLst>
          </p:cNvPr>
          <p:cNvSpPr txBox="1"/>
          <p:nvPr/>
        </p:nvSpPr>
        <p:spPr>
          <a:xfrm rot="2122319">
            <a:off x="7424917" y="2799518"/>
            <a:ext cx="88382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chemeClr val="bg1"/>
                </a:solidFill>
                <a:effectLst/>
                <a:uLnTx/>
                <a:uFillTx/>
                <a:latin typeface="Yu Gothic UI" panose="020B0500000000000000" pitchFamily="34" charset="-128"/>
                <a:ea typeface="Yu Gothic UI" panose="020B0500000000000000" pitchFamily="34" charset="-128"/>
              </a:rPr>
              <a:t>レプリケーション</a:t>
            </a:r>
            <a:endParaRPr kumimoji="0" lang="en-US" sz="1100" b="0" i="0" u="none" strike="noStrike" kern="0" cap="none" spc="0" normalizeH="0" baseline="0" noProof="0" dirty="0">
              <a:ln>
                <a:noFill/>
              </a:ln>
              <a:solidFill>
                <a:schemeClr val="bg1"/>
              </a:solidFill>
              <a:effectLst/>
              <a:uLnTx/>
              <a:uFillTx/>
              <a:latin typeface="Yu Gothic UI" panose="020B0500000000000000" pitchFamily="34" charset="-128"/>
              <a:ea typeface="Yu Gothic UI" panose="020B0500000000000000" pitchFamily="34" charset="-128"/>
            </a:endParaRPr>
          </a:p>
        </p:txBody>
      </p:sp>
      <p:sp>
        <p:nvSpPr>
          <p:cNvPr id="128" name="TextBox 13">
            <a:extLst>
              <a:ext uri="{FF2B5EF4-FFF2-40B4-BE49-F238E27FC236}">
                <a16:creationId xmlns:a16="http://schemas.microsoft.com/office/drawing/2014/main" id="{402F9114-8A5C-52E8-1C7D-927E20B267CB}"/>
              </a:ext>
            </a:extLst>
          </p:cNvPr>
          <p:cNvSpPr txBox="1"/>
          <p:nvPr/>
        </p:nvSpPr>
        <p:spPr>
          <a:xfrm rot="2193917">
            <a:off x="7398383" y="3017460"/>
            <a:ext cx="505514" cy="241980"/>
          </a:xfrm>
          <a:prstGeom prst="rect">
            <a:avLst/>
          </a:prstGeom>
          <a:noFill/>
        </p:spPr>
        <p:txBody>
          <a:bodyPr wrap="none" lIns="36000" tIns="36000" rIns="36000" bIns="36000" rtlCol="0">
            <a:sp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lang="ja-JP" altLang="en-US" sz="1100" kern="0" dirty="0">
                <a:solidFill>
                  <a:schemeClr val="bg1"/>
                </a:solidFill>
                <a:latin typeface="Yu Gothic UI" panose="020B0500000000000000" pitchFamily="34" charset="-128"/>
                <a:ea typeface="Yu Gothic UI" panose="020B0500000000000000" pitchFamily="34" charset="-128"/>
              </a:rPr>
              <a:t>再保護</a:t>
            </a:r>
            <a:endParaRPr kumimoji="0" lang="en-US" sz="1100" b="0" i="0" u="none" strike="noStrike" kern="0" cap="none" spc="0" normalizeH="0" baseline="0" noProof="0" dirty="0">
              <a:ln>
                <a:noFill/>
              </a:ln>
              <a:solidFill>
                <a:schemeClr val="bg1"/>
              </a:solidFill>
              <a:effectLst/>
              <a:uLnTx/>
              <a:uFillTx/>
              <a:latin typeface="Yu Gothic UI" panose="020B0500000000000000" pitchFamily="34" charset="-128"/>
              <a:ea typeface="Yu Gothic UI" panose="020B0500000000000000" pitchFamily="34" charset="-128"/>
            </a:endParaRPr>
          </a:p>
        </p:txBody>
      </p:sp>
      <p:sp>
        <p:nvSpPr>
          <p:cNvPr id="129" name="テキスト プレースホルダー 12">
            <a:extLst>
              <a:ext uri="{FF2B5EF4-FFF2-40B4-BE49-F238E27FC236}">
                <a16:creationId xmlns:a16="http://schemas.microsoft.com/office/drawing/2014/main" id="{D5898939-A18E-9C04-94A4-FD784D9F6BA9}"/>
              </a:ext>
            </a:extLst>
          </p:cNvPr>
          <p:cNvSpPr txBox="1">
            <a:spLocks/>
          </p:cNvSpPr>
          <p:nvPr/>
        </p:nvSpPr>
        <p:spPr>
          <a:xfrm>
            <a:off x="10172035" y="5057896"/>
            <a:ext cx="1233577" cy="241305"/>
          </a:xfrm>
          <a:prstGeom prst="rect">
            <a:avLst/>
          </a:prstGeom>
          <a:noFill/>
          <a:ln>
            <a:noFill/>
          </a:ln>
        </p:spPr>
        <p:txBody>
          <a:bodyPr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8575" indent="0" algn="ctr">
              <a:buNone/>
            </a:pPr>
            <a:r>
              <a:rPr lang="ja-JP" altLang="en-US" sz="1200" dirty="0">
                <a:gradFill>
                  <a:gsLst>
                    <a:gs pos="2917">
                      <a:schemeClr val="tx1"/>
                    </a:gs>
                    <a:gs pos="30000">
                      <a:schemeClr val="tx1"/>
                    </a:gs>
                  </a:gsLst>
                  <a:lin ang="5400000" scaled="0"/>
                </a:gradFill>
                <a:latin typeface="+mn-ea"/>
              </a:rPr>
              <a:t>ペアリージョン</a:t>
            </a:r>
            <a:endParaRPr lang="en-US" altLang="ja-JP" sz="1200" dirty="0">
              <a:gradFill>
                <a:gsLst>
                  <a:gs pos="2917">
                    <a:schemeClr val="tx1"/>
                  </a:gs>
                  <a:gs pos="30000">
                    <a:schemeClr val="tx1"/>
                  </a:gs>
                </a:gsLst>
                <a:lin ang="5400000" scaled="0"/>
              </a:gradFill>
              <a:latin typeface="+mn-ea"/>
            </a:endParaRPr>
          </a:p>
        </p:txBody>
      </p:sp>
    </p:spTree>
    <p:extLst>
      <p:ext uri="{BB962C8B-B14F-4D97-AF65-F5344CB8AC3E}">
        <p14:creationId xmlns:p14="http://schemas.microsoft.com/office/powerpoint/2010/main" val="24120976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F1DE-6C43-B689-09B3-CCAECF7B69F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C2469E2-68C4-8914-8CEB-1D10D1491218}"/>
              </a:ext>
            </a:extLst>
          </p:cNvPr>
          <p:cNvSpPr>
            <a:spLocks noGrp="1"/>
          </p:cNvSpPr>
          <p:nvPr/>
        </p:nvSpPr>
        <p:spPr>
          <a:xfrm>
            <a:off x="685800" y="400050"/>
            <a:ext cx="1102868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リージョン障害に対応するための機能</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a:t>
            </a:r>
            <a:r>
              <a:rPr lang="en-US" altLang="ja-JP" sz="2000" dirty="0">
                <a:solidFill>
                  <a:prstClr val="black"/>
                </a:solidFill>
                <a:latin typeface="Yu Gothic UI" panose="020B0500000000000000" pitchFamily="34" charset="-128"/>
                <a:ea typeface="Yu Gothic UI" panose="020B0500000000000000" pitchFamily="34" charset="-128"/>
                <a:cs typeface="Segoe Sans Display Semibold" pitchFamily="2" charset="0"/>
              </a:rPr>
              <a:t>③</a:t>
            </a:r>
            <a:r>
              <a:rPr lang="ja-JP" altLang="en-US" sz="2000">
                <a:latin typeface="Yu Gothic UI" panose="020B0500000000000000" pitchFamily="34" charset="-128"/>
                <a:ea typeface="Yu Gothic UI" panose="020B0500000000000000" pitchFamily="34" charset="-128"/>
              </a:rPr>
              <a:t> </a:t>
            </a:r>
            <a:r>
              <a:rPr lang="en-US" altLang="ja-JP" sz="2000" dirty="0">
                <a:latin typeface="Yu Gothic UI" panose="020B0500000000000000" pitchFamily="34" charset="-128"/>
                <a:ea typeface="Yu Gothic UI" panose="020B0500000000000000" pitchFamily="34" charset="-128"/>
              </a:rPr>
              <a:t>Azure Front Door / Traffic Manager</a:t>
            </a:r>
            <a:r>
              <a:rPr lang="ja-JP" altLang="en-US" sz="2000">
                <a:latin typeface="Yu Gothic UI" panose="020B0500000000000000" pitchFamily="34" charset="-128"/>
                <a:ea typeface="Yu Gothic UI" panose="020B0500000000000000" pitchFamily="34" charset="-128"/>
              </a:rPr>
              <a:t> </a:t>
            </a:r>
            <a:r>
              <a:rPr lang="en-US" altLang="ja-JP" sz="2000" dirty="0">
                <a:latin typeface="Yu Gothic UI" panose="020B0500000000000000" pitchFamily="34" charset="-128"/>
                <a:ea typeface="Yu Gothic UI" panose="020B0500000000000000" pitchFamily="34" charset="-128"/>
              </a:rPr>
              <a:t>( Internet </a:t>
            </a:r>
            <a:r>
              <a:rPr lang="ja-JP" altLang="en-US" sz="2000">
                <a:latin typeface="Yu Gothic UI" panose="020B0500000000000000" pitchFamily="34" charset="-128"/>
                <a:ea typeface="Yu Gothic UI" panose="020B0500000000000000" pitchFamily="34" charset="-128"/>
              </a:rPr>
              <a:t>公開サービスのみ </a:t>
            </a:r>
            <a:r>
              <a:rPr lang="en-US" altLang="ja-JP" sz="2000" dirty="0">
                <a:latin typeface="Yu Gothic UI" panose="020B0500000000000000" pitchFamily="34" charset="-128"/>
                <a:ea typeface="Yu Gothic UI" panose="020B0500000000000000" pitchFamily="34" charset="-128"/>
              </a:rPr>
              <a:t>)</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BCF7FAE5-C0B9-CD51-05AF-CF3EF4F38CB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pic>
        <p:nvPicPr>
          <p:cNvPr id="47" name="グラフィックス 46">
            <a:extLst>
              <a:ext uri="{FF2B5EF4-FFF2-40B4-BE49-F238E27FC236}">
                <a16:creationId xmlns:a16="http://schemas.microsoft.com/office/drawing/2014/main" id="{A1B7E2A3-A62F-B617-DE31-4297743360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4575" y="3395497"/>
            <a:ext cx="638175" cy="638175"/>
          </a:xfrm>
          <a:prstGeom prst="rect">
            <a:avLst/>
          </a:prstGeom>
        </p:spPr>
      </p:pic>
      <p:pic>
        <p:nvPicPr>
          <p:cNvPr id="48" name="グラフィックス 47">
            <a:extLst>
              <a:ext uri="{FF2B5EF4-FFF2-40B4-BE49-F238E27FC236}">
                <a16:creationId xmlns:a16="http://schemas.microsoft.com/office/drawing/2014/main" id="{DECCC22A-D6D2-DB3E-9CF0-BCAE76ED5A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01557" y="3013578"/>
            <a:ext cx="1402012" cy="1402012"/>
          </a:xfrm>
          <a:prstGeom prst="rect">
            <a:avLst/>
          </a:prstGeom>
        </p:spPr>
      </p:pic>
      <p:pic>
        <p:nvPicPr>
          <p:cNvPr id="49" name="グラフィックス 48">
            <a:extLst>
              <a:ext uri="{FF2B5EF4-FFF2-40B4-BE49-F238E27FC236}">
                <a16:creationId xmlns:a16="http://schemas.microsoft.com/office/drawing/2014/main" id="{93124138-0B5F-1B5E-FA3D-2E0014B405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91355" y="1798704"/>
            <a:ext cx="535572" cy="535572"/>
          </a:xfrm>
          <a:prstGeom prst="rect">
            <a:avLst/>
          </a:prstGeom>
        </p:spPr>
      </p:pic>
      <p:pic>
        <p:nvPicPr>
          <p:cNvPr id="50" name="グラフィックス 49">
            <a:extLst>
              <a:ext uri="{FF2B5EF4-FFF2-40B4-BE49-F238E27FC236}">
                <a16:creationId xmlns:a16="http://schemas.microsoft.com/office/drawing/2014/main" id="{27FE0082-531E-22A3-E51E-E3EE94756C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91355" y="2862097"/>
            <a:ext cx="535572" cy="535572"/>
          </a:xfrm>
          <a:prstGeom prst="rect">
            <a:avLst/>
          </a:prstGeom>
        </p:spPr>
      </p:pic>
      <p:pic>
        <p:nvPicPr>
          <p:cNvPr id="51" name="グラフィックス 50">
            <a:extLst>
              <a:ext uri="{FF2B5EF4-FFF2-40B4-BE49-F238E27FC236}">
                <a16:creationId xmlns:a16="http://schemas.microsoft.com/office/drawing/2014/main" id="{F7DB6603-DDB5-FB51-62F5-6B9C2DF3C3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4837" y="2276722"/>
            <a:ext cx="572252" cy="534073"/>
          </a:xfrm>
          <a:prstGeom prst="rect">
            <a:avLst/>
          </a:prstGeom>
        </p:spPr>
      </p:pic>
      <p:cxnSp>
        <p:nvCxnSpPr>
          <p:cNvPr id="52" name="直線コネクタ 51">
            <a:extLst>
              <a:ext uri="{FF2B5EF4-FFF2-40B4-BE49-F238E27FC236}">
                <a16:creationId xmlns:a16="http://schemas.microsoft.com/office/drawing/2014/main" id="{0E81BEEF-7BBC-156C-B81C-F1CE7E6FB813}"/>
              </a:ext>
            </a:extLst>
          </p:cNvPr>
          <p:cNvCxnSpPr>
            <a:cxnSpLocks/>
            <a:stCxn id="47" idx="1"/>
            <a:endCxn id="48" idx="3"/>
          </p:cNvCxnSpPr>
          <p:nvPr/>
        </p:nvCxnSpPr>
        <p:spPr>
          <a:xfrm flipH="1" flipV="1">
            <a:off x="3603569" y="3714584"/>
            <a:ext cx="701006" cy="1"/>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6180CBAD-F144-D93C-0F40-7C089176400F}"/>
              </a:ext>
            </a:extLst>
          </p:cNvPr>
          <p:cNvCxnSpPr>
            <a:cxnSpLocks/>
            <a:stCxn id="51" idx="1"/>
            <a:endCxn id="47" idx="3"/>
          </p:cNvCxnSpPr>
          <p:nvPr/>
        </p:nvCxnSpPr>
        <p:spPr>
          <a:xfrm flipH="1">
            <a:off x="4942750" y="2543759"/>
            <a:ext cx="2002087" cy="1170826"/>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927A56F0-1063-8B55-F8C4-882565682924}"/>
              </a:ext>
            </a:extLst>
          </p:cNvPr>
          <p:cNvCxnSpPr>
            <a:cxnSpLocks/>
            <a:stCxn id="59" idx="1"/>
            <a:endCxn id="47" idx="3"/>
          </p:cNvCxnSpPr>
          <p:nvPr/>
        </p:nvCxnSpPr>
        <p:spPr>
          <a:xfrm flipH="1" flipV="1">
            <a:off x="4942750" y="3714585"/>
            <a:ext cx="2002087" cy="1536927"/>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CC125C1-6BDA-BBF8-693B-355DD94274F4}"/>
              </a:ext>
            </a:extLst>
          </p:cNvPr>
          <p:cNvCxnSpPr>
            <a:cxnSpLocks/>
            <a:stCxn id="49" idx="1"/>
            <a:endCxn id="51" idx="3"/>
          </p:cNvCxnSpPr>
          <p:nvPr/>
        </p:nvCxnSpPr>
        <p:spPr>
          <a:xfrm flipH="1">
            <a:off x="7517089" y="2066490"/>
            <a:ext cx="1974266" cy="477269"/>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BEB7ED2D-1371-172C-A64E-3E04F5F01B37}"/>
              </a:ext>
            </a:extLst>
          </p:cNvPr>
          <p:cNvCxnSpPr>
            <a:cxnSpLocks/>
            <a:stCxn id="50" idx="1"/>
            <a:endCxn id="51" idx="3"/>
          </p:cNvCxnSpPr>
          <p:nvPr/>
        </p:nvCxnSpPr>
        <p:spPr>
          <a:xfrm flipH="1" flipV="1">
            <a:off x="7517089" y="2543759"/>
            <a:ext cx="1974266" cy="586124"/>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57" name="グラフィックス 56">
            <a:extLst>
              <a:ext uri="{FF2B5EF4-FFF2-40B4-BE49-F238E27FC236}">
                <a16:creationId xmlns:a16="http://schemas.microsoft.com/office/drawing/2014/main" id="{A829A420-5800-2C38-6A4A-5E35AD43A6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91355" y="4506457"/>
            <a:ext cx="535572" cy="535572"/>
          </a:xfrm>
          <a:prstGeom prst="rect">
            <a:avLst/>
          </a:prstGeom>
        </p:spPr>
      </p:pic>
      <p:pic>
        <p:nvPicPr>
          <p:cNvPr id="58" name="グラフィックス 57">
            <a:extLst>
              <a:ext uri="{FF2B5EF4-FFF2-40B4-BE49-F238E27FC236}">
                <a16:creationId xmlns:a16="http://schemas.microsoft.com/office/drawing/2014/main" id="{B242AC8C-985A-A1BF-E443-F5C8DDCE38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91355" y="5569850"/>
            <a:ext cx="535572" cy="535572"/>
          </a:xfrm>
          <a:prstGeom prst="rect">
            <a:avLst/>
          </a:prstGeom>
        </p:spPr>
      </p:pic>
      <p:pic>
        <p:nvPicPr>
          <p:cNvPr id="59" name="グラフィックス 58">
            <a:extLst>
              <a:ext uri="{FF2B5EF4-FFF2-40B4-BE49-F238E27FC236}">
                <a16:creationId xmlns:a16="http://schemas.microsoft.com/office/drawing/2014/main" id="{5050410C-73DA-2C1B-87E1-0BFED68A33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4837" y="4984475"/>
            <a:ext cx="572252" cy="534073"/>
          </a:xfrm>
          <a:prstGeom prst="rect">
            <a:avLst/>
          </a:prstGeom>
        </p:spPr>
      </p:pic>
      <p:cxnSp>
        <p:nvCxnSpPr>
          <p:cNvPr id="60" name="直線コネクタ 59">
            <a:extLst>
              <a:ext uri="{FF2B5EF4-FFF2-40B4-BE49-F238E27FC236}">
                <a16:creationId xmlns:a16="http://schemas.microsoft.com/office/drawing/2014/main" id="{D0783C3C-B965-D28D-6BFC-414C30400B83}"/>
              </a:ext>
            </a:extLst>
          </p:cNvPr>
          <p:cNvCxnSpPr>
            <a:cxnSpLocks/>
            <a:stCxn id="57" idx="1"/>
            <a:endCxn id="59" idx="3"/>
          </p:cNvCxnSpPr>
          <p:nvPr/>
        </p:nvCxnSpPr>
        <p:spPr>
          <a:xfrm flipH="1">
            <a:off x="7517089" y="4774243"/>
            <a:ext cx="1974266" cy="477269"/>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B6F301C0-7285-3E16-C662-A65B2931A137}"/>
              </a:ext>
            </a:extLst>
          </p:cNvPr>
          <p:cNvCxnSpPr>
            <a:cxnSpLocks/>
            <a:stCxn id="58" idx="1"/>
            <a:endCxn id="59" idx="3"/>
          </p:cNvCxnSpPr>
          <p:nvPr/>
        </p:nvCxnSpPr>
        <p:spPr>
          <a:xfrm flipH="1" flipV="1">
            <a:off x="7517089" y="5251512"/>
            <a:ext cx="1974266" cy="586124"/>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TextBox 180">
            <a:extLst>
              <a:ext uri="{FF2B5EF4-FFF2-40B4-BE49-F238E27FC236}">
                <a16:creationId xmlns:a16="http://schemas.microsoft.com/office/drawing/2014/main" id="{D927B4A3-B072-55DC-ED69-457D5FB145A0}"/>
              </a:ext>
            </a:extLst>
          </p:cNvPr>
          <p:cNvSpPr txBox="1"/>
          <p:nvPr/>
        </p:nvSpPr>
        <p:spPr>
          <a:xfrm>
            <a:off x="2574345" y="3644962"/>
            <a:ext cx="716821" cy="215444"/>
          </a:xfrm>
          <a:prstGeom prst="rect">
            <a:avLst/>
          </a:prstGeom>
          <a:noFill/>
        </p:spPr>
        <p:txBody>
          <a:bodyPr wrap="square" lIns="0" tIns="0" rIns="0" bIns="0" rtlCol="0">
            <a:spAutoFit/>
          </a:bodyPr>
          <a:lstStyle/>
          <a:p>
            <a:pP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Internet</a:t>
            </a:r>
            <a:endParaRPr lang="ja-JP" altLang="en-US" sz="1400" dirty="0">
              <a:solidFill>
                <a:srgbClr val="000000"/>
              </a:solidFill>
              <a:latin typeface="Yu Gothic UI" panose="020B0500000000000000" pitchFamily="50" charset="-128"/>
              <a:ea typeface="Yu Gothic UI" panose="020B0500000000000000" pitchFamily="50" charset="-128"/>
            </a:endParaRPr>
          </a:p>
        </p:txBody>
      </p:sp>
      <p:sp>
        <p:nvSpPr>
          <p:cNvPr id="63" name="TextBox 180">
            <a:extLst>
              <a:ext uri="{FF2B5EF4-FFF2-40B4-BE49-F238E27FC236}">
                <a16:creationId xmlns:a16="http://schemas.microsoft.com/office/drawing/2014/main" id="{26B18CDB-470D-8305-14B3-5724EC92B51D}"/>
              </a:ext>
            </a:extLst>
          </p:cNvPr>
          <p:cNvSpPr txBox="1"/>
          <p:nvPr/>
        </p:nvSpPr>
        <p:spPr>
          <a:xfrm>
            <a:off x="3693766" y="4000865"/>
            <a:ext cx="1789114" cy="482183"/>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Azure </a:t>
            </a:r>
          </a:p>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Front Door</a:t>
            </a:r>
            <a:endParaRPr lang="ja-JP" altLang="en-US" sz="1400" dirty="0">
              <a:solidFill>
                <a:srgbClr val="000000"/>
              </a:solidFill>
              <a:latin typeface="Yu Gothic UI" panose="020B0500000000000000" pitchFamily="50" charset="-128"/>
              <a:ea typeface="Yu Gothic UI" panose="020B0500000000000000" pitchFamily="50" charset="-128"/>
            </a:endParaRPr>
          </a:p>
        </p:txBody>
      </p:sp>
      <p:sp>
        <p:nvSpPr>
          <p:cNvPr id="64" name="TextBox 180">
            <a:extLst>
              <a:ext uri="{FF2B5EF4-FFF2-40B4-BE49-F238E27FC236}">
                <a16:creationId xmlns:a16="http://schemas.microsoft.com/office/drawing/2014/main" id="{C655F2CA-B75F-ED23-93A2-4780969F93F8}"/>
              </a:ext>
            </a:extLst>
          </p:cNvPr>
          <p:cNvSpPr txBox="1"/>
          <p:nvPr/>
        </p:nvSpPr>
        <p:spPr>
          <a:xfrm>
            <a:off x="6336406" y="2875744"/>
            <a:ext cx="1789114" cy="482183"/>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Azure</a:t>
            </a:r>
          </a:p>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Application Gateway</a:t>
            </a:r>
          </a:p>
        </p:txBody>
      </p:sp>
      <p:sp>
        <p:nvSpPr>
          <p:cNvPr id="65" name="TextBox 180">
            <a:extLst>
              <a:ext uri="{FF2B5EF4-FFF2-40B4-BE49-F238E27FC236}">
                <a16:creationId xmlns:a16="http://schemas.microsoft.com/office/drawing/2014/main" id="{E54FDCC7-0CC0-9C02-A571-F9AFD880B281}"/>
              </a:ext>
            </a:extLst>
          </p:cNvPr>
          <p:cNvSpPr txBox="1"/>
          <p:nvPr/>
        </p:nvSpPr>
        <p:spPr>
          <a:xfrm>
            <a:off x="6336406" y="5622490"/>
            <a:ext cx="1789114" cy="482183"/>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Azure</a:t>
            </a:r>
          </a:p>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Application Gateway</a:t>
            </a:r>
          </a:p>
        </p:txBody>
      </p:sp>
      <p:sp>
        <p:nvSpPr>
          <p:cNvPr id="66" name="TextBox 180">
            <a:extLst>
              <a:ext uri="{FF2B5EF4-FFF2-40B4-BE49-F238E27FC236}">
                <a16:creationId xmlns:a16="http://schemas.microsoft.com/office/drawing/2014/main" id="{7FE54161-F644-2001-DF52-EC821C4D3CA7}"/>
              </a:ext>
            </a:extLst>
          </p:cNvPr>
          <p:cNvSpPr txBox="1"/>
          <p:nvPr/>
        </p:nvSpPr>
        <p:spPr>
          <a:xfrm>
            <a:off x="8864584" y="2348561"/>
            <a:ext cx="1789114" cy="215444"/>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Web/AP#1</a:t>
            </a:r>
          </a:p>
        </p:txBody>
      </p:sp>
      <p:sp>
        <p:nvSpPr>
          <p:cNvPr id="67" name="TextBox 180">
            <a:extLst>
              <a:ext uri="{FF2B5EF4-FFF2-40B4-BE49-F238E27FC236}">
                <a16:creationId xmlns:a16="http://schemas.microsoft.com/office/drawing/2014/main" id="{DA43805D-8B1E-E3C1-DFE2-29EB26D2D25D}"/>
              </a:ext>
            </a:extLst>
          </p:cNvPr>
          <p:cNvSpPr txBox="1"/>
          <p:nvPr/>
        </p:nvSpPr>
        <p:spPr>
          <a:xfrm>
            <a:off x="8864584" y="3457349"/>
            <a:ext cx="1789114" cy="215444"/>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Web/AP#2</a:t>
            </a:r>
          </a:p>
        </p:txBody>
      </p:sp>
      <p:sp>
        <p:nvSpPr>
          <p:cNvPr id="68" name="TextBox 180">
            <a:extLst>
              <a:ext uri="{FF2B5EF4-FFF2-40B4-BE49-F238E27FC236}">
                <a16:creationId xmlns:a16="http://schemas.microsoft.com/office/drawing/2014/main" id="{7426903B-679A-C7E1-7015-A74082949E61}"/>
              </a:ext>
            </a:extLst>
          </p:cNvPr>
          <p:cNvSpPr txBox="1"/>
          <p:nvPr/>
        </p:nvSpPr>
        <p:spPr>
          <a:xfrm>
            <a:off x="8864584" y="5086620"/>
            <a:ext cx="1789114" cy="215444"/>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Web/AP#3</a:t>
            </a:r>
          </a:p>
        </p:txBody>
      </p:sp>
      <p:sp>
        <p:nvSpPr>
          <p:cNvPr id="69" name="TextBox 180">
            <a:extLst>
              <a:ext uri="{FF2B5EF4-FFF2-40B4-BE49-F238E27FC236}">
                <a16:creationId xmlns:a16="http://schemas.microsoft.com/office/drawing/2014/main" id="{FB34B069-8F1C-783E-4769-CBC3AF179872}"/>
              </a:ext>
            </a:extLst>
          </p:cNvPr>
          <p:cNvSpPr txBox="1"/>
          <p:nvPr/>
        </p:nvSpPr>
        <p:spPr>
          <a:xfrm>
            <a:off x="8864584" y="6162529"/>
            <a:ext cx="1789114" cy="215444"/>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Web/AP#4</a:t>
            </a:r>
          </a:p>
        </p:txBody>
      </p:sp>
      <p:sp>
        <p:nvSpPr>
          <p:cNvPr id="70" name="Rectangle 14">
            <a:extLst>
              <a:ext uri="{FF2B5EF4-FFF2-40B4-BE49-F238E27FC236}">
                <a16:creationId xmlns:a16="http://schemas.microsoft.com/office/drawing/2014/main" id="{34EA58E0-6B11-1F86-FC3F-5AC98200C687}"/>
              </a:ext>
            </a:extLst>
          </p:cNvPr>
          <p:cNvSpPr/>
          <p:nvPr/>
        </p:nvSpPr>
        <p:spPr bwMode="auto">
          <a:xfrm>
            <a:off x="6360588" y="1531506"/>
            <a:ext cx="4984821" cy="2259279"/>
          </a:xfrm>
          <a:prstGeom prst="rect">
            <a:avLst/>
          </a:prstGeom>
          <a:noFill/>
          <a:ln w="38100" cap="flat" cmpd="sng" algn="ctr">
            <a:solidFill>
              <a:schemeClr val="bg1">
                <a:lumMod val="50000"/>
              </a:schemeClr>
            </a:solidFill>
            <a:prstDash val="solid"/>
            <a:headEnd type="none" w="med" len="med"/>
            <a:tailEnd type="none" w="med" len="med"/>
          </a:ln>
          <a:effectLst/>
        </p:spPr>
        <p:style>
          <a:lnRef idx="0">
            <a:scrgbClr r="0" g="0" b="0"/>
          </a:lnRef>
          <a:fillRef idx="0">
            <a:scrgbClr r="0" g="0" b="0"/>
          </a:fillRef>
          <a:effectRef idx="0">
            <a:scrgbClr r="0" g="0" b="0"/>
          </a:effectRef>
          <a:fontRef idx="major"/>
        </p:style>
        <p:txBody>
          <a:bodyPr vert="horz"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71" name="Rectangle 14">
            <a:extLst>
              <a:ext uri="{FF2B5EF4-FFF2-40B4-BE49-F238E27FC236}">
                <a16:creationId xmlns:a16="http://schemas.microsoft.com/office/drawing/2014/main" id="{50FC13A4-EB23-A3D8-C69B-9554E31A37A6}"/>
              </a:ext>
            </a:extLst>
          </p:cNvPr>
          <p:cNvSpPr/>
          <p:nvPr/>
        </p:nvSpPr>
        <p:spPr bwMode="auto">
          <a:xfrm>
            <a:off x="6360587" y="4241956"/>
            <a:ext cx="4984821" cy="2259279"/>
          </a:xfrm>
          <a:prstGeom prst="rect">
            <a:avLst/>
          </a:prstGeom>
          <a:noFill/>
          <a:ln w="38100" cap="flat" cmpd="sng" algn="ctr">
            <a:solidFill>
              <a:schemeClr val="bg1">
                <a:lumMod val="50000"/>
              </a:schemeClr>
            </a:solidFill>
            <a:prstDash val="solid"/>
            <a:headEnd type="none" w="med" len="med"/>
            <a:tailEnd type="none" w="med" len="med"/>
          </a:ln>
          <a:effectLst/>
        </p:spPr>
        <p:style>
          <a:lnRef idx="0">
            <a:scrgbClr r="0" g="0" b="0"/>
          </a:lnRef>
          <a:fillRef idx="0">
            <a:scrgbClr r="0" g="0" b="0"/>
          </a:fillRef>
          <a:effectRef idx="0">
            <a:scrgbClr r="0" g="0" b="0"/>
          </a:effectRef>
          <a:fontRef idx="major"/>
        </p:style>
        <p:txBody>
          <a:bodyPr vert="horz" wrap="square" lIns="0" tIns="46637" rIns="0" bIns="46637" numCol="1" rtlCol="0" anchor="ctr" anchorCtr="0" compatLnSpc="1">
            <a:prstTxWarp prst="textNoShape">
              <a:avLst/>
            </a:prstTxWarp>
          </a:bodyPr>
          <a:lstStyle/>
          <a:p>
            <a:pPr marL="0" marR="0" lvl="0" indent="0" algn="ctr" defTabSz="932472"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gradFill>
                <a:gsLst>
                  <a:gs pos="40075">
                    <a:srgbClr val="FFFFFF"/>
                  </a:gs>
                  <a:gs pos="30000">
                    <a:srgbClr val="FFFFFF"/>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72" name="TextBox 180">
            <a:extLst>
              <a:ext uri="{FF2B5EF4-FFF2-40B4-BE49-F238E27FC236}">
                <a16:creationId xmlns:a16="http://schemas.microsoft.com/office/drawing/2014/main" id="{474A92AF-E389-655B-B836-86814878B314}"/>
              </a:ext>
            </a:extLst>
          </p:cNvPr>
          <p:cNvSpPr txBox="1"/>
          <p:nvPr/>
        </p:nvSpPr>
        <p:spPr>
          <a:xfrm>
            <a:off x="10076725" y="1267595"/>
            <a:ext cx="1789114" cy="215444"/>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Region1</a:t>
            </a:r>
            <a:endParaRPr lang="ja-JP" altLang="en-US" sz="1400" dirty="0">
              <a:solidFill>
                <a:srgbClr val="000000"/>
              </a:solidFill>
              <a:latin typeface="Yu Gothic UI" panose="020B0500000000000000" pitchFamily="50" charset="-128"/>
              <a:ea typeface="Yu Gothic UI" panose="020B0500000000000000" pitchFamily="50" charset="-128"/>
            </a:endParaRPr>
          </a:p>
        </p:txBody>
      </p:sp>
      <p:sp>
        <p:nvSpPr>
          <p:cNvPr id="130" name="TextBox 180">
            <a:extLst>
              <a:ext uri="{FF2B5EF4-FFF2-40B4-BE49-F238E27FC236}">
                <a16:creationId xmlns:a16="http://schemas.microsoft.com/office/drawing/2014/main" id="{175F49F1-B97A-7F42-905F-9E3961C148D0}"/>
              </a:ext>
            </a:extLst>
          </p:cNvPr>
          <p:cNvSpPr txBox="1"/>
          <p:nvPr/>
        </p:nvSpPr>
        <p:spPr>
          <a:xfrm>
            <a:off x="10076725" y="4004217"/>
            <a:ext cx="1789114" cy="215444"/>
          </a:xfrm>
          <a:prstGeom prst="rect">
            <a:avLst/>
          </a:prstGeom>
          <a:noFill/>
        </p:spPr>
        <p:txBody>
          <a:bodyPr wrap="square" lIns="0" tIns="0" rIns="0" bIns="0" rtlCol="0">
            <a:spAutoFit/>
          </a:bodyPr>
          <a:lstStyle/>
          <a:p>
            <a:pPr algn="ctr" defTabSz="932563">
              <a:spcAft>
                <a:spcPts val="408"/>
              </a:spcAft>
              <a:buClr>
                <a:srgbClr val="000000"/>
              </a:buClr>
              <a:defRPr/>
            </a:pPr>
            <a:r>
              <a:rPr lang="en-US" altLang="ja-JP" sz="1400" dirty="0">
                <a:solidFill>
                  <a:srgbClr val="000000"/>
                </a:solidFill>
                <a:latin typeface="Yu Gothic UI" panose="020B0500000000000000" pitchFamily="50" charset="-128"/>
                <a:ea typeface="Yu Gothic UI" panose="020B0500000000000000" pitchFamily="50" charset="-128"/>
              </a:rPr>
              <a:t>Region2</a:t>
            </a:r>
            <a:endParaRPr lang="ja-JP" altLang="en-US" sz="1400" dirty="0">
              <a:solidFill>
                <a:srgbClr val="000000"/>
              </a:solidFill>
              <a:latin typeface="Yu Gothic UI" panose="020B0500000000000000" pitchFamily="50" charset="-128"/>
              <a:ea typeface="Yu Gothic UI" panose="020B0500000000000000" pitchFamily="50" charset="-128"/>
            </a:endParaRPr>
          </a:p>
        </p:txBody>
      </p:sp>
      <p:sp>
        <p:nvSpPr>
          <p:cNvPr id="131" name="TextBox 180">
            <a:extLst>
              <a:ext uri="{FF2B5EF4-FFF2-40B4-BE49-F238E27FC236}">
                <a16:creationId xmlns:a16="http://schemas.microsoft.com/office/drawing/2014/main" id="{7B81DDB9-41AC-C89F-424C-745331805BB2}"/>
              </a:ext>
            </a:extLst>
          </p:cNvPr>
          <p:cNvSpPr txBox="1"/>
          <p:nvPr/>
        </p:nvSpPr>
        <p:spPr>
          <a:xfrm>
            <a:off x="1398989" y="5062390"/>
            <a:ext cx="4392532" cy="1231106"/>
          </a:xfrm>
          <a:prstGeom prst="rect">
            <a:avLst/>
          </a:prstGeom>
          <a:noFill/>
        </p:spPr>
        <p:txBody>
          <a:bodyPr wrap="square" lIns="0" tIns="0" rIns="0" bIns="0" rtlCol="0">
            <a:spAutoFit/>
          </a:bodyPr>
          <a:lstStyle/>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グローバルロードバランサーなどでリージョン間をロードバランス</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en-US" altLang="ja-JP" sz="1400" dirty="0">
                <a:solidFill>
                  <a:srgbClr val="000000"/>
                </a:solidFill>
                <a:latin typeface="Yu Gothic UI" panose="020B0500000000000000" pitchFamily="50" charset="-128"/>
                <a:ea typeface="Yu Gothic UI" panose="020B0500000000000000" pitchFamily="50" charset="-128"/>
              </a:rPr>
              <a:t>Azure Front Door </a:t>
            </a:r>
            <a:r>
              <a:rPr lang="ja-JP" altLang="en-US" sz="1400" dirty="0">
                <a:solidFill>
                  <a:srgbClr val="000000"/>
                </a:solidFill>
                <a:latin typeface="Yu Gothic UI" panose="020B0500000000000000" pitchFamily="50" charset="-128"/>
                <a:ea typeface="Yu Gothic UI" panose="020B0500000000000000" pitchFamily="50" charset="-128"/>
              </a:rPr>
              <a:t>などがサービスの停止を判断して腑分け先を制御</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r>
              <a:rPr lang="ja-JP" altLang="en-US" sz="1400" dirty="0">
                <a:solidFill>
                  <a:srgbClr val="000000"/>
                </a:solidFill>
                <a:latin typeface="Yu Gothic UI" panose="020B0500000000000000" pitchFamily="50" charset="-128"/>
                <a:ea typeface="Yu Gothic UI" panose="020B0500000000000000" pitchFamily="50" charset="-128"/>
              </a:rPr>
              <a:t>例で記載されている </a:t>
            </a:r>
            <a:r>
              <a:rPr lang="en-US" altLang="ja-JP" sz="1400" dirty="0">
                <a:solidFill>
                  <a:srgbClr val="000000"/>
                </a:solidFill>
                <a:latin typeface="Yu Gothic UI" panose="020B0500000000000000" pitchFamily="50" charset="-128"/>
                <a:ea typeface="Yu Gothic UI" panose="020B0500000000000000" pitchFamily="50" charset="-128"/>
              </a:rPr>
              <a:t>4 </a:t>
            </a:r>
            <a:r>
              <a:rPr lang="ja-JP" altLang="en-US" sz="1400" dirty="0">
                <a:solidFill>
                  <a:srgbClr val="000000"/>
                </a:solidFill>
                <a:latin typeface="Yu Gothic UI" panose="020B0500000000000000" pitchFamily="50" charset="-128"/>
                <a:ea typeface="Yu Gothic UI" panose="020B0500000000000000" pitchFamily="50" charset="-128"/>
              </a:rPr>
              <a:t>台の仮想マシンは全てパワーオン状態</a:t>
            </a:r>
            <a:endParaRPr lang="en-US" altLang="ja-JP" sz="1400" dirty="0">
              <a:solidFill>
                <a:srgbClr val="000000"/>
              </a:solidFill>
              <a:latin typeface="Yu Gothic UI" panose="020B0500000000000000" pitchFamily="50" charset="-128"/>
              <a:ea typeface="Yu Gothic UI" panose="020B0500000000000000" pitchFamily="50" charset="-128"/>
            </a:endParaRPr>
          </a:p>
          <a:p>
            <a:pPr marL="174862" indent="-174862" defTabSz="932563">
              <a:spcAft>
                <a:spcPts val="408"/>
              </a:spcAft>
              <a:buClr>
                <a:srgbClr val="000000"/>
              </a:buClr>
              <a:buFont typeface="Arial" panose="020B0604020202020204" pitchFamily="34" charset="0"/>
              <a:buChar char="•"/>
              <a:defRPr/>
            </a:pPr>
            <a:endParaRPr lang="en-US" altLang="ja-JP" sz="1400" dirty="0">
              <a:solidFill>
                <a:srgbClr val="000000"/>
              </a:solidFill>
              <a:latin typeface="Yu Gothic UI" panose="020B0500000000000000" pitchFamily="50" charset="-128"/>
              <a:ea typeface="Yu Gothic UI" panose="020B0500000000000000" pitchFamily="50" charset="-128"/>
            </a:endParaRPr>
          </a:p>
        </p:txBody>
      </p:sp>
      <p:sp>
        <p:nvSpPr>
          <p:cNvPr id="132" name="Rectangle 5">
            <a:extLst>
              <a:ext uri="{FF2B5EF4-FFF2-40B4-BE49-F238E27FC236}">
                <a16:creationId xmlns:a16="http://schemas.microsoft.com/office/drawing/2014/main" id="{7E92D085-727C-B3BE-8DED-1ADFED0C5841}"/>
              </a:ext>
            </a:extLst>
          </p:cNvPr>
          <p:cNvSpPr/>
          <p:nvPr/>
        </p:nvSpPr>
        <p:spPr>
          <a:xfrm>
            <a:off x="1099145" y="2063791"/>
            <a:ext cx="4844648" cy="466731"/>
          </a:xfrm>
          <a:prstGeom prst="rect">
            <a:avLst/>
          </a:prstGeom>
        </p:spPr>
        <p:txBody>
          <a:bodyPr wrap="square">
            <a:spAutoFit/>
          </a:bodyPr>
          <a:lstStyle/>
          <a:p>
            <a:pPr lvl="0">
              <a:lnSpc>
                <a:spcPct val="110000"/>
              </a:lnSpc>
              <a:spcAft>
                <a:spcPts val="1200"/>
              </a:spcAft>
              <a:buClr>
                <a:srgbClr val="0072C6"/>
              </a:buClr>
              <a:buSzPct val="90000"/>
              <a:defRPr/>
            </a:pPr>
            <a:r>
              <a:rPr kumimoji="0" lang="en-US" altLang="ja-JP" sz="2400" kern="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cs typeface="Segoe UI" panose="020B0502040204020203" pitchFamily="34" charset="0"/>
              </a:rPr>
              <a:t>Azure Front Door</a:t>
            </a:r>
            <a:r>
              <a:rPr kumimoji="0" lang="ja-JP" altLang="en-US" sz="2400" kern="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cs typeface="Segoe UI" panose="020B0502040204020203" pitchFamily="34" charset="0"/>
              </a:rPr>
              <a:t> などを利用した例</a:t>
            </a:r>
            <a:endParaRPr kumimoji="0" lang="en-US" altLang="ja-JP" sz="2400" kern="0" dirty="0">
              <a:gradFill>
                <a:gsLst>
                  <a:gs pos="0">
                    <a:srgbClr val="292929">
                      <a:lumMod val="90000"/>
                      <a:lumOff val="10000"/>
                    </a:srgbClr>
                  </a:gs>
                  <a:gs pos="86000">
                    <a:srgbClr val="292929">
                      <a:lumMod val="90000"/>
                      <a:lumOff val="10000"/>
                    </a:srgbClr>
                  </a:gs>
                </a:gsLst>
                <a:lin ang="5400000" scaled="0"/>
              </a:gradFill>
              <a:latin typeface="Yu Gothic UI" panose="020B0500000000000000" pitchFamily="50" charset="-128"/>
              <a:ea typeface="Yu Gothic UI" panose="020B0500000000000000" pitchFamily="50" charset="-128"/>
              <a:cs typeface="Segoe UI" panose="020B0502040204020203" pitchFamily="34" charset="0"/>
            </a:endParaRPr>
          </a:p>
        </p:txBody>
      </p:sp>
      <p:sp>
        <p:nvSpPr>
          <p:cNvPr id="133" name="正方形/長方形 132">
            <a:extLst>
              <a:ext uri="{FF2B5EF4-FFF2-40B4-BE49-F238E27FC236}">
                <a16:creationId xmlns:a16="http://schemas.microsoft.com/office/drawing/2014/main" id="{A5398D6B-0791-3763-5A5D-0B3BD894608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Tree>
    <p:extLst>
      <p:ext uri="{BB962C8B-B14F-4D97-AF65-F5344CB8AC3E}">
        <p14:creationId xmlns:p14="http://schemas.microsoft.com/office/powerpoint/2010/main" val="4564329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9D4E3-F427-9664-CAF4-2A11B3AB0F3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3ADB6CD-DCE1-D68F-6B80-509D8E746797}"/>
              </a:ext>
            </a:extLst>
          </p:cNvPr>
          <p:cNvSpPr>
            <a:spLocks noGrp="1"/>
          </p:cNvSpPr>
          <p:nvPr/>
        </p:nvSpPr>
        <p:spPr>
          <a:xfrm>
            <a:off x="685800" y="400050"/>
            <a:ext cx="1102868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ゾーン</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リージョン障害に対応するための機能</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ストレージの冗長性</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04D0D97A-3EBA-3992-DC33-A0FB249DA8F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133" name="正方形/長方形 132">
            <a:extLst>
              <a:ext uri="{FF2B5EF4-FFF2-40B4-BE49-F238E27FC236}">
                <a16:creationId xmlns:a16="http://schemas.microsoft.com/office/drawing/2014/main" id="{3B5AE426-4127-F7FB-B84F-3985EA58E06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4" name="Archive_F03F">
            <a:extLst>
              <a:ext uri="{FF2B5EF4-FFF2-40B4-BE49-F238E27FC236}">
                <a16:creationId xmlns:a16="http://schemas.microsoft.com/office/drawing/2014/main" id="{85598723-106D-D98E-ABFE-E4A98D777FDC}"/>
              </a:ext>
            </a:extLst>
          </p:cNvPr>
          <p:cNvSpPr>
            <a:spLocks noChangeAspect="1" noEditPoints="1"/>
          </p:cNvSpPr>
          <p:nvPr/>
        </p:nvSpPr>
        <p:spPr bwMode="auto">
          <a:xfrm>
            <a:off x="3161576" y="2032000"/>
            <a:ext cx="614513" cy="469790"/>
          </a:xfrm>
          <a:custGeom>
            <a:avLst/>
            <a:gdLst>
              <a:gd name="T0" fmla="*/ 4721 w 4721"/>
              <a:gd name="T1" fmla="*/ 1260 h 4094"/>
              <a:gd name="T2" fmla="*/ 0 w 4721"/>
              <a:gd name="T3" fmla="*/ 1260 h 4094"/>
              <a:gd name="T4" fmla="*/ 0 w 4721"/>
              <a:gd name="T5" fmla="*/ 0 h 4094"/>
              <a:gd name="T6" fmla="*/ 4721 w 4721"/>
              <a:gd name="T7" fmla="*/ 0 h 4094"/>
              <a:gd name="T8" fmla="*/ 4721 w 4721"/>
              <a:gd name="T9" fmla="*/ 1260 h 4094"/>
              <a:gd name="T10" fmla="*/ 315 w 4721"/>
              <a:gd name="T11" fmla="*/ 1260 h 4094"/>
              <a:gd name="T12" fmla="*/ 315 w 4721"/>
              <a:gd name="T13" fmla="*/ 4094 h 4094"/>
              <a:gd name="T14" fmla="*/ 4407 w 4721"/>
              <a:gd name="T15" fmla="*/ 4094 h 4094"/>
              <a:gd name="T16" fmla="*/ 4407 w 4721"/>
              <a:gd name="T17" fmla="*/ 1260 h 4094"/>
              <a:gd name="T18" fmla="*/ 1417 w 4721"/>
              <a:gd name="T19" fmla="*/ 2205 h 4094"/>
              <a:gd name="T20" fmla="*/ 3305 w 4721"/>
              <a:gd name="T21" fmla="*/ 2205 h 4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1" h="4094">
                <a:moveTo>
                  <a:pt x="4721" y="1260"/>
                </a:moveTo>
                <a:lnTo>
                  <a:pt x="0" y="1260"/>
                </a:lnTo>
                <a:lnTo>
                  <a:pt x="0" y="0"/>
                </a:lnTo>
                <a:lnTo>
                  <a:pt x="4721" y="0"/>
                </a:lnTo>
                <a:lnTo>
                  <a:pt x="4721" y="1260"/>
                </a:lnTo>
                <a:moveTo>
                  <a:pt x="315" y="1260"/>
                </a:moveTo>
                <a:lnTo>
                  <a:pt x="315" y="4094"/>
                </a:lnTo>
                <a:lnTo>
                  <a:pt x="4407" y="4094"/>
                </a:lnTo>
                <a:lnTo>
                  <a:pt x="4407" y="1260"/>
                </a:lnTo>
                <a:moveTo>
                  <a:pt x="1417" y="2205"/>
                </a:moveTo>
                <a:lnTo>
                  <a:pt x="3305" y="2205"/>
                </a:lnTo>
              </a:path>
            </a:pathLst>
          </a:custGeom>
          <a:noFill/>
          <a:ln w="12700" cap="flat">
            <a:solidFill>
              <a:srgbClr val="3399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algn="ctr" defTabSz="914367">
              <a:defRPr/>
            </a:pPr>
            <a:endParaRPr lang="en-US" sz="1765">
              <a:solidFill>
                <a:srgbClr val="353535"/>
              </a:solidFill>
              <a:latin typeface="Segoe UI Semilight"/>
            </a:endParaRPr>
          </a:p>
        </p:txBody>
      </p:sp>
      <p:sp>
        <p:nvSpPr>
          <p:cNvPr id="5" name="FolderHorizontal_F12B" title="Icon of a folder">
            <a:extLst>
              <a:ext uri="{FF2B5EF4-FFF2-40B4-BE49-F238E27FC236}">
                <a16:creationId xmlns:a16="http://schemas.microsoft.com/office/drawing/2014/main" id="{CF4698F0-C9BE-8780-78AF-D7F2A9289DBE}"/>
              </a:ext>
            </a:extLst>
          </p:cNvPr>
          <p:cNvSpPr>
            <a:spLocks noChangeAspect="1" noEditPoints="1"/>
          </p:cNvSpPr>
          <p:nvPr/>
        </p:nvSpPr>
        <p:spPr bwMode="auto">
          <a:xfrm>
            <a:off x="8320955" y="2062480"/>
            <a:ext cx="757867" cy="490275"/>
          </a:xfrm>
          <a:custGeom>
            <a:avLst/>
            <a:gdLst>
              <a:gd name="T0" fmla="*/ 0 w 3758"/>
              <a:gd name="T1" fmla="*/ 126 h 2756"/>
              <a:gd name="T2" fmla="*/ 126 w 3758"/>
              <a:gd name="T3" fmla="*/ 0 h 2756"/>
              <a:gd name="T4" fmla="*/ 1065 w 3758"/>
              <a:gd name="T5" fmla="*/ 0 h 2756"/>
              <a:gd name="T6" fmla="*/ 1378 w 3758"/>
              <a:gd name="T7" fmla="*/ 126 h 2756"/>
              <a:gd name="T8" fmla="*/ 1691 w 3758"/>
              <a:gd name="T9" fmla="*/ 251 h 2756"/>
              <a:gd name="T10" fmla="*/ 3633 w 3758"/>
              <a:gd name="T11" fmla="*/ 251 h 2756"/>
              <a:gd name="T12" fmla="*/ 3758 w 3758"/>
              <a:gd name="T13" fmla="*/ 376 h 2756"/>
              <a:gd name="T14" fmla="*/ 3758 w 3758"/>
              <a:gd name="T15" fmla="*/ 2756 h 2756"/>
              <a:gd name="T16" fmla="*/ 0 w 3758"/>
              <a:gd name="T17" fmla="*/ 2756 h 2756"/>
              <a:gd name="T18" fmla="*/ 0 w 3758"/>
              <a:gd name="T19" fmla="*/ 126 h 2756"/>
              <a:gd name="T20" fmla="*/ 0 w 3758"/>
              <a:gd name="T21" fmla="*/ 501 h 2756"/>
              <a:gd name="T22" fmla="*/ 1065 w 3758"/>
              <a:gd name="T23" fmla="*/ 501 h 2756"/>
              <a:gd name="T24" fmla="*/ 1378 w 3758"/>
              <a:gd name="T25" fmla="*/ 376 h 2756"/>
              <a:gd name="T26" fmla="*/ 1691 w 3758"/>
              <a:gd name="T27" fmla="*/ 251 h 2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58" h="2756">
                <a:moveTo>
                  <a:pt x="0" y="126"/>
                </a:moveTo>
                <a:cubicBezTo>
                  <a:pt x="0" y="56"/>
                  <a:pt x="56" y="0"/>
                  <a:pt x="126" y="0"/>
                </a:cubicBezTo>
                <a:cubicBezTo>
                  <a:pt x="1065" y="0"/>
                  <a:pt x="1065" y="0"/>
                  <a:pt x="1065" y="0"/>
                </a:cubicBezTo>
                <a:cubicBezTo>
                  <a:pt x="1187" y="0"/>
                  <a:pt x="1298" y="48"/>
                  <a:pt x="1378" y="126"/>
                </a:cubicBezTo>
                <a:cubicBezTo>
                  <a:pt x="1458" y="203"/>
                  <a:pt x="1569" y="251"/>
                  <a:pt x="1691" y="251"/>
                </a:cubicBezTo>
                <a:cubicBezTo>
                  <a:pt x="3633" y="251"/>
                  <a:pt x="3633" y="251"/>
                  <a:pt x="3633" y="251"/>
                </a:cubicBezTo>
                <a:cubicBezTo>
                  <a:pt x="3702" y="251"/>
                  <a:pt x="3758" y="307"/>
                  <a:pt x="3758" y="376"/>
                </a:cubicBezTo>
                <a:cubicBezTo>
                  <a:pt x="3758" y="2756"/>
                  <a:pt x="3758" y="2756"/>
                  <a:pt x="3758" y="2756"/>
                </a:cubicBezTo>
                <a:cubicBezTo>
                  <a:pt x="0" y="2756"/>
                  <a:pt x="0" y="2756"/>
                  <a:pt x="0" y="2756"/>
                </a:cubicBezTo>
                <a:lnTo>
                  <a:pt x="0" y="126"/>
                </a:lnTo>
                <a:close/>
                <a:moveTo>
                  <a:pt x="0" y="501"/>
                </a:moveTo>
                <a:cubicBezTo>
                  <a:pt x="1065" y="501"/>
                  <a:pt x="1065" y="501"/>
                  <a:pt x="1065" y="501"/>
                </a:cubicBezTo>
                <a:cubicBezTo>
                  <a:pt x="1187" y="501"/>
                  <a:pt x="1298" y="453"/>
                  <a:pt x="1378" y="376"/>
                </a:cubicBezTo>
                <a:cubicBezTo>
                  <a:pt x="1458" y="299"/>
                  <a:pt x="1569" y="251"/>
                  <a:pt x="1691" y="251"/>
                </a:cubicBezTo>
              </a:path>
            </a:pathLst>
          </a:custGeom>
          <a:noFill/>
          <a:ln w="12700" cap="sq">
            <a:solidFill>
              <a:srgbClr val="3399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2F2F"/>
              </a:solidFill>
              <a:effectLst/>
              <a:uLnTx/>
              <a:uFillTx/>
            </a:endParaRPr>
          </a:p>
        </p:txBody>
      </p:sp>
      <p:cxnSp>
        <p:nvCxnSpPr>
          <p:cNvPr id="14" name="Straight Connector 74">
            <a:extLst>
              <a:ext uri="{FF2B5EF4-FFF2-40B4-BE49-F238E27FC236}">
                <a16:creationId xmlns:a16="http://schemas.microsoft.com/office/drawing/2014/main" id="{2FC5A3C5-82D6-C80E-7DB7-0B38ACDD49A3}"/>
              </a:ext>
            </a:extLst>
          </p:cNvPr>
          <p:cNvCxnSpPr>
            <a:cxnSpLocks/>
          </p:cNvCxnSpPr>
          <p:nvPr/>
        </p:nvCxnSpPr>
        <p:spPr>
          <a:xfrm>
            <a:off x="6093020" y="1970674"/>
            <a:ext cx="0" cy="2661351"/>
          </a:xfrm>
          <a:prstGeom prst="line">
            <a:avLst/>
          </a:prstGeom>
          <a:noFill/>
          <a:ln w="9525" cap="flat" cmpd="sng" algn="ctr">
            <a:solidFill>
              <a:srgbClr val="FFFFFF">
                <a:lumMod val="85000"/>
              </a:srgbClr>
            </a:solidFill>
            <a:prstDash val="solid"/>
            <a:headEnd type="none"/>
            <a:tailEnd type="none"/>
          </a:ln>
          <a:effectLst/>
        </p:spPr>
      </p:cxnSp>
      <p:sp>
        <p:nvSpPr>
          <p:cNvPr id="25" name="TextBox 5">
            <a:extLst>
              <a:ext uri="{FF2B5EF4-FFF2-40B4-BE49-F238E27FC236}">
                <a16:creationId xmlns:a16="http://schemas.microsoft.com/office/drawing/2014/main" id="{22763C59-D012-6814-60C1-A858158BBBC3}"/>
              </a:ext>
            </a:extLst>
          </p:cNvPr>
          <p:cNvSpPr txBox="1"/>
          <p:nvPr/>
        </p:nvSpPr>
        <p:spPr>
          <a:xfrm>
            <a:off x="2378685" y="2631896"/>
            <a:ext cx="2312855" cy="488422"/>
          </a:xfrm>
          <a:prstGeom prst="rect">
            <a:avLst/>
          </a:prstGeom>
          <a:noFill/>
        </p:spPr>
        <p:txBody>
          <a:bodyPr wrap="none" lIns="179285" tIns="143428" rIns="179285" bIns="143428" rtlCol="0">
            <a:spAutoFit/>
          </a:bodyPr>
          <a:lstStyle/>
          <a:p>
            <a:pPr marL="0" marR="0" lvl="0" indent="0" algn="ctr" defTabSz="896386" eaLnBrk="1" fontAlgn="auto" latinLnBrk="0" hangingPunct="1">
              <a:lnSpc>
                <a:spcPct val="90000"/>
              </a:lnSpc>
              <a:spcBef>
                <a:spcPts val="0"/>
              </a:spcBef>
              <a:spcAft>
                <a:spcPts val="588"/>
              </a:spcAft>
              <a:buClrTx/>
              <a:buSzTx/>
              <a:buFontTx/>
              <a:buNone/>
              <a:tabLst/>
              <a:defRPr/>
            </a:pPr>
            <a:r>
              <a:rPr kumimoji="0" lang="ja-JP" altLang="en-US" sz="1765" b="0" i="0" u="none" strike="noStrike" kern="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オブジェクト ストレージ</a:t>
            </a:r>
            <a:endParaRPr kumimoji="0" lang="en-US" sz="1765" b="0" i="0" u="none" strike="noStrike" kern="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p:txBody>
      </p:sp>
      <p:sp>
        <p:nvSpPr>
          <p:cNvPr id="26" name="TextBox 14">
            <a:extLst>
              <a:ext uri="{FF2B5EF4-FFF2-40B4-BE49-F238E27FC236}">
                <a16:creationId xmlns:a16="http://schemas.microsoft.com/office/drawing/2014/main" id="{A322CBBE-9774-8DD9-F9C3-DE6B475770E6}"/>
              </a:ext>
            </a:extLst>
          </p:cNvPr>
          <p:cNvSpPr txBox="1"/>
          <p:nvPr/>
        </p:nvSpPr>
        <p:spPr>
          <a:xfrm>
            <a:off x="2292325" y="3088834"/>
            <a:ext cx="2485567" cy="732475"/>
          </a:xfrm>
          <a:prstGeom prst="rect">
            <a:avLst/>
          </a:prstGeom>
          <a:noFill/>
        </p:spPr>
        <p:txBody>
          <a:bodyPr wrap="square" lIns="179285" tIns="143428" rIns="179285" bIns="143428" rtlCol="0">
            <a:spAutoFit/>
          </a:bodyPr>
          <a:lstStyle/>
          <a:p>
            <a:pPr marL="0" marR="0" lvl="0" indent="0" algn="ctr" defTabSz="896386" eaLnBrk="1" fontAlgn="auto" latinLnBrk="0" hangingPunct="1">
              <a:lnSpc>
                <a:spcPct val="90000"/>
              </a:lnSpc>
              <a:spcBef>
                <a:spcPts val="0"/>
              </a:spcBef>
              <a:spcAft>
                <a:spcPts val="588"/>
              </a:spcAft>
              <a:buClrTx/>
              <a:buSzTx/>
              <a:buFontTx/>
              <a:buNone/>
              <a:tabLst/>
              <a:defRPr/>
            </a:pPr>
            <a:r>
              <a:rPr kumimoji="0" lang="en-US" sz="1568" b="0" i="0" u="none" strike="noStrike" kern="0" cap="none" spc="0" normalizeH="0" baseline="0" noProof="0" dirty="0">
                <a:ln>
                  <a:noFill/>
                </a:ln>
                <a:solidFill>
                  <a:srgbClr val="2F2F2F"/>
                </a:solidFill>
                <a:effectLst/>
                <a:uLnTx/>
                <a:uFillTx/>
              </a:rPr>
              <a:t>Azure Blobs</a:t>
            </a:r>
          </a:p>
          <a:p>
            <a:pPr marL="0" marR="0" lvl="0" indent="0" algn="ctr" defTabSz="896386" eaLnBrk="1" fontAlgn="auto" latinLnBrk="0" hangingPunct="1">
              <a:lnSpc>
                <a:spcPct val="90000"/>
              </a:lnSpc>
              <a:spcBef>
                <a:spcPts val="0"/>
              </a:spcBef>
              <a:spcAft>
                <a:spcPts val="588"/>
              </a:spcAft>
              <a:buClrTx/>
              <a:buSzTx/>
              <a:buFontTx/>
              <a:buNone/>
              <a:tabLst/>
              <a:defRPr/>
            </a:pPr>
            <a:r>
              <a:rPr kumimoji="0" lang="en-US" sz="1568" b="0" i="0" u="none" strike="noStrike" kern="0" cap="none" spc="0" normalizeH="0" baseline="0" noProof="0" dirty="0">
                <a:ln>
                  <a:noFill/>
                </a:ln>
                <a:solidFill>
                  <a:srgbClr val="2F2F2F"/>
                </a:solidFill>
                <a:effectLst/>
                <a:uLnTx/>
                <a:uFillTx/>
              </a:rPr>
              <a:t>Azure Data Lake</a:t>
            </a:r>
          </a:p>
        </p:txBody>
      </p:sp>
      <p:sp>
        <p:nvSpPr>
          <p:cNvPr id="27" name="TextBox 38">
            <a:extLst>
              <a:ext uri="{FF2B5EF4-FFF2-40B4-BE49-F238E27FC236}">
                <a16:creationId xmlns:a16="http://schemas.microsoft.com/office/drawing/2014/main" id="{81EF6FF2-16A7-B963-8944-616036A5E7AB}"/>
              </a:ext>
            </a:extLst>
          </p:cNvPr>
          <p:cNvSpPr txBox="1"/>
          <p:nvPr/>
        </p:nvSpPr>
        <p:spPr>
          <a:xfrm>
            <a:off x="2074852" y="3679340"/>
            <a:ext cx="3030338" cy="1142198"/>
          </a:xfrm>
          <a:prstGeom prst="rect">
            <a:avLst/>
          </a:prstGeom>
          <a:noFill/>
        </p:spPr>
        <p:txBody>
          <a:bodyPr wrap="square" lIns="179285" tIns="143428" rIns="179285" bIns="143428" rtlCol="0">
            <a:spAutoFit/>
          </a:bodyPr>
          <a:lstStyle/>
          <a:p>
            <a:pPr lvl="0" algn="ctr" defTabSz="896386">
              <a:lnSpc>
                <a:spcPct val="90000"/>
              </a:lnSpc>
              <a:spcAft>
                <a:spcPts val="588"/>
              </a:spcAft>
              <a:defRPr/>
            </a:pPr>
            <a:r>
              <a:rPr kumimoji="0" lang="ja-JP" altLang="en-US" sz="1400" kern="0" dirty="0">
                <a:solidFill>
                  <a:srgbClr val="0078D7"/>
                </a:solidFill>
                <a:latin typeface="Yu Gothic UI" panose="020B0500000000000000" pitchFamily="50" charset="-128"/>
                <a:ea typeface="Yu Gothic UI" panose="020B0500000000000000" pitchFamily="50" charset="-128"/>
              </a:rPr>
              <a:t>バックアップ</a:t>
            </a:r>
            <a:r>
              <a:rPr kumimoji="0" lang="en-US" altLang="ja-JP" sz="1400" kern="0" dirty="0">
                <a:solidFill>
                  <a:srgbClr val="0078D7"/>
                </a:solidFill>
                <a:latin typeface="Yu Gothic UI" panose="020B0500000000000000" pitchFamily="50" charset="-128"/>
                <a:ea typeface="Yu Gothic UI" panose="020B0500000000000000" pitchFamily="50" charset="-128"/>
              </a:rPr>
              <a:t>/</a:t>
            </a:r>
            <a:r>
              <a:rPr kumimoji="0" lang="ja-JP" altLang="en-US" sz="1400" kern="0" dirty="0">
                <a:solidFill>
                  <a:srgbClr val="0078D7"/>
                </a:solidFill>
                <a:latin typeface="Yu Gothic UI" panose="020B0500000000000000" pitchFamily="50" charset="-128"/>
                <a:ea typeface="Yu Gothic UI" panose="020B0500000000000000" pitchFamily="50" charset="-128"/>
              </a:rPr>
              <a:t>障害復旧のためのセキュリティで保護された、一元化されたストレージ ターゲット</a:t>
            </a:r>
            <a:endParaRPr kumimoji="0" lang="en-US" altLang="ja-JP" sz="1400" kern="0" dirty="0">
              <a:solidFill>
                <a:srgbClr val="0078D7"/>
              </a:solidFill>
              <a:latin typeface="Yu Gothic UI" panose="020B0500000000000000" pitchFamily="50" charset="-128"/>
              <a:ea typeface="Yu Gothic UI" panose="020B0500000000000000" pitchFamily="50" charset="-128"/>
            </a:endParaRPr>
          </a:p>
          <a:p>
            <a:pPr lvl="0" algn="ctr" defTabSz="896386">
              <a:lnSpc>
                <a:spcPct val="90000"/>
              </a:lnSpc>
              <a:spcAft>
                <a:spcPts val="588"/>
              </a:spcAft>
              <a:defRPr/>
            </a:pPr>
            <a:r>
              <a:rPr kumimoji="0" lang="ja-JP" altLang="en-US" sz="1400" kern="0" dirty="0">
                <a:solidFill>
                  <a:srgbClr val="0078D7"/>
                </a:solidFill>
                <a:latin typeface="Yu Gothic UI" panose="020B0500000000000000" pitchFamily="50" charset="-128"/>
                <a:ea typeface="Yu Gothic UI" panose="020B0500000000000000" pitchFamily="50" charset="-128"/>
              </a:rPr>
              <a:t>アーカイブ用途のアクセス層を提供</a:t>
            </a:r>
          </a:p>
        </p:txBody>
      </p:sp>
      <p:sp>
        <p:nvSpPr>
          <p:cNvPr id="28" name="TextBox 8">
            <a:extLst>
              <a:ext uri="{FF2B5EF4-FFF2-40B4-BE49-F238E27FC236}">
                <a16:creationId xmlns:a16="http://schemas.microsoft.com/office/drawing/2014/main" id="{B533A48B-57A9-8CCE-5585-7BD86CA9B8D3}"/>
              </a:ext>
            </a:extLst>
          </p:cNvPr>
          <p:cNvSpPr txBox="1"/>
          <p:nvPr/>
        </p:nvSpPr>
        <p:spPr>
          <a:xfrm>
            <a:off x="7822974" y="2593511"/>
            <a:ext cx="1955335" cy="488422"/>
          </a:xfrm>
          <a:prstGeom prst="rect">
            <a:avLst/>
          </a:prstGeom>
          <a:noFill/>
        </p:spPr>
        <p:txBody>
          <a:bodyPr wrap="none" lIns="179285" tIns="143428" rIns="179285" bIns="143428" rtlCol="0">
            <a:spAutoFit/>
          </a:bodyPr>
          <a:lstStyle/>
          <a:p>
            <a:pPr marL="0" marR="0" lvl="0" indent="0" algn="ctr" defTabSz="896386" eaLnBrk="1" fontAlgn="auto" latinLnBrk="0" hangingPunct="1">
              <a:lnSpc>
                <a:spcPct val="90000"/>
              </a:lnSpc>
              <a:spcBef>
                <a:spcPts val="0"/>
              </a:spcBef>
              <a:spcAft>
                <a:spcPts val="588"/>
              </a:spcAft>
              <a:buClrTx/>
              <a:buSzTx/>
              <a:buFontTx/>
              <a:buNone/>
              <a:tabLst/>
              <a:defRPr/>
            </a:pPr>
            <a:r>
              <a:rPr kumimoji="0" lang="ja-JP" altLang="en-US" sz="1765" b="0" i="0" u="none" strike="noStrike" kern="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ファイル ストレージ</a:t>
            </a:r>
            <a:endParaRPr kumimoji="0" lang="en-US" sz="1765" b="0" i="0" u="none" strike="noStrike" kern="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p:txBody>
      </p:sp>
      <p:sp>
        <p:nvSpPr>
          <p:cNvPr id="29" name="TextBox 15">
            <a:extLst>
              <a:ext uri="{FF2B5EF4-FFF2-40B4-BE49-F238E27FC236}">
                <a16:creationId xmlns:a16="http://schemas.microsoft.com/office/drawing/2014/main" id="{8F501FFD-FC42-4928-350A-23CF6B20A67F}"/>
              </a:ext>
            </a:extLst>
          </p:cNvPr>
          <p:cNvSpPr txBox="1"/>
          <p:nvPr/>
        </p:nvSpPr>
        <p:spPr>
          <a:xfrm>
            <a:off x="7528004" y="3262378"/>
            <a:ext cx="2485567" cy="506833"/>
          </a:xfrm>
          <a:prstGeom prst="rect">
            <a:avLst/>
          </a:prstGeom>
          <a:noFill/>
        </p:spPr>
        <p:txBody>
          <a:bodyPr wrap="square" lIns="179285" tIns="143428" rIns="179285" bIns="143428" rtlCol="0">
            <a:spAutoFit/>
          </a:bodyPr>
          <a:lstStyle/>
          <a:p>
            <a:pPr marL="0" marR="0" lvl="0" indent="0" algn="ctr" defTabSz="896386" eaLnBrk="1" fontAlgn="auto" latinLnBrk="0" hangingPunct="1">
              <a:lnSpc>
                <a:spcPct val="90000"/>
              </a:lnSpc>
              <a:spcBef>
                <a:spcPts val="0"/>
              </a:spcBef>
              <a:spcAft>
                <a:spcPts val="588"/>
              </a:spcAft>
              <a:buClrTx/>
              <a:buSzTx/>
              <a:buFontTx/>
              <a:buNone/>
              <a:tabLst/>
              <a:defRPr/>
            </a:pPr>
            <a:r>
              <a:rPr kumimoji="0" lang="en-US" sz="1568" b="0" i="0" u="none" strike="noStrike" kern="0" cap="none" spc="0" normalizeH="0" baseline="0" noProof="0" dirty="0">
                <a:ln>
                  <a:noFill/>
                </a:ln>
                <a:solidFill>
                  <a:srgbClr val="2F2F2F"/>
                </a:solidFill>
                <a:effectLst/>
                <a:uLnTx/>
                <a:uFillTx/>
              </a:rPr>
              <a:t>Azure Files</a:t>
            </a:r>
          </a:p>
        </p:txBody>
      </p:sp>
      <p:sp>
        <p:nvSpPr>
          <p:cNvPr id="30" name="TextBox 37">
            <a:extLst>
              <a:ext uri="{FF2B5EF4-FFF2-40B4-BE49-F238E27FC236}">
                <a16:creationId xmlns:a16="http://schemas.microsoft.com/office/drawing/2014/main" id="{2D2322F1-1BD3-2AEE-0913-2AD022A9885B}"/>
              </a:ext>
            </a:extLst>
          </p:cNvPr>
          <p:cNvSpPr txBox="1"/>
          <p:nvPr/>
        </p:nvSpPr>
        <p:spPr>
          <a:xfrm>
            <a:off x="7494501" y="3661390"/>
            <a:ext cx="2611330" cy="796860"/>
          </a:xfrm>
          <a:prstGeom prst="rect">
            <a:avLst/>
          </a:prstGeom>
          <a:noFill/>
        </p:spPr>
        <p:txBody>
          <a:bodyPr wrap="square" lIns="179285" tIns="143428" rIns="179285" bIns="143428" rtlCol="0">
            <a:spAutoFit/>
          </a:bodyPr>
          <a:lstStyle/>
          <a:p>
            <a:pPr lvl="0" algn="ctr" defTabSz="896386">
              <a:lnSpc>
                <a:spcPct val="90000"/>
              </a:lnSpc>
              <a:spcAft>
                <a:spcPts val="588"/>
              </a:spcAft>
              <a:defRPr/>
            </a:pPr>
            <a:r>
              <a:rPr kumimoji="0" lang="ja-JP" altLang="en-US" sz="1400" kern="0" dirty="0">
                <a:solidFill>
                  <a:srgbClr val="0078D7"/>
                </a:solidFill>
                <a:latin typeface="Yu Gothic UI" panose="020B0500000000000000" pitchFamily="50" charset="-128"/>
                <a:ea typeface="Yu Gothic UI" panose="020B0500000000000000" pitchFamily="50" charset="-128"/>
              </a:rPr>
              <a:t>クラウドへのファイル共有を必要とするレガシーアプリケーションの</a:t>
            </a:r>
            <a:br>
              <a:rPr kumimoji="0" lang="en-US" altLang="ja-JP" sz="1400" kern="0" dirty="0">
                <a:solidFill>
                  <a:srgbClr val="0078D7"/>
                </a:solidFill>
                <a:latin typeface="Yu Gothic UI" panose="020B0500000000000000" pitchFamily="50" charset="-128"/>
                <a:ea typeface="Yu Gothic UI" panose="020B0500000000000000" pitchFamily="50" charset="-128"/>
              </a:rPr>
            </a:br>
            <a:r>
              <a:rPr kumimoji="0" lang="ja-JP" altLang="en-US" sz="1400" kern="0" dirty="0">
                <a:solidFill>
                  <a:srgbClr val="0078D7"/>
                </a:solidFill>
                <a:latin typeface="Yu Gothic UI" panose="020B0500000000000000" pitchFamily="50" charset="-128"/>
                <a:ea typeface="Yu Gothic UI" panose="020B0500000000000000" pitchFamily="50" charset="-128"/>
              </a:rPr>
              <a:t>リフト アンド シフト</a:t>
            </a:r>
          </a:p>
        </p:txBody>
      </p:sp>
      <p:sp>
        <p:nvSpPr>
          <p:cNvPr id="31" name="テキスト ボックス 30">
            <a:extLst>
              <a:ext uri="{FF2B5EF4-FFF2-40B4-BE49-F238E27FC236}">
                <a16:creationId xmlns:a16="http://schemas.microsoft.com/office/drawing/2014/main" id="{DDAB94E5-4B64-AB7E-476C-EF750E5BC1FC}"/>
              </a:ext>
            </a:extLst>
          </p:cNvPr>
          <p:cNvSpPr txBox="1"/>
          <p:nvPr/>
        </p:nvSpPr>
        <p:spPr>
          <a:xfrm>
            <a:off x="2164080" y="5321161"/>
            <a:ext cx="7691120" cy="553998"/>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20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それぞれ、</a:t>
            </a:r>
            <a:r>
              <a:rPr kumimoji="0" lang="en-US" altLang="ja-JP" sz="20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Azure </a:t>
            </a:r>
            <a:r>
              <a:rPr kumimoji="0" lang="ja-JP" altLang="en-US" sz="20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のストレージアカウントの機能として、データのゾーン冗長、</a:t>
            </a:r>
            <a:endParaRPr kumimoji="0" lang="en-US" altLang="ja-JP" sz="20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algn="ctr" defTabSz="931757" rtl="0" eaLnBrk="1" fontAlgn="base" latinLnBrk="0" hangingPunct="1">
              <a:lnSpc>
                <a:spcPct val="90000"/>
              </a:lnSpc>
              <a:spcBef>
                <a:spcPct val="0"/>
              </a:spcBef>
              <a:spcAft>
                <a:spcPct val="0"/>
              </a:spcAft>
              <a:buClrTx/>
              <a:buSzTx/>
              <a:buFontTx/>
              <a:buNone/>
              <a:tabLst/>
            </a:pPr>
            <a:r>
              <a:rPr kumimoji="0" lang="ja-JP" altLang="en-US" sz="20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リージョン冗長の機能を備える</a:t>
            </a:r>
          </a:p>
        </p:txBody>
      </p:sp>
    </p:spTree>
    <p:extLst>
      <p:ext uri="{BB962C8B-B14F-4D97-AF65-F5344CB8AC3E}">
        <p14:creationId xmlns:p14="http://schemas.microsoft.com/office/powerpoint/2010/main" val="541512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F93C-78FB-323D-883A-8856A477698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5C038C0-EE51-C959-5AD3-23A7F9A9E96A}"/>
              </a:ext>
            </a:extLst>
          </p:cNvPr>
          <p:cNvSpPr>
            <a:spLocks noGrp="1"/>
          </p:cNvSpPr>
          <p:nvPr/>
        </p:nvSpPr>
        <p:spPr>
          <a:xfrm>
            <a:off x="685800" y="400050"/>
            <a:ext cx="1102868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spcBef>
                <a:spcPts val="0"/>
              </a:spcBef>
              <a:defRPr/>
            </a:pP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ゾーン</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リージョン障害に対応するための機能</a:t>
            </a:r>
            <a:r>
              <a:rPr lang="en-US" altLang="ja-JP" sz="2000" dirty="0">
                <a:solidFill>
                  <a:prstClr val="black"/>
                </a:solidFill>
                <a:latin typeface="Yu Gothic UI" panose="020B0500000000000000" pitchFamily="50" charset="-128"/>
                <a:ea typeface="Yu Gothic UI" panose="020B0500000000000000" pitchFamily="50" charset="-128"/>
                <a:cs typeface="Segoe Sans Display Semibold" pitchFamily="2" charset="0"/>
              </a:rPr>
              <a:t> </a:t>
            </a:r>
            <a:r>
              <a:rPr lang="ja-JP" altLang="en-US" sz="2000">
                <a:solidFill>
                  <a:prstClr val="black"/>
                </a:solidFill>
                <a:latin typeface="Yu Gothic UI" panose="020B0500000000000000" pitchFamily="50" charset="-128"/>
                <a:ea typeface="Yu Gothic UI" panose="020B0500000000000000" pitchFamily="50" charset="-128"/>
                <a:cs typeface="Segoe Sans Display Semibold" pitchFamily="2" charset="0"/>
              </a:rPr>
              <a:t>ストレージの冗長性</a:t>
            </a:r>
            <a:endParaRPr lang="ja-JP" altLang="en-US" sz="2000" dirty="0">
              <a:solidFill>
                <a:prstClr val="black"/>
              </a:solidFill>
              <a:latin typeface="Yu Gothic UI" panose="020B0500000000000000" pitchFamily="50" charset="-128"/>
              <a:ea typeface="Yu Gothic UI" panose="020B0500000000000000" pitchFamily="50" charset="-128"/>
              <a:cs typeface="Segoe Sans Display Semibold" pitchFamily="2" charset="0"/>
            </a:endParaRPr>
          </a:p>
        </p:txBody>
      </p:sp>
      <p:sp>
        <p:nvSpPr>
          <p:cNvPr id="2" name="正方形/長方形 1">
            <a:extLst>
              <a:ext uri="{FF2B5EF4-FFF2-40B4-BE49-F238E27FC236}">
                <a16:creationId xmlns:a16="http://schemas.microsoft.com/office/drawing/2014/main" id="{EE920B57-E8A2-4A11-7C97-3FA0D100873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8</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133" name="正方形/長方形 132">
            <a:extLst>
              <a:ext uri="{FF2B5EF4-FFF2-40B4-BE49-F238E27FC236}">
                <a16:creationId xmlns:a16="http://schemas.microsoft.com/office/drawing/2014/main" id="{8684AC43-F954-F3AF-62B1-08735DF5461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pSp>
        <p:nvGrpSpPr>
          <p:cNvPr id="128" name="Group 50">
            <a:extLst>
              <a:ext uri="{FF2B5EF4-FFF2-40B4-BE49-F238E27FC236}">
                <a16:creationId xmlns:a16="http://schemas.microsoft.com/office/drawing/2014/main" id="{AD079CD3-075F-E13C-4C44-BBA1021D2DC5}"/>
              </a:ext>
            </a:extLst>
          </p:cNvPr>
          <p:cNvGrpSpPr/>
          <p:nvPr/>
        </p:nvGrpSpPr>
        <p:grpSpPr>
          <a:xfrm>
            <a:off x="83518" y="1629517"/>
            <a:ext cx="2682514" cy="4504701"/>
            <a:chOff x="864724" y="1918840"/>
            <a:chExt cx="2683276" cy="4505979"/>
          </a:xfrm>
        </p:grpSpPr>
        <p:sp>
          <p:nvSpPr>
            <p:cNvPr id="129" name="Rectangle 55">
              <a:extLst>
                <a:ext uri="{FF2B5EF4-FFF2-40B4-BE49-F238E27FC236}">
                  <a16:creationId xmlns:a16="http://schemas.microsoft.com/office/drawing/2014/main" id="{AA9AB73D-727D-5654-EDFF-F7651AF1E71D}"/>
                </a:ext>
              </a:extLst>
            </p:cNvPr>
            <p:cNvSpPr/>
            <p:nvPr/>
          </p:nvSpPr>
          <p:spPr bwMode="auto">
            <a:xfrm>
              <a:off x="864724" y="3922192"/>
              <a:ext cx="2683276" cy="2502627"/>
            </a:xfrm>
            <a:prstGeom prst="rect">
              <a:avLst/>
            </a:prstGeom>
            <a:noFill/>
            <a:ln w="6350" cap="flat" cmpd="sng" algn="ctr">
              <a:noFill/>
              <a:prstDash val="solid"/>
              <a:miter lim="800000"/>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l" defTabSz="913751"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LRS</a:t>
              </a:r>
              <a:r>
                <a:rPr lang="ja-JP" altLang="en-US" sz="1100" dirty="0">
                  <a:solidFill>
                    <a:srgbClr val="0078D7"/>
                  </a:solidFill>
                  <a:latin typeface="Yu Gothic UI" panose="020B0500000000000000" pitchFamily="50" charset="-128"/>
                  <a:ea typeface="Yu Gothic UI" panose="020B0500000000000000" pitchFamily="50" charset="-128"/>
                  <a:cs typeface="Segoe UI Semibold" panose="020B0702040204020203" pitchFamily="34" charset="0"/>
                </a:rPr>
                <a:t> </a:t>
              </a:r>
              <a:r>
                <a:rPr lang="en-US" altLang="ja-JP" sz="1100" dirty="0">
                  <a:solidFill>
                    <a:srgbClr val="0078D7"/>
                  </a:solidFill>
                  <a:latin typeface="Yu Gothic UI" panose="020B0500000000000000" pitchFamily="50" charset="-128"/>
                  <a:ea typeface="Yu Gothic UI" panose="020B0500000000000000" pitchFamily="50" charset="-128"/>
                  <a:cs typeface="Segoe UI Semibold" panose="020B0702040204020203" pitchFamily="34" charset="0"/>
                </a:rPr>
                <a:t>(</a:t>
              </a:r>
              <a:r>
                <a:rPr lang="ja-JP" altLang="en-US" sz="1100" dirty="0">
                  <a:solidFill>
                    <a:srgbClr val="0078D7"/>
                  </a:solidFill>
                  <a:latin typeface="Yu Gothic UI" panose="020B0500000000000000" pitchFamily="50" charset="-128"/>
                  <a:ea typeface="Yu Gothic UI" panose="020B0500000000000000" pitchFamily="50" charset="-128"/>
                  <a:cs typeface="Segoe UI Semibold" panose="020B0702040204020203" pitchFamily="34" charset="0"/>
                </a:rPr>
                <a:t> </a:t>
              </a:r>
              <a:r>
                <a:rPr lang="en-US" altLang="ja-JP" sz="1100" dirty="0">
                  <a:solidFill>
                    <a:srgbClr val="0078D7"/>
                  </a:solidFill>
                  <a:latin typeface="Yu Gothic UI" panose="020B0500000000000000" pitchFamily="50" charset="-128"/>
                  <a:ea typeface="Yu Gothic UI" panose="020B0500000000000000" pitchFamily="50" charset="-128"/>
                  <a:cs typeface="Segoe UI Semibold" panose="020B0702040204020203" pitchFamily="34" charset="0"/>
                </a:rPr>
                <a:t>Locally Redundant Storage )</a:t>
              </a:r>
              <a:endParaRPr kumimoji="0" lang="en-US" sz="11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a:p>
              <a:pPr marL="0" marR="0" lvl="0" indent="0" algn="l" defTabSz="913751"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99.9% </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の </a:t>
              </a: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Read / Write SLA</a:t>
              </a:r>
            </a:p>
            <a:p>
              <a:pPr marL="0" marR="0" lvl="0" indent="0" algn="l" defTabSz="913751"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クールアクセスレベルでは</a:t>
              </a: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endPar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a:p>
              <a:pPr marL="0" marR="0" lvl="0" indent="0" algn="l" defTabSz="913751"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リージョン内</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レプリカ</a:t>
              </a:r>
              <a:endParaRPr kumimoji="0" 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ディスク、ノード、ラックレベル障害への保護</a:t>
              </a:r>
              <a:endPar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全レプリカがコミットで</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ACK</a:t>
              </a: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データ耐久性</a:t>
              </a:r>
              <a:b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b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99.999999999 (11</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ナイン</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a:t>
              </a:r>
              <a:r>
                <a:rPr kumimoji="0" 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	</a:t>
              </a:r>
            </a:p>
            <a:p>
              <a:pPr marL="0" marR="0" lvl="0" indent="0" algn="l" defTabSz="913751"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30" name="Rectangle 57">
              <a:extLst>
                <a:ext uri="{FF2B5EF4-FFF2-40B4-BE49-F238E27FC236}">
                  <a16:creationId xmlns:a16="http://schemas.microsoft.com/office/drawing/2014/main" id="{0519E78B-83ED-CA1E-277F-0F625A3337ED}"/>
                </a:ext>
              </a:extLst>
            </p:cNvPr>
            <p:cNvSpPr>
              <a:spLocks noChangeAspect="1"/>
            </p:cNvSpPr>
            <p:nvPr/>
          </p:nvSpPr>
          <p:spPr bwMode="auto">
            <a:xfrm>
              <a:off x="1448626" y="2486357"/>
              <a:ext cx="1045829" cy="993538"/>
            </a:xfrm>
            <a:prstGeom prst="rect">
              <a:avLst/>
            </a:prstGeom>
            <a:noFill/>
            <a:ln w="19050" cap="flat" cmpd="sng" algn="ctr">
              <a:noFill/>
              <a:prstDash val="solid"/>
              <a:miter lim="800000"/>
              <a:headEnd type="none" w="med" len="med"/>
              <a:tailEnd type="none" w="med" len="med"/>
            </a:ln>
            <a:effectLst/>
          </p:spPr>
          <p:txBody>
            <a:bodyPr rot="0" spcFirstLastPara="0" vertOverflow="overflow" horzOverflow="overflow" vert="horz" wrap="square" lIns="179234" tIns="143387" rIns="179234" bIns="143387" numCol="1" spcCol="0" rtlCol="0" fromWordArt="0" anchor="t" anchorCtr="0" forceAA="0" compatLnSpc="1">
              <a:prstTxWarp prst="textNoShape">
                <a:avLst/>
              </a:prstTxWarp>
              <a:noAutofit/>
            </a:bodyPr>
            <a:lstStyle/>
            <a:p>
              <a:pPr marL="0" marR="0" lvl="0" indent="0" algn="ctr" defTabSz="913751"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31" name="Database_EFC7" title="Icon of a cylinder">
              <a:extLst>
                <a:ext uri="{FF2B5EF4-FFF2-40B4-BE49-F238E27FC236}">
                  <a16:creationId xmlns:a16="http://schemas.microsoft.com/office/drawing/2014/main" id="{FD70ACA0-BDE3-197F-0A6C-82B6B385F627}"/>
                </a:ext>
              </a:extLst>
            </p:cNvPr>
            <p:cNvSpPr>
              <a:spLocks noChangeAspect="1" noEditPoints="1"/>
            </p:cNvSpPr>
            <p:nvPr/>
          </p:nvSpPr>
          <p:spPr bwMode="auto">
            <a:xfrm>
              <a:off x="1583670" y="2650235"/>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32" name="Database_EFC7" title="Icon of a cylinder">
              <a:extLst>
                <a:ext uri="{FF2B5EF4-FFF2-40B4-BE49-F238E27FC236}">
                  <a16:creationId xmlns:a16="http://schemas.microsoft.com/office/drawing/2014/main" id="{7DB6B7ED-89A9-FA08-10DC-EC9A7D8E0AC1}"/>
                </a:ext>
              </a:extLst>
            </p:cNvPr>
            <p:cNvSpPr>
              <a:spLocks noChangeAspect="1" noEditPoints="1"/>
            </p:cNvSpPr>
            <p:nvPr/>
          </p:nvSpPr>
          <p:spPr bwMode="auto">
            <a:xfrm>
              <a:off x="1736070" y="2802635"/>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9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34" name="Database_EFC7" title="Icon of a cylinder">
              <a:extLst>
                <a:ext uri="{FF2B5EF4-FFF2-40B4-BE49-F238E27FC236}">
                  <a16:creationId xmlns:a16="http://schemas.microsoft.com/office/drawing/2014/main" id="{F318AB72-FDC0-B3B7-ADB2-B38D2AD2B4B7}"/>
                </a:ext>
              </a:extLst>
            </p:cNvPr>
            <p:cNvSpPr>
              <a:spLocks noChangeAspect="1" noEditPoints="1"/>
            </p:cNvSpPr>
            <p:nvPr/>
          </p:nvSpPr>
          <p:spPr bwMode="auto">
            <a:xfrm>
              <a:off x="1888470" y="2941576"/>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9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cxnSp>
          <p:nvCxnSpPr>
            <p:cNvPr id="135" name="Straight Arrow Connector 70">
              <a:extLst>
                <a:ext uri="{FF2B5EF4-FFF2-40B4-BE49-F238E27FC236}">
                  <a16:creationId xmlns:a16="http://schemas.microsoft.com/office/drawing/2014/main" id="{A5F17E02-213D-DE60-EB03-AEB378B65BC4}"/>
                </a:ext>
              </a:extLst>
            </p:cNvPr>
            <p:cNvCxnSpPr>
              <a:cxnSpLocks/>
            </p:cNvCxnSpPr>
            <p:nvPr/>
          </p:nvCxnSpPr>
          <p:spPr>
            <a:xfrm flipV="1">
              <a:off x="2116085" y="1918840"/>
              <a:ext cx="0" cy="510046"/>
            </a:xfrm>
            <a:prstGeom prst="straightConnector1">
              <a:avLst/>
            </a:prstGeom>
            <a:noFill/>
            <a:ln w="28575" cap="flat" cmpd="sng" algn="ctr">
              <a:solidFill>
                <a:srgbClr val="000000"/>
              </a:solidFill>
              <a:prstDash val="solid"/>
              <a:miter lim="800000"/>
              <a:headEnd type="none" w="med" len="med"/>
              <a:tailEnd type="arrow" w="med" len="med"/>
            </a:ln>
            <a:effectLst/>
          </p:spPr>
        </p:cxnSp>
        <p:cxnSp>
          <p:nvCxnSpPr>
            <p:cNvPr id="136" name="Straight Arrow Connector 72">
              <a:extLst>
                <a:ext uri="{FF2B5EF4-FFF2-40B4-BE49-F238E27FC236}">
                  <a16:creationId xmlns:a16="http://schemas.microsoft.com/office/drawing/2014/main" id="{284FAE13-D7F6-E4C1-F868-98466A76C794}"/>
                </a:ext>
              </a:extLst>
            </p:cNvPr>
            <p:cNvCxnSpPr>
              <a:cxnSpLocks/>
            </p:cNvCxnSpPr>
            <p:nvPr/>
          </p:nvCxnSpPr>
          <p:spPr>
            <a:xfrm flipH="1">
              <a:off x="1770254" y="1918840"/>
              <a:ext cx="0" cy="510046"/>
            </a:xfrm>
            <a:prstGeom prst="straightConnector1">
              <a:avLst/>
            </a:prstGeom>
            <a:noFill/>
            <a:ln w="28575" cap="flat" cmpd="sng" algn="ctr">
              <a:solidFill>
                <a:srgbClr val="000000"/>
              </a:solidFill>
              <a:prstDash val="solid"/>
              <a:miter lim="800000"/>
              <a:headEnd type="none" w="med" len="med"/>
              <a:tailEnd type="arrow" w="med" len="med"/>
            </a:ln>
            <a:effectLst/>
          </p:spPr>
        </p:cxnSp>
      </p:grpSp>
      <p:grpSp>
        <p:nvGrpSpPr>
          <p:cNvPr id="137" name="Group 73">
            <a:extLst>
              <a:ext uri="{FF2B5EF4-FFF2-40B4-BE49-F238E27FC236}">
                <a16:creationId xmlns:a16="http://schemas.microsoft.com/office/drawing/2014/main" id="{6901E848-8D8C-903A-177F-732CA840F66A}"/>
              </a:ext>
            </a:extLst>
          </p:cNvPr>
          <p:cNvGrpSpPr/>
          <p:nvPr/>
        </p:nvGrpSpPr>
        <p:grpSpPr>
          <a:xfrm>
            <a:off x="5849621" y="1328738"/>
            <a:ext cx="3012747" cy="4764849"/>
            <a:chOff x="4525412" y="1976311"/>
            <a:chExt cx="3013601" cy="4766202"/>
          </a:xfrm>
        </p:grpSpPr>
        <p:sp>
          <p:nvSpPr>
            <p:cNvPr id="138" name="Rectangle 74">
              <a:extLst>
                <a:ext uri="{FF2B5EF4-FFF2-40B4-BE49-F238E27FC236}">
                  <a16:creationId xmlns:a16="http://schemas.microsoft.com/office/drawing/2014/main" id="{4446EA82-D3EA-7B7B-70C7-F09B4698FFAD}"/>
                </a:ext>
              </a:extLst>
            </p:cNvPr>
            <p:cNvSpPr/>
            <p:nvPr/>
          </p:nvSpPr>
          <p:spPr bwMode="auto">
            <a:xfrm>
              <a:off x="4619893" y="4239886"/>
              <a:ext cx="2919120" cy="2502627"/>
            </a:xfrm>
            <a:prstGeom prst="rect">
              <a:avLst/>
            </a:prstGeom>
            <a:noFill/>
            <a:ln w="6350" cap="flat" cmpd="sng" algn="ctr">
              <a:noFill/>
              <a:prstDash val="solid"/>
              <a:miter lim="800000"/>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GRS</a:t>
              </a:r>
              <a:r>
                <a:rPr kumimoji="0" lang="en-US" sz="11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 ( Geo-Redundant Storage )</a:t>
              </a:r>
              <a:br>
                <a:rPr kumimoji="0" 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br>
              <a:r>
                <a:rPr kumimoji="0" 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99.9% </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の </a:t>
              </a: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Read / Write SLA</a:t>
              </a:r>
            </a:p>
            <a:p>
              <a:pPr marL="0" marR="0" lvl="0" indent="0" algn="l" defTabSz="914016" rtl="0" eaLnBrk="1" fontAlgn="auto" latinLnBrk="0" hangingPunct="1">
                <a:lnSpc>
                  <a:spcPct val="100000"/>
                </a:lnSpc>
                <a:spcBef>
                  <a:spcPts val="0"/>
                </a:spcBef>
                <a:spcAft>
                  <a:spcPts val="0"/>
                </a:spcAft>
                <a:buClrTx/>
                <a:buSzTx/>
                <a:buFontTx/>
                <a:buNone/>
                <a:tabLst/>
                <a:defRPr/>
              </a:pP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クールアクセスレベルでは</a:t>
              </a: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endParaRPr kumimoji="0" 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a:p>
              <a:pPr marL="0" marR="0" lvl="0" indent="0" algn="l" defTabSz="91401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Yu Gothic UI" panose="020B0500000000000000" pitchFamily="50" charset="-128"/>
                <a:ea typeface="Yu Gothic UI" panose="020B0500000000000000" pitchFamily="50" charset="-128"/>
              </a:endParaRPr>
            </a:p>
            <a:p>
              <a:pPr marL="0" marR="0" lvl="0" indent="0" algn="l" defTabSz="914016"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2 </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リージョン、</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6 </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レプリカ</a:t>
              </a:r>
              <a:endParaRPr kumimoji="0" 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4016" rtl="0" eaLnBrk="1" fontAlgn="auto" latinLnBrk="0" hangingPunct="1">
                <a:lnSpc>
                  <a:spcPct val="100000"/>
                </a:lnSpc>
                <a:spcBef>
                  <a:spcPts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広域災害の保護</a:t>
              </a:r>
              <a:endPar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4016" rtl="0" eaLnBrk="1" fontAlgn="auto" latinLnBrk="0" hangingPunct="1">
                <a:lnSpc>
                  <a:spcPct val="100000"/>
                </a:lnSpc>
                <a:spcBef>
                  <a:spcPts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セカンダリへの非同期書き込み</a:t>
              </a:r>
              <a:b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b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 </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ペア リージョン間で</a:t>
              </a:r>
              <a:r>
                <a:rPr lang="ja-JP" altLang="en-US"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コピー作成 </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　　　　　　　　　　　　　</a:t>
              </a:r>
              <a:endPar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4016" rtl="0" eaLnBrk="1" fontAlgn="auto" latinLnBrk="0" hangingPunct="1">
                <a:lnSpc>
                  <a:spcPct val="100000"/>
                </a:lnSpc>
                <a:spcBef>
                  <a:spcPts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データ耐久性</a:t>
              </a:r>
              <a:b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b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99.99999999999999 (16</a:t>
              </a:r>
              <a:r>
                <a:rPr kumimoji="0" lang="ja-JP" altLang="en-US" sz="1200" b="0" i="0" u="none" strike="noStrike" kern="120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ナイン</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a:t>
              </a:r>
            </a:p>
            <a:p>
              <a:pPr marL="0" marR="0" lvl="0" indent="0" algn="l" defTabSz="914016"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a:t>
              </a:r>
              <a:r>
                <a:rPr kumimoji="0" lang="en-US" sz="1200" b="0" i="0" u="none" strike="noStrike" kern="1200" cap="none" spc="0" normalizeH="0" baseline="0" noProof="0" dirty="0" err="1">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セカンダリ</a:t>
              </a:r>
              <a:r>
                <a:rPr lang="en-US" sz="1200" dirty="0" err="1">
                  <a:solidFill>
                    <a:srgbClr val="2F2F2F"/>
                  </a:solidFill>
                  <a:latin typeface="Yu Gothic UI" panose="020B0500000000000000" pitchFamily="50" charset="-128"/>
                  <a:ea typeface="Yu Gothic UI" panose="020B0500000000000000" pitchFamily="50" charset="-128"/>
                  <a:cs typeface="Segoe UI" panose="020B0502040204020203" pitchFamily="34" charset="0"/>
                </a:rPr>
                <a:t>リージョンで読み取り可能なRA-GRSも利用可能</a:t>
              </a:r>
              <a:r>
                <a:rPr lang="en-US"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 (Read SLA Hot層99.99％、Cool層99.9%)</a:t>
              </a:r>
              <a:endParaRPr kumimoji="0" lang="en-US" sz="1200" b="0" i="0" u="none" strike="noStrike" kern="1200" cap="none" spc="0" normalizeH="0" baseline="0" noProof="0" dirty="0">
                <a:ln>
                  <a:noFill/>
                </a:ln>
                <a:solidFill>
                  <a:srgbClr val="FFFFFF"/>
                </a:solidFill>
                <a:effectLst/>
                <a:uLnTx/>
                <a:uFillTx/>
                <a:latin typeface="Yu Gothic UI" panose="020B0500000000000000" pitchFamily="50" charset="-128"/>
                <a:ea typeface="Yu Gothic UI" panose="020B0500000000000000" pitchFamily="50" charset="-128"/>
              </a:endParaRPr>
            </a:p>
          </p:txBody>
        </p:sp>
        <p:sp>
          <p:nvSpPr>
            <p:cNvPr id="139" name="TextBox 77">
              <a:extLst>
                <a:ext uri="{FF2B5EF4-FFF2-40B4-BE49-F238E27FC236}">
                  <a16:creationId xmlns:a16="http://schemas.microsoft.com/office/drawing/2014/main" id="{ED71FF87-D0A4-BEDC-DE3E-54A655C3D4AD}"/>
                </a:ext>
              </a:extLst>
            </p:cNvPr>
            <p:cNvSpPr txBox="1"/>
            <p:nvPr/>
          </p:nvSpPr>
          <p:spPr>
            <a:xfrm>
              <a:off x="5265377" y="2549591"/>
              <a:ext cx="1069196" cy="455903"/>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&gt;300</a:t>
              </a: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マイル</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40" name="TextBox 79">
              <a:extLst>
                <a:ext uri="{FF2B5EF4-FFF2-40B4-BE49-F238E27FC236}">
                  <a16:creationId xmlns:a16="http://schemas.microsoft.com/office/drawing/2014/main" id="{0015D848-E455-2EC7-7A5E-E4859B6215A0}"/>
                </a:ext>
              </a:extLst>
            </p:cNvPr>
            <p:cNvSpPr txBox="1"/>
            <p:nvPr/>
          </p:nvSpPr>
          <p:spPr>
            <a:xfrm>
              <a:off x="5435637" y="3141579"/>
              <a:ext cx="823867" cy="455903"/>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lang="ja-JP" altLang="en-US" sz="1200" kern="0" dirty="0">
                  <a:gradFill>
                    <a:gsLst>
                      <a:gs pos="2917">
                        <a:srgbClr val="505050"/>
                      </a:gs>
                      <a:gs pos="30000">
                        <a:srgbClr val="505050"/>
                      </a:gs>
                    </a:gsLst>
                    <a:lin ang="5400000" scaled="0"/>
                  </a:gradFill>
                  <a:latin typeface="Yu Gothic UI" panose="020B0500000000000000" pitchFamily="50" charset="-128"/>
                  <a:ea typeface="Yu Gothic UI" panose="020B0500000000000000" pitchFamily="50" charset="-128"/>
                </a:rPr>
                <a:t>非同期</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endParaRPr>
            </a:p>
          </p:txBody>
        </p:sp>
        <p:sp>
          <p:nvSpPr>
            <p:cNvPr id="141" name="TextBox 80">
              <a:extLst>
                <a:ext uri="{FF2B5EF4-FFF2-40B4-BE49-F238E27FC236}">
                  <a16:creationId xmlns:a16="http://schemas.microsoft.com/office/drawing/2014/main" id="{F95A8533-0463-5A71-7312-75B4FE2AD29A}"/>
                </a:ext>
              </a:extLst>
            </p:cNvPr>
            <p:cNvSpPr txBox="1"/>
            <p:nvPr/>
          </p:nvSpPr>
          <p:spPr>
            <a:xfrm>
              <a:off x="4729191" y="3509842"/>
              <a:ext cx="1016282" cy="455903"/>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プライマリー</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42" name="TextBox 81">
              <a:extLst>
                <a:ext uri="{FF2B5EF4-FFF2-40B4-BE49-F238E27FC236}">
                  <a16:creationId xmlns:a16="http://schemas.microsoft.com/office/drawing/2014/main" id="{CBF7BFB8-D189-50CE-BD67-3767E1921FA5}"/>
                </a:ext>
              </a:extLst>
            </p:cNvPr>
            <p:cNvSpPr txBox="1"/>
            <p:nvPr/>
          </p:nvSpPr>
          <p:spPr>
            <a:xfrm>
              <a:off x="6224154" y="3509842"/>
              <a:ext cx="1043541" cy="455903"/>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セカンダリー</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43" name="Rectangle 82">
              <a:extLst>
                <a:ext uri="{FF2B5EF4-FFF2-40B4-BE49-F238E27FC236}">
                  <a16:creationId xmlns:a16="http://schemas.microsoft.com/office/drawing/2014/main" id="{22975BF9-3114-2438-E741-94984FC71F73}"/>
                </a:ext>
              </a:extLst>
            </p:cNvPr>
            <p:cNvSpPr>
              <a:spLocks noChangeAspect="1"/>
            </p:cNvSpPr>
            <p:nvPr/>
          </p:nvSpPr>
          <p:spPr bwMode="auto">
            <a:xfrm>
              <a:off x="4525412" y="2543828"/>
              <a:ext cx="1045829" cy="993538"/>
            </a:xfrm>
            <a:prstGeom prst="rect">
              <a:avLst/>
            </a:prstGeom>
            <a:noFill/>
            <a:ln w="19050" cap="flat" cmpd="sng" algn="ctr">
              <a:noFill/>
              <a:prstDash val="solid"/>
              <a:miter lim="800000"/>
              <a:headEnd type="none" w="med" len="med"/>
              <a:tailEnd type="none" w="med" len="med"/>
            </a:ln>
            <a:effectLst/>
          </p:spPr>
          <p:txBody>
            <a:bodyPr rot="0" spcFirstLastPara="0" vertOverflow="overflow" horzOverflow="overflow" vert="horz" wrap="square" lIns="179234" tIns="143387" rIns="179234" bIns="143387" numCol="1" spcCol="0" rtlCol="0" fromWordArt="0" anchor="t" anchorCtr="0" forceAA="0" compatLnSpc="1">
              <a:prstTxWarp prst="textNoShape">
                <a:avLst/>
              </a:prstTxWarp>
              <a:noAutofit/>
            </a:bodyPr>
            <a:lstStyle/>
            <a:p>
              <a:pPr marL="0" marR="0" lvl="0" indent="0" algn="ctr" defTabSz="913751"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44" name="Database_EFC7" title="Icon of a cylinder">
              <a:extLst>
                <a:ext uri="{FF2B5EF4-FFF2-40B4-BE49-F238E27FC236}">
                  <a16:creationId xmlns:a16="http://schemas.microsoft.com/office/drawing/2014/main" id="{157CC96C-BDE8-589E-F961-CD71AAE2F444}"/>
                </a:ext>
              </a:extLst>
            </p:cNvPr>
            <p:cNvSpPr>
              <a:spLocks noChangeAspect="1" noEditPoints="1"/>
            </p:cNvSpPr>
            <p:nvPr/>
          </p:nvSpPr>
          <p:spPr bwMode="auto">
            <a:xfrm>
              <a:off x="4660456" y="2694247"/>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45" name="Database_EFC7" title="Icon of a cylinder">
              <a:extLst>
                <a:ext uri="{FF2B5EF4-FFF2-40B4-BE49-F238E27FC236}">
                  <a16:creationId xmlns:a16="http://schemas.microsoft.com/office/drawing/2014/main" id="{3F358FC3-2EE9-999C-4473-BF8604FA2040}"/>
                </a:ext>
              </a:extLst>
            </p:cNvPr>
            <p:cNvSpPr>
              <a:spLocks noChangeAspect="1" noEditPoints="1"/>
            </p:cNvSpPr>
            <p:nvPr/>
          </p:nvSpPr>
          <p:spPr bwMode="auto">
            <a:xfrm>
              <a:off x="4812856" y="2846647"/>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9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46" name="Database_EFC7" title="Icon of a cylinder">
              <a:extLst>
                <a:ext uri="{FF2B5EF4-FFF2-40B4-BE49-F238E27FC236}">
                  <a16:creationId xmlns:a16="http://schemas.microsoft.com/office/drawing/2014/main" id="{964C94A7-33EE-45FA-B2F5-AA77CDAB1B31}"/>
                </a:ext>
              </a:extLst>
            </p:cNvPr>
            <p:cNvSpPr>
              <a:spLocks noChangeAspect="1" noEditPoints="1"/>
            </p:cNvSpPr>
            <p:nvPr/>
          </p:nvSpPr>
          <p:spPr bwMode="auto">
            <a:xfrm>
              <a:off x="4965256" y="2999047"/>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9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cxnSp>
          <p:nvCxnSpPr>
            <p:cNvPr id="147" name="Straight Arrow Connector 86">
              <a:extLst>
                <a:ext uri="{FF2B5EF4-FFF2-40B4-BE49-F238E27FC236}">
                  <a16:creationId xmlns:a16="http://schemas.microsoft.com/office/drawing/2014/main" id="{E96857FE-9AAF-C16A-A9CB-16476FDC5717}"/>
                </a:ext>
              </a:extLst>
            </p:cNvPr>
            <p:cNvCxnSpPr>
              <a:cxnSpLocks/>
            </p:cNvCxnSpPr>
            <p:nvPr/>
          </p:nvCxnSpPr>
          <p:spPr>
            <a:xfrm flipV="1">
              <a:off x="5192871" y="1976311"/>
              <a:ext cx="0" cy="510046"/>
            </a:xfrm>
            <a:prstGeom prst="straightConnector1">
              <a:avLst/>
            </a:prstGeom>
            <a:noFill/>
            <a:ln w="28575" cap="flat" cmpd="sng" algn="ctr">
              <a:solidFill>
                <a:srgbClr val="000000"/>
              </a:solidFill>
              <a:prstDash val="solid"/>
              <a:miter lim="800000"/>
              <a:headEnd type="none" w="med" len="med"/>
              <a:tailEnd type="arrow" w="med" len="med"/>
            </a:ln>
            <a:effectLst/>
          </p:spPr>
        </p:cxnSp>
        <p:cxnSp>
          <p:nvCxnSpPr>
            <p:cNvPr id="148" name="Straight Arrow Connector 87">
              <a:extLst>
                <a:ext uri="{FF2B5EF4-FFF2-40B4-BE49-F238E27FC236}">
                  <a16:creationId xmlns:a16="http://schemas.microsoft.com/office/drawing/2014/main" id="{A0F9F994-8A49-508C-642D-7A854C36CC29}"/>
                </a:ext>
              </a:extLst>
            </p:cNvPr>
            <p:cNvCxnSpPr>
              <a:cxnSpLocks/>
            </p:cNvCxnSpPr>
            <p:nvPr/>
          </p:nvCxnSpPr>
          <p:spPr>
            <a:xfrm flipH="1">
              <a:off x="4847040" y="1976311"/>
              <a:ext cx="0" cy="510046"/>
            </a:xfrm>
            <a:prstGeom prst="straightConnector1">
              <a:avLst/>
            </a:prstGeom>
            <a:noFill/>
            <a:ln w="28575" cap="flat" cmpd="sng" algn="ctr">
              <a:solidFill>
                <a:srgbClr val="000000"/>
              </a:solidFill>
              <a:prstDash val="solid"/>
              <a:miter lim="800000"/>
              <a:headEnd type="none" w="med" len="med"/>
              <a:tailEnd type="arrow" w="med" len="med"/>
            </a:ln>
            <a:effectLst/>
          </p:spPr>
        </p:cxnSp>
        <p:sp>
          <p:nvSpPr>
            <p:cNvPr id="149" name="Database_EFC7" title="Icon of a cylinder">
              <a:extLst>
                <a:ext uri="{FF2B5EF4-FFF2-40B4-BE49-F238E27FC236}">
                  <a16:creationId xmlns:a16="http://schemas.microsoft.com/office/drawing/2014/main" id="{91BB8D22-413F-B77A-2D27-31DC99E45D4B}"/>
                </a:ext>
              </a:extLst>
            </p:cNvPr>
            <p:cNvSpPr>
              <a:spLocks noChangeAspect="1" noEditPoints="1"/>
            </p:cNvSpPr>
            <p:nvPr/>
          </p:nvSpPr>
          <p:spPr bwMode="auto">
            <a:xfrm>
              <a:off x="6378462" y="2694247"/>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8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50" name="Database_EFC7" title="Icon of a cylinder">
              <a:extLst>
                <a:ext uri="{FF2B5EF4-FFF2-40B4-BE49-F238E27FC236}">
                  <a16:creationId xmlns:a16="http://schemas.microsoft.com/office/drawing/2014/main" id="{DCE73758-852D-F639-6EA2-D5C8B2EDD266}"/>
                </a:ext>
              </a:extLst>
            </p:cNvPr>
            <p:cNvSpPr>
              <a:spLocks noChangeAspect="1" noEditPoints="1"/>
            </p:cNvSpPr>
            <p:nvPr/>
          </p:nvSpPr>
          <p:spPr bwMode="auto">
            <a:xfrm>
              <a:off x="6530862" y="2846647"/>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8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51" name="Database_EFC7" title="Icon of a cylinder">
              <a:extLst>
                <a:ext uri="{FF2B5EF4-FFF2-40B4-BE49-F238E27FC236}">
                  <a16:creationId xmlns:a16="http://schemas.microsoft.com/office/drawing/2014/main" id="{8A24C8E7-BF00-BF74-3827-88C2A0B6594C}"/>
                </a:ext>
              </a:extLst>
            </p:cNvPr>
            <p:cNvSpPr>
              <a:spLocks noChangeAspect="1" noEditPoints="1"/>
            </p:cNvSpPr>
            <p:nvPr/>
          </p:nvSpPr>
          <p:spPr bwMode="auto">
            <a:xfrm>
              <a:off x="6683262" y="2999047"/>
              <a:ext cx="380015" cy="49395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8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cxnSp>
          <p:nvCxnSpPr>
            <p:cNvPr id="152" name="Straight Arrow Connector 91">
              <a:extLst>
                <a:ext uri="{FF2B5EF4-FFF2-40B4-BE49-F238E27FC236}">
                  <a16:creationId xmlns:a16="http://schemas.microsoft.com/office/drawing/2014/main" id="{62A06292-8CE0-D3CF-2A20-8B6E868E5A97}"/>
                </a:ext>
              </a:extLst>
            </p:cNvPr>
            <p:cNvCxnSpPr>
              <a:cxnSpLocks/>
            </p:cNvCxnSpPr>
            <p:nvPr/>
          </p:nvCxnSpPr>
          <p:spPr>
            <a:xfrm>
              <a:off x="5505420" y="3130734"/>
              <a:ext cx="653622" cy="0"/>
            </a:xfrm>
            <a:prstGeom prst="straightConnector1">
              <a:avLst/>
            </a:prstGeom>
            <a:noFill/>
            <a:ln w="28575" cap="flat" cmpd="sng" algn="ctr">
              <a:solidFill>
                <a:srgbClr val="000000"/>
              </a:solidFill>
              <a:prstDash val="solid"/>
              <a:miter lim="800000"/>
              <a:headEnd type="none" w="med" len="med"/>
              <a:tailEnd type="arrow" w="med" len="med"/>
            </a:ln>
            <a:effectLst/>
          </p:spPr>
        </p:cxnSp>
      </p:grpSp>
      <p:sp>
        <p:nvSpPr>
          <p:cNvPr id="153" name="Rectangle 93">
            <a:extLst>
              <a:ext uri="{FF2B5EF4-FFF2-40B4-BE49-F238E27FC236}">
                <a16:creationId xmlns:a16="http://schemas.microsoft.com/office/drawing/2014/main" id="{299B94F3-369B-11EA-72F6-B0F6F3E58C99}"/>
              </a:ext>
            </a:extLst>
          </p:cNvPr>
          <p:cNvSpPr/>
          <p:nvPr/>
        </p:nvSpPr>
        <p:spPr bwMode="auto">
          <a:xfrm>
            <a:off x="8914901" y="3586140"/>
            <a:ext cx="3193581" cy="2501917"/>
          </a:xfrm>
          <a:prstGeom prst="rect">
            <a:avLst/>
          </a:prstGeom>
          <a:noFill/>
          <a:ln w="6350" cap="flat" cmpd="sng" algn="ctr">
            <a:noFill/>
            <a:prstDash val="solid"/>
            <a:miter lim="800000"/>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l" defTabSz="913751"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GZRS</a:t>
            </a:r>
            <a:r>
              <a:rPr kumimoji="0" lang="en-US" sz="11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 ( Geo-Zone-Redundant Storage )</a:t>
            </a:r>
            <a:br>
              <a:rPr kumimoji="0" 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br>
            <a:r>
              <a:rPr kumimoji="0" lang="en-US" altLang="ja-JP"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99.9 </a:t>
            </a:r>
            <a:r>
              <a:rPr kumimoji="0" lang="ja-JP" alt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 の </a:t>
            </a:r>
            <a:r>
              <a:rPr kumimoji="0" lang="en-US" altLang="ja-JP"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Read</a:t>
            </a:r>
            <a:r>
              <a:rPr kumimoji="0" lang="ja-JP" altLang="en-US" sz="1200" b="0" i="0" u="none" strike="noStrike" kern="1200" cap="none" spc="0" normalizeH="0" baseline="0" noProof="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 </a:t>
            </a:r>
            <a:r>
              <a:rPr kumimoji="0" lang="en-US" altLang="ja-JP"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 Write SLA</a:t>
            </a:r>
          </a:p>
          <a:p>
            <a:pPr marL="0" marR="0" lvl="0" indent="0" algn="l" defTabSz="913751"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r>
              <a:rPr kumimoji="0" lang="ja-JP" alt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クールアクセスレベルでは</a:t>
            </a:r>
            <a:r>
              <a:rPr kumimoji="0" lang="en-US" altLang="ja-JP"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99.9</a:t>
            </a:r>
            <a:r>
              <a:rPr kumimoji="0" lang="ja-JP" alt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endParaRPr kumimoji="0" 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a:p>
            <a:pPr marL="0" marR="0" lvl="0" indent="0" algn="l" defTabSz="913751"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a:p>
            <a:pPr lvl="0" defTabSz="914016">
              <a:spcAft>
                <a:spcPts val="600"/>
              </a:spcAft>
              <a:defRPr/>
            </a:pP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2 </a:t>
            </a: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リージョン、</a:t>
            </a: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6 </a:t>
            </a: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レプリカ、ゾーン冗長</a:t>
            </a:r>
            <a:endPar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endParaRPr>
          </a:p>
          <a:p>
            <a:pPr lvl="0" defTabSz="914016">
              <a:spcAft>
                <a:spcPts val="600"/>
              </a:spcAft>
              <a:defRPr/>
            </a:pP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広域災害の保護、ゾーンレベル障害への保護</a:t>
            </a:r>
            <a:endPar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endParaRPr>
          </a:p>
          <a:p>
            <a:pPr lvl="0" defTabSz="914016">
              <a:spcAft>
                <a:spcPts val="600"/>
              </a:spcAft>
              <a:defRPr/>
            </a:pP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セカンダリへの非同期書き込み</a:t>
            </a:r>
            <a:b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b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 </a:t>
            </a: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ペア リージョン間でコピー作成 </a:t>
            </a: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a:t>
            </a: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　　　　　　　　　　　　　</a:t>
            </a:r>
            <a:endPar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endParaRPr>
          </a:p>
          <a:p>
            <a:pPr lvl="0" defTabSz="914016">
              <a:spcAft>
                <a:spcPts val="600"/>
              </a:spcAft>
              <a:defRPr/>
            </a:pP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データ耐久性</a:t>
            </a:r>
            <a:b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b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99.99999999999999 (16</a:t>
            </a:r>
            <a:r>
              <a:rPr lang="ja-JP" altLang="en-US" sz="1200">
                <a:solidFill>
                  <a:srgbClr val="2F2F2F"/>
                </a:solidFill>
                <a:latin typeface="Yu Gothic UI" panose="020B0500000000000000" pitchFamily="50" charset="-128"/>
                <a:ea typeface="Yu Gothic UI" panose="020B0500000000000000" pitchFamily="50" charset="-128"/>
                <a:cs typeface="Segoe UI" panose="020B0502040204020203" pitchFamily="34" charset="0"/>
              </a:rPr>
              <a:t>ナイン</a:t>
            </a: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a:t>
            </a:r>
          </a:p>
          <a:p>
            <a:pPr lvl="0" defTabSz="914016">
              <a:spcAft>
                <a:spcPts val="600"/>
              </a:spcAft>
              <a:defRPr/>
            </a:pP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a:t>
            </a:r>
            <a:r>
              <a:rPr lang="en-US" altLang="ja-JP" sz="1200" dirty="0" err="1">
                <a:solidFill>
                  <a:srgbClr val="2F2F2F"/>
                </a:solidFill>
                <a:latin typeface="Yu Gothic UI" panose="020B0500000000000000" pitchFamily="50" charset="-128"/>
                <a:ea typeface="Yu Gothic UI" panose="020B0500000000000000" pitchFamily="50" charset="-128"/>
                <a:cs typeface="Segoe UI" panose="020B0502040204020203" pitchFamily="34" charset="0"/>
              </a:rPr>
              <a:t>セカンダリリージョンで読み取り可能なRA-GZRSも利用可能</a:t>
            </a:r>
            <a:r>
              <a:rPr lang="en-US" altLang="ja-JP" sz="1200" dirty="0">
                <a:solidFill>
                  <a:srgbClr val="2F2F2F"/>
                </a:solidFill>
                <a:latin typeface="Yu Gothic UI" panose="020B0500000000000000" pitchFamily="50" charset="-128"/>
                <a:ea typeface="Yu Gothic UI" panose="020B0500000000000000" pitchFamily="50" charset="-128"/>
                <a:cs typeface="Segoe UI" panose="020B0502040204020203" pitchFamily="34" charset="0"/>
              </a:rPr>
              <a:t>。 (Read SLA Hot層99.99％、Cool層99.9%)</a:t>
            </a:r>
            <a:endParaRPr lang="en-US" altLang="ja-JP" sz="1200" dirty="0">
              <a:solidFill>
                <a:srgbClr val="FFFFFF"/>
              </a:solidFill>
              <a:latin typeface="Yu Gothic UI" panose="020B0500000000000000" pitchFamily="50" charset="-128"/>
              <a:ea typeface="Yu Gothic UI" panose="020B0500000000000000" pitchFamily="50" charset="-128"/>
            </a:endParaRPr>
          </a:p>
          <a:p>
            <a:pPr marL="0" marR="0" lvl="0" indent="0" algn="l" defTabSz="913751"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54" name="Rectangle 94">
            <a:extLst>
              <a:ext uri="{FF2B5EF4-FFF2-40B4-BE49-F238E27FC236}">
                <a16:creationId xmlns:a16="http://schemas.microsoft.com/office/drawing/2014/main" id="{54C24737-F861-D542-C932-D5F5DCC8941D}"/>
              </a:ext>
            </a:extLst>
          </p:cNvPr>
          <p:cNvSpPr>
            <a:spLocks noChangeAspect="1"/>
          </p:cNvSpPr>
          <p:nvPr/>
        </p:nvSpPr>
        <p:spPr bwMode="auto">
          <a:xfrm>
            <a:off x="9138256" y="2027176"/>
            <a:ext cx="1045532" cy="993256"/>
          </a:xfrm>
          <a:prstGeom prst="rect">
            <a:avLst/>
          </a:prstGeom>
          <a:noFill/>
          <a:ln w="19050" cap="flat" cmpd="sng" algn="ctr">
            <a:noFill/>
            <a:prstDash val="solid"/>
            <a:miter lim="800000"/>
            <a:headEnd type="none" w="med" len="med"/>
            <a:tailEnd type="none" w="med" len="med"/>
          </a:ln>
          <a:effectLst/>
        </p:spPr>
        <p:txBody>
          <a:bodyPr rot="0" spcFirstLastPara="0" vertOverflow="overflow" horzOverflow="overflow" vert="horz" wrap="square" lIns="179234" tIns="143387" rIns="179234" bIns="143387" numCol="1" spcCol="0" rtlCol="0" fromWordArt="0" anchor="t" anchorCtr="0" forceAA="0" compatLnSpc="1">
            <a:prstTxWarp prst="textNoShape">
              <a:avLst/>
            </a:prstTxWarp>
            <a:noAutofit/>
          </a:bodyPr>
          <a:lstStyle/>
          <a:p>
            <a:pPr marL="0" marR="0" lvl="0" indent="0" algn="ctr" defTabSz="913751"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55" name="TextBox 95">
            <a:extLst>
              <a:ext uri="{FF2B5EF4-FFF2-40B4-BE49-F238E27FC236}">
                <a16:creationId xmlns:a16="http://schemas.microsoft.com/office/drawing/2014/main" id="{BCE89551-F32A-A01F-75D6-7566529FF5F2}"/>
              </a:ext>
            </a:extLst>
          </p:cNvPr>
          <p:cNvSpPr txBox="1"/>
          <p:nvPr/>
        </p:nvSpPr>
        <p:spPr>
          <a:xfrm>
            <a:off x="10127676" y="2014893"/>
            <a:ext cx="1068893" cy="455774"/>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&gt;300</a:t>
            </a: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マイル</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56" name="TextBox 96">
            <a:extLst>
              <a:ext uri="{FF2B5EF4-FFF2-40B4-BE49-F238E27FC236}">
                <a16:creationId xmlns:a16="http://schemas.microsoft.com/office/drawing/2014/main" id="{E50BECD1-8166-497A-C2AA-B1EACB0A83B1}"/>
              </a:ext>
            </a:extLst>
          </p:cNvPr>
          <p:cNvSpPr txBox="1"/>
          <p:nvPr/>
        </p:nvSpPr>
        <p:spPr>
          <a:xfrm>
            <a:off x="10274232" y="2495354"/>
            <a:ext cx="823634" cy="455774"/>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非同期</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57" name="TextBox 97">
            <a:extLst>
              <a:ext uri="{FF2B5EF4-FFF2-40B4-BE49-F238E27FC236}">
                <a16:creationId xmlns:a16="http://schemas.microsoft.com/office/drawing/2014/main" id="{F5A0BBE3-E8DC-0ECE-C2A3-EFE6BD749DCE}"/>
              </a:ext>
            </a:extLst>
          </p:cNvPr>
          <p:cNvSpPr txBox="1"/>
          <p:nvPr/>
        </p:nvSpPr>
        <p:spPr>
          <a:xfrm>
            <a:off x="9266406" y="2875598"/>
            <a:ext cx="1015994" cy="455774"/>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プライマリー</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58" name="TextBox 98">
            <a:extLst>
              <a:ext uri="{FF2B5EF4-FFF2-40B4-BE49-F238E27FC236}">
                <a16:creationId xmlns:a16="http://schemas.microsoft.com/office/drawing/2014/main" id="{9AE9EEB3-AB6C-7C44-DB0B-04E939C1E59D}"/>
              </a:ext>
            </a:extLst>
          </p:cNvPr>
          <p:cNvSpPr txBox="1"/>
          <p:nvPr/>
        </p:nvSpPr>
        <p:spPr>
          <a:xfrm>
            <a:off x="10950106" y="2875598"/>
            <a:ext cx="1043245" cy="455774"/>
          </a:xfrm>
          <a:prstGeom prst="rect">
            <a:avLst/>
          </a:prstGeom>
          <a:noFill/>
        </p:spPr>
        <p:txBody>
          <a:bodyPr wrap="none" lIns="179234" tIns="143387" rIns="179234" bIns="143387" rtlCol="0">
            <a:spAutoFit/>
          </a:bodyPr>
          <a:lstStyle/>
          <a:p>
            <a:pPr marL="0" marR="0" lvl="0" indent="0" algn="l" defTabSz="914016" rtl="0" eaLnBrk="1" fontAlgn="auto" latinLnBrk="0" hangingPunct="1">
              <a:lnSpc>
                <a:spcPct val="90000"/>
              </a:lnSpc>
              <a:spcBef>
                <a:spcPts val="0"/>
              </a:spcBef>
              <a:spcAft>
                <a:spcPts val="588"/>
              </a:spcAft>
              <a:buClrTx/>
              <a:buSzTx/>
              <a:buFontTx/>
              <a:buNone/>
              <a:tabLst/>
              <a:defRPr/>
            </a:pPr>
            <a:r>
              <a:rPr kumimoji="0" lang="ja-JP" alt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rPr>
              <a:t>セカンダリー</a:t>
            </a:r>
            <a:endParaRPr kumimoji="0" lang="en-US" sz="1200" b="0" i="0" u="none" strike="noStrike" kern="0" cap="none" spc="0" normalizeH="0" baseline="0" noProof="0" dirty="0">
              <a:ln>
                <a:noFill/>
              </a:ln>
              <a:gradFill>
                <a:gsLst>
                  <a:gs pos="2917">
                    <a:srgbClr val="505050"/>
                  </a:gs>
                  <a:gs pos="30000">
                    <a:srgbClr val="505050"/>
                  </a:gs>
                </a:gsLst>
                <a:lin ang="5400000" scaled="0"/>
              </a:gradFill>
              <a:effectLst/>
              <a:uLnTx/>
              <a:uFillTx/>
              <a:latin typeface="Yu Gothic UI" panose="020B0500000000000000" pitchFamily="50" charset="-128"/>
              <a:ea typeface="Yu Gothic UI" panose="020B0500000000000000" pitchFamily="50" charset="-128"/>
              <a:cs typeface="+mn-cs"/>
            </a:endParaRPr>
          </a:p>
        </p:txBody>
      </p:sp>
      <p:sp>
        <p:nvSpPr>
          <p:cNvPr id="159" name="Rectangle 99">
            <a:extLst>
              <a:ext uri="{FF2B5EF4-FFF2-40B4-BE49-F238E27FC236}">
                <a16:creationId xmlns:a16="http://schemas.microsoft.com/office/drawing/2014/main" id="{54455904-F1D5-A74B-B8CA-7DFBA67E0CAC}"/>
              </a:ext>
            </a:extLst>
          </p:cNvPr>
          <p:cNvSpPr>
            <a:spLocks noChangeAspect="1"/>
          </p:cNvSpPr>
          <p:nvPr/>
        </p:nvSpPr>
        <p:spPr bwMode="auto">
          <a:xfrm>
            <a:off x="9152741" y="1909858"/>
            <a:ext cx="1045532" cy="993256"/>
          </a:xfrm>
          <a:prstGeom prst="rect">
            <a:avLst/>
          </a:prstGeom>
          <a:noFill/>
          <a:ln w="19050" cap="flat" cmpd="sng" algn="ctr">
            <a:noFill/>
            <a:prstDash val="solid"/>
            <a:miter lim="800000"/>
            <a:headEnd type="none" w="med" len="med"/>
            <a:tailEnd type="none" w="med" len="med"/>
          </a:ln>
          <a:effectLst/>
        </p:spPr>
        <p:txBody>
          <a:bodyPr rot="0" spcFirstLastPara="0" vertOverflow="overflow" horzOverflow="overflow" vert="horz" wrap="square" lIns="179234" tIns="143387" rIns="179234" bIns="143387" numCol="1" spcCol="0" rtlCol="0" fromWordArt="0" anchor="t" anchorCtr="0" forceAA="0" compatLnSpc="1">
            <a:prstTxWarp prst="textNoShape">
              <a:avLst/>
            </a:prstTxWarp>
            <a:noAutofit/>
          </a:bodyPr>
          <a:lstStyle/>
          <a:p>
            <a:pPr marL="0" marR="0" lvl="0" indent="0" algn="ctr" defTabSz="913751"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60" name="Database_EFC7" title="Icon of a cylinder">
            <a:extLst>
              <a:ext uri="{FF2B5EF4-FFF2-40B4-BE49-F238E27FC236}">
                <a16:creationId xmlns:a16="http://schemas.microsoft.com/office/drawing/2014/main" id="{D60F4173-1C4F-80B6-2B61-6282B98D7EFD}"/>
              </a:ext>
            </a:extLst>
          </p:cNvPr>
          <p:cNvSpPr>
            <a:spLocks noChangeAspect="1" noEditPoints="1"/>
          </p:cNvSpPr>
          <p:nvPr/>
        </p:nvSpPr>
        <p:spPr bwMode="auto">
          <a:xfrm>
            <a:off x="8985899" y="2293379"/>
            <a:ext cx="379907" cy="49381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61" name="Database_EFC7" title="Icon of a cylinder">
            <a:extLst>
              <a:ext uri="{FF2B5EF4-FFF2-40B4-BE49-F238E27FC236}">
                <a16:creationId xmlns:a16="http://schemas.microsoft.com/office/drawing/2014/main" id="{6FF1FB06-2C2E-E791-DA03-378E56B7DDE1}"/>
              </a:ext>
            </a:extLst>
          </p:cNvPr>
          <p:cNvSpPr>
            <a:spLocks noChangeAspect="1" noEditPoints="1"/>
          </p:cNvSpPr>
          <p:nvPr/>
        </p:nvSpPr>
        <p:spPr bwMode="auto">
          <a:xfrm>
            <a:off x="9449341" y="2289887"/>
            <a:ext cx="379907" cy="49381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9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62" name="Database_EFC7" title="Icon of a cylinder">
            <a:extLst>
              <a:ext uri="{FF2B5EF4-FFF2-40B4-BE49-F238E27FC236}">
                <a16:creationId xmlns:a16="http://schemas.microsoft.com/office/drawing/2014/main" id="{0EB21FAF-DA52-4287-6547-6A2C89849055}"/>
              </a:ext>
            </a:extLst>
          </p:cNvPr>
          <p:cNvSpPr>
            <a:spLocks noChangeAspect="1" noEditPoints="1"/>
          </p:cNvSpPr>
          <p:nvPr/>
        </p:nvSpPr>
        <p:spPr bwMode="auto">
          <a:xfrm>
            <a:off x="9922927" y="2287687"/>
            <a:ext cx="379907" cy="49381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9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63" name="Database_EFC7" title="Icon of a cylinder">
            <a:extLst>
              <a:ext uri="{FF2B5EF4-FFF2-40B4-BE49-F238E27FC236}">
                <a16:creationId xmlns:a16="http://schemas.microsoft.com/office/drawing/2014/main" id="{813CB924-1A0C-5D2D-513C-234BF14D1629}"/>
              </a:ext>
            </a:extLst>
          </p:cNvPr>
          <p:cNvSpPr>
            <a:spLocks noChangeAspect="1" noEditPoints="1"/>
          </p:cNvSpPr>
          <p:nvPr/>
        </p:nvSpPr>
        <p:spPr bwMode="auto">
          <a:xfrm>
            <a:off x="11084438" y="2060234"/>
            <a:ext cx="379907" cy="49381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8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64" name="Database_EFC7" title="Icon of a cylinder">
            <a:extLst>
              <a:ext uri="{FF2B5EF4-FFF2-40B4-BE49-F238E27FC236}">
                <a16:creationId xmlns:a16="http://schemas.microsoft.com/office/drawing/2014/main" id="{F8FD7785-0C7E-19FD-E900-A2571FD3C80E}"/>
              </a:ext>
            </a:extLst>
          </p:cNvPr>
          <p:cNvSpPr>
            <a:spLocks noChangeAspect="1" noEditPoints="1"/>
          </p:cNvSpPr>
          <p:nvPr/>
        </p:nvSpPr>
        <p:spPr bwMode="auto">
          <a:xfrm>
            <a:off x="11236795" y="2212591"/>
            <a:ext cx="379907" cy="49381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8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65" name="Database_EFC7" title="Icon of a cylinder">
            <a:extLst>
              <a:ext uri="{FF2B5EF4-FFF2-40B4-BE49-F238E27FC236}">
                <a16:creationId xmlns:a16="http://schemas.microsoft.com/office/drawing/2014/main" id="{64FC0F2F-5795-E697-8B8E-FFEEF83AC622}"/>
              </a:ext>
            </a:extLst>
          </p:cNvPr>
          <p:cNvSpPr>
            <a:spLocks noChangeAspect="1" noEditPoints="1"/>
          </p:cNvSpPr>
          <p:nvPr/>
        </p:nvSpPr>
        <p:spPr bwMode="auto">
          <a:xfrm>
            <a:off x="11389152" y="2364948"/>
            <a:ext cx="379907" cy="493818"/>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E9E9E9">
              <a:lumMod val="85000"/>
            </a:srgbClr>
          </a:solidFill>
          <a:ln w="19050" cap="sq">
            <a:solidFill>
              <a:srgbClr val="000000"/>
            </a:solidFill>
            <a:prstDash val="solid"/>
            <a:miter lim="800000"/>
            <a:headEnd/>
            <a:tailEnd/>
          </a:ln>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cxnSp>
        <p:nvCxnSpPr>
          <p:cNvPr id="166" name="Straight Arrow Connector 108">
            <a:extLst>
              <a:ext uri="{FF2B5EF4-FFF2-40B4-BE49-F238E27FC236}">
                <a16:creationId xmlns:a16="http://schemas.microsoft.com/office/drawing/2014/main" id="{4EFB9217-0A3A-DD2A-F888-EA3EE8D8E2D6}"/>
              </a:ext>
            </a:extLst>
          </p:cNvPr>
          <p:cNvCxnSpPr>
            <a:cxnSpLocks/>
          </p:cNvCxnSpPr>
          <p:nvPr/>
        </p:nvCxnSpPr>
        <p:spPr>
          <a:xfrm flipV="1">
            <a:off x="11311330" y="1342502"/>
            <a:ext cx="0" cy="509901"/>
          </a:xfrm>
          <a:prstGeom prst="straightConnector1">
            <a:avLst/>
          </a:prstGeom>
          <a:noFill/>
          <a:ln w="28575" cap="flat" cmpd="sng" algn="ctr">
            <a:solidFill>
              <a:srgbClr val="000000"/>
            </a:solidFill>
            <a:prstDash val="solid"/>
            <a:miter lim="800000"/>
            <a:headEnd type="none" w="med" len="med"/>
            <a:tailEnd type="arrow" w="med" len="med"/>
          </a:ln>
          <a:effectLst/>
        </p:spPr>
      </p:cxnSp>
      <p:cxnSp>
        <p:nvCxnSpPr>
          <p:cNvPr id="167" name="Straight Arrow Connector 109">
            <a:extLst>
              <a:ext uri="{FF2B5EF4-FFF2-40B4-BE49-F238E27FC236}">
                <a16:creationId xmlns:a16="http://schemas.microsoft.com/office/drawing/2014/main" id="{14CE8651-576F-AEE8-3C73-5BDBE4F6E27B}"/>
              </a:ext>
            </a:extLst>
          </p:cNvPr>
          <p:cNvCxnSpPr>
            <a:cxnSpLocks/>
          </p:cNvCxnSpPr>
          <p:nvPr/>
        </p:nvCxnSpPr>
        <p:spPr>
          <a:xfrm>
            <a:off x="10481767" y="2495354"/>
            <a:ext cx="411817" cy="0"/>
          </a:xfrm>
          <a:prstGeom prst="straightConnector1">
            <a:avLst/>
          </a:prstGeom>
          <a:noFill/>
          <a:ln w="28575" cap="flat" cmpd="sng" algn="ctr">
            <a:solidFill>
              <a:srgbClr val="000000"/>
            </a:solidFill>
            <a:prstDash val="solid"/>
            <a:miter lim="800000"/>
            <a:headEnd type="none" w="med" len="med"/>
            <a:tailEnd type="arrow" w="med" len="med"/>
          </a:ln>
          <a:effectLst/>
        </p:spPr>
      </p:cxnSp>
      <p:sp>
        <p:nvSpPr>
          <p:cNvPr id="168" name="Rectangle 112">
            <a:extLst>
              <a:ext uri="{FF2B5EF4-FFF2-40B4-BE49-F238E27FC236}">
                <a16:creationId xmlns:a16="http://schemas.microsoft.com/office/drawing/2014/main" id="{42E3CE43-387F-A8B4-DF19-7813519297B2}"/>
              </a:ext>
            </a:extLst>
          </p:cNvPr>
          <p:cNvSpPr/>
          <p:nvPr/>
        </p:nvSpPr>
        <p:spPr bwMode="auto">
          <a:xfrm>
            <a:off x="2505034" y="2522372"/>
            <a:ext cx="918613" cy="911551"/>
          </a:xfrm>
          <a:prstGeom prst="rect">
            <a:avLst/>
          </a:prstGeom>
          <a:noFill/>
          <a:ln w="28575" cap="flat" cmpd="sng" algn="ctr">
            <a:noFill/>
            <a:prstDash val="solid"/>
            <a:miter lim="800000"/>
            <a:headEnd type="none" w="med" len="med"/>
            <a:tailEnd type="none" w="med" len="med"/>
          </a:ln>
          <a:effectLst/>
        </p:spPr>
        <p:txBody>
          <a:bodyPr rot="0" spcFirstLastPara="0" vertOverflow="overflow" horzOverflow="overflow" vert="horz" wrap="square" lIns="182828" tIns="146263" rIns="182828" bIns="146263" numCol="1" spcCol="0" rtlCol="0" fromWordArt="0" anchor="b"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r>
              <a:rPr kumimoji="0" lang="ja-JP" altLang="en-US" sz="12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ゾーン</a:t>
            </a:r>
            <a:r>
              <a:rPr kumimoji="0" lang="en-US" sz="12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 1</a:t>
            </a:r>
          </a:p>
        </p:txBody>
      </p:sp>
      <p:grpSp>
        <p:nvGrpSpPr>
          <p:cNvPr id="169" name="Group 4">
            <a:extLst>
              <a:ext uri="{FF2B5EF4-FFF2-40B4-BE49-F238E27FC236}">
                <a16:creationId xmlns:a16="http://schemas.microsoft.com/office/drawing/2014/main" id="{7C583CCE-B6A1-44FF-0121-F86132DBE865}"/>
              </a:ext>
            </a:extLst>
          </p:cNvPr>
          <p:cNvGrpSpPr/>
          <p:nvPr/>
        </p:nvGrpSpPr>
        <p:grpSpPr>
          <a:xfrm>
            <a:off x="2705852" y="1636711"/>
            <a:ext cx="3041418" cy="4467367"/>
            <a:chOff x="2382868" y="1547404"/>
            <a:chExt cx="3041850" cy="4467998"/>
          </a:xfrm>
        </p:grpSpPr>
        <p:sp>
          <p:nvSpPr>
            <p:cNvPr id="170" name="Rectangle 110">
              <a:extLst>
                <a:ext uri="{FF2B5EF4-FFF2-40B4-BE49-F238E27FC236}">
                  <a16:creationId xmlns:a16="http://schemas.microsoft.com/office/drawing/2014/main" id="{DED9E36A-B543-E34C-3289-1072ACC592C0}"/>
                </a:ext>
              </a:extLst>
            </p:cNvPr>
            <p:cNvSpPr/>
            <p:nvPr/>
          </p:nvSpPr>
          <p:spPr bwMode="auto">
            <a:xfrm>
              <a:off x="2382868" y="3513130"/>
              <a:ext cx="3041850" cy="2502272"/>
            </a:xfrm>
            <a:prstGeom prst="rect">
              <a:avLst/>
            </a:prstGeom>
            <a:noFill/>
            <a:ln w="6350" cap="flat" cmpd="sng" algn="ctr">
              <a:noFill/>
              <a:prstDash val="solid"/>
              <a:miter lim="800000"/>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l" defTabSz="913751"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ZRS</a:t>
              </a:r>
              <a:r>
                <a:rPr kumimoji="0" lang="en-US" sz="11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 ( Zone-Redundant Storage )</a:t>
              </a:r>
              <a:br>
                <a:rPr kumimoji="0" lang="en-US" sz="1200" b="0" i="0" u="none" strike="noStrike" kern="1200" cap="none" spc="0" normalizeH="0" baseline="0" noProof="0" dirty="0">
                  <a:ln>
                    <a:noFill/>
                  </a:ln>
                  <a:solidFill>
                    <a:srgbClr val="0078D7"/>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b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99.9% </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の </a:t>
              </a: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Read / Write SLA</a:t>
              </a:r>
              <a:b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b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クールアクセスレベルでは</a:t>
              </a:r>
              <a:r>
                <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99</a:t>
              </a:r>
              <a:r>
                <a:rPr kumimoji="0" lang="ja-JP" altLang="en-US"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rPr>
                <a:t>％</a:t>
              </a:r>
              <a:endParaRPr kumimoji="0" lang="en-US" altLang="ja-JP" sz="1200" b="0" i="0" u="none" strike="noStrike" kern="1200" cap="none" spc="0" normalizeH="0" baseline="0" noProof="0" dirty="0">
                <a:ln>
                  <a:noFill/>
                </a:ln>
                <a:solidFill>
                  <a:srgbClr val="002050">
                    <a:lumMod val="50000"/>
                    <a:lumOff val="50000"/>
                  </a:srgbClr>
                </a:solidFill>
                <a:effectLst/>
                <a:uLnTx/>
                <a:uFillTx/>
                <a:latin typeface="Yu Gothic UI" panose="020B0500000000000000" pitchFamily="50" charset="-128"/>
                <a:ea typeface="Yu Gothic UI" panose="020B0500000000000000" pitchFamily="50" charset="-128"/>
                <a:cs typeface="Segoe UI Semibold" panose="020B0702040204020203" pitchFamily="34" charset="0"/>
              </a:endParaRPr>
            </a:p>
            <a:p>
              <a:pPr marL="0" marR="0" lvl="0" indent="0" algn="l" defTabSz="913751"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 </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ゾーン、</a:t>
              </a:r>
              <a:r>
                <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 </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レプリカ</a:t>
              </a:r>
              <a:endPar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ディスク、ノード、ラック、ゾーンレベル障害への保護</a:t>
              </a:r>
              <a:endParaRPr kumimoji="0" lang="en-US" altLang="ja-JP"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3</a:t>
              </a:r>
              <a:r>
                <a:rPr kumimoji="0" lang="ja-JP" altLang="en-US" sz="1200" b="0" i="0" u="none" strike="noStrike" kern="1200" cap="none" spc="0" normalizeH="0" baseline="0" noProof="0" dirty="0" err="1">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つの</a:t>
              </a:r>
              <a:r>
                <a:rPr kumimoji="0" lang="ja-JP" altLang="en-US" sz="1200" b="0" i="0" u="none" strike="noStrike" kern="1200" cap="none" spc="0" normalizeH="0" baseline="0" noProof="0" dirty="0">
                  <a:ln>
                    <a:noFill/>
                  </a:ln>
                  <a:solidFill>
                    <a:srgbClr val="2F2F2F"/>
                  </a:solidFill>
                  <a:effectLst/>
                  <a:uLnTx/>
                  <a:uFillTx/>
                  <a:latin typeface="Yu Gothic UI" panose="020B0500000000000000" pitchFamily="50" charset="-128"/>
                  <a:ea typeface="Yu Gothic UI" panose="020B0500000000000000" pitchFamily="50" charset="-128"/>
                  <a:cs typeface="Segoe UI" panose="020B0502040204020203" pitchFamily="34" charset="0"/>
                </a:rPr>
                <a:t>ゾーンへの同期書き込み</a:t>
              </a:r>
              <a:endParaRPr kumimoji="0" lang="en-US" sz="1200" b="0" i="0" u="none" strike="noStrike" kern="1200" cap="none" spc="0" normalizeH="0" baseline="0" noProof="0" dirty="0">
                <a:ln>
                  <a:noFill/>
                </a:ln>
                <a:gradFill>
                  <a:gsLst>
                    <a:gs pos="0">
                      <a:srgbClr val="FFFFFF"/>
                    </a:gs>
                    <a:gs pos="100000">
                      <a:srgbClr val="FFFFFF"/>
                    </a:gs>
                  </a:gsLst>
                  <a:lin ang="5400000" scaled="0"/>
                </a:gradFill>
                <a:effectLst/>
                <a:uLnTx/>
                <a:uFillTx/>
                <a:latin typeface="Yu Gothic UI" panose="020B0500000000000000" pitchFamily="50" charset="-128"/>
                <a:ea typeface="Yu Gothic UI" panose="020B0500000000000000" pitchFamily="50" charset="-128"/>
                <a:cs typeface="Segoe UI" pitchFamily="34" charset="0"/>
              </a:endParaRPr>
            </a:p>
            <a:p>
              <a:pPr marL="0" marR="0" lvl="0" indent="0" algn="l" defTabSz="913751" rtl="0" eaLnBrk="1" fontAlgn="base" latinLnBrk="0" hangingPunct="1">
                <a:lnSpc>
                  <a:spcPct val="100000"/>
                </a:lnSpc>
                <a:spcBef>
                  <a:spcPct val="0"/>
                </a:spcBef>
                <a:spcAft>
                  <a:spcPts val="600"/>
                </a:spcAft>
                <a:buClrTx/>
                <a:buSzTx/>
                <a:buFontTx/>
                <a:buNone/>
                <a:tabLst/>
                <a:defRPr/>
              </a:pPr>
              <a:r>
                <a:rPr kumimoji="0" lang="ja-JP" altLang="en-US"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データ</a:t>
              </a:r>
              <a:r>
                <a:rPr lang="ja-JP" altLang="en-US" sz="1200" dirty="0">
                  <a:solidFill>
                    <a:srgbClr val="000000"/>
                  </a:solidFill>
                  <a:latin typeface="Yu Gothic UI" panose="020B0500000000000000" pitchFamily="50" charset="-128"/>
                  <a:ea typeface="Yu Gothic UI" panose="020B0500000000000000" pitchFamily="50" charset="-128"/>
                  <a:cs typeface="Segoe UI" pitchFamily="34" charset="0"/>
                </a:rPr>
                <a:t>耐久</a:t>
              </a:r>
              <a:r>
                <a:rPr kumimoji="0" lang="ja-JP" altLang="en-US"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性</a:t>
              </a:r>
              <a:br>
                <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br>
              <a:r>
                <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99.9999999999 (12</a:t>
              </a:r>
              <a:r>
                <a:rPr kumimoji="0" lang="ja-JP" altLang="en-US"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ナイン</a:t>
              </a:r>
              <a:r>
                <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a:t>
              </a:r>
              <a:endParaRPr kumimoji="0" lang="en-US"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p:txBody>
        </p:sp>
        <p:grpSp>
          <p:nvGrpSpPr>
            <p:cNvPr id="171" name="Group 3">
              <a:extLst>
                <a:ext uri="{FF2B5EF4-FFF2-40B4-BE49-F238E27FC236}">
                  <a16:creationId xmlns:a16="http://schemas.microsoft.com/office/drawing/2014/main" id="{807EE464-68FE-87AA-5651-4CA03A145771}"/>
                </a:ext>
              </a:extLst>
            </p:cNvPr>
            <p:cNvGrpSpPr/>
            <p:nvPr/>
          </p:nvGrpSpPr>
          <p:grpSpPr>
            <a:xfrm>
              <a:off x="2495272" y="1547404"/>
              <a:ext cx="2843585" cy="1810993"/>
              <a:chOff x="2495272" y="1547404"/>
              <a:chExt cx="2843585" cy="1810993"/>
            </a:xfrm>
          </p:grpSpPr>
          <p:sp>
            <p:nvSpPr>
              <p:cNvPr id="172" name="Database_EFC7" title="Icon of a cylinder">
                <a:extLst>
                  <a:ext uri="{FF2B5EF4-FFF2-40B4-BE49-F238E27FC236}">
                    <a16:creationId xmlns:a16="http://schemas.microsoft.com/office/drawing/2014/main" id="{CD27B8ED-B24A-2ACA-FD75-6AD71CFF6342}"/>
                  </a:ext>
                </a:extLst>
              </p:cNvPr>
              <p:cNvSpPr>
                <a:spLocks noChangeAspect="1" noEditPoints="1"/>
              </p:cNvSpPr>
              <p:nvPr/>
            </p:nvSpPr>
            <p:spPr bwMode="auto">
              <a:xfrm>
                <a:off x="2495272" y="2440565"/>
                <a:ext cx="379961" cy="477974"/>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cxnSp>
            <p:nvCxnSpPr>
              <p:cNvPr id="173" name="Straight Arrow Connector 113">
                <a:extLst>
                  <a:ext uri="{FF2B5EF4-FFF2-40B4-BE49-F238E27FC236}">
                    <a16:creationId xmlns:a16="http://schemas.microsoft.com/office/drawing/2014/main" id="{9CBE678D-9E40-3049-D64E-62B8938E9D24}"/>
                  </a:ext>
                </a:extLst>
              </p:cNvPr>
              <p:cNvCxnSpPr>
                <a:cxnSpLocks/>
              </p:cNvCxnSpPr>
              <p:nvPr/>
            </p:nvCxnSpPr>
            <p:spPr>
              <a:xfrm flipH="1">
                <a:off x="2664322" y="1555952"/>
                <a:ext cx="1123691" cy="726312"/>
              </a:xfrm>
              <a:prstGeom prst="straightConnector1">
                <a:avLst/>
              </a:prstGeom>
              <a:noFill/>
              <a:ln w="28575" cap="flat" cmpd="sng" algn="ctr">
                <a:solidFill>
                  <a:srgbClr val="000000"/>
                </a:solidFill>
                <a:prstDash val="solid"/>
                <a:miter lim="800000"/>
                <a:headEnd type="arrow" w="med" len="med"/>
                <a:tailEnd type="arrow" w="med" len="med"/>
              </a:ln>
              <a:effectLst/>
            </p:spPr>
          </p:cxnSp>
          <p:sp>
            <p:nvSpPr>
              <p:cNvPr id="174" name="Database_EFC7" title="Icon of a cylinder">
                <a:extLst>
                  <a:ext uri="{FF2B5EF4-FFF2-40B4-BE49-F238E27FC236}">
                    <a16:creationId xmlns:a16="http://schemas.microsoft.com/office/drawing/2014/main" id="{5B2C65BA-502B-BA44-FFE6-A83F05C198C8}"/>
                  </a:ext>
                </a:extLst>
              </p:cNvPr>
              <p:cNvSpPr>
                <a:spLocks noChangeAspect="1" noEditPoints="1"/>
              </p:cNvSpPr>
              <p:nvPr/>
            </p:nvSpPr>
            <p:spPr bwMode="auto">
              <a:xfrm>
                <a:off x="3632909" y="2458940"/>
                <a:ext cx="379961" cy="477974"/>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75" name="Rectangle 115">
                <a:extLst>
                  <a:ext uri="{FF2B5EF4-FFF2-40B4-BE49-F238E27FC236}">
                    <a16:creationId xmlns:a16="http://schemas.microsoft.com/office/drawing/2014/main" id="{FBCCA04E-1857-C7FD-856F-9AACE6CA30C8}"/>
                  </a:ext>
                </a:extLst>
              </p:cNvPr>
              <p:cNvSpPr/>
              <p:nvPr/>
            </p:nvSpPr>
            <p:spPr bwMode="auto">
              <a:xfrm>
                <a:off x="3297621" y="2440485"/>
                <a:ext cx="918743" cy="911680"/>
              </a:xfrm>
              <a:prstGeom prst="rect">
                <a:avLst/>
              </a:prstGeom>
              <a:noFill/>
              <a:ln w="28575" cap="flat" cmpd="sng" algn="ctr">
                <a:noFill/>
                <a:prstDash val="solid"/>
                <a:miter lim="800000"/>
                <a:headEnd type="none" w="med" len="med"/>
                <a:tailEnd type="none" w="med" len="med"/>
              </a:ln>
              <a:effectLst/>
            </p:spPr>
            <p:txBody>
              <a:bodyPr rot="0" spcFirstLastPara="0" vertOverflow="overflow" horzOverflow="overflow" vert="horz" wrap="square" lIns="182828" tIns="146263" rIns="182828" bIns="146263" numCol="1" spcCol="0" rtlCol="0" fromWordArt="0" anchor="b"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ゾーン</a:t>
                </a:r>
                <a:r>
                  <a:rPr kumimoji="0" lang="en-US" sz="12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 2</a:t>
                </a:r>
              </a:p>
            </p:txBody>
          </p:sp>
          <p:sp>
            <p:nvSpPr>
              <p:cNvPr id="176" name="Database_EFC7" title="Icon of a cylinder">
                <a:extLst>
                  <a:ext uri="{FF2B5EF4-FFF2-40B4-BE49-F238E27FC236}">
                    <a16:creationId xmlns:a16="http://schemas.microsoft.com/office/drawing/2014/main" id="{8C115E27-9557-8150-3440-3160B0F979E5}"/>
                  </a:ext>
                </a:extLst>
              </p:cNvPr>
              <p:cNvSpPr>
                <a:spLocks noChangeAspect="1" noEditPoints="1"/>
              </p:cNvSpPr>
              <p:nvPr/>
            </p:nvSpPr>
            <p:spPr bwMode="auto">
              <a:xfrm>
                <a:off x="4707900" y="2456808"/>
                <a:ext cx="379961" cy="477974"/>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marL="0" marR="0" lvl="0" indent="0" algn="l" defTabSz="914049"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F2F2F"/>
                  </a:solidFill>
                  <a:effectLst/>
                  <a:uLnTx/>
                  <a:uFillTx/>
                  <a:latin typeface="Yu Gothic UI" panose="020B0500000000000000" pitchFamily="50" charset="-128"/>
                  <a:ea typeface="Yu Gothic UI" panose="020B0500000000000000" pitchFamily="50" charset="-128"/>
                  <a:cs typeface="+mn-cs"/>
                </a:endParaRPr>
              </a:p>
            </p:txBody>
          </p:sp>
          <p:sp>
            <p:nvSpPr>
              <p:cNvPr id="177" name="Rectangle 117">
                <a:extLst>
                  <a:ext uri="{FF2B5EF4-FFF2-40B4-BE49-F238E27FC236}">
                    <a16:creationId xmlns:a16="http://schemas.microsoft.com/office/drawing/2014/main" id="{02A64857-1B68-64DA-CC9E-B58E63BD71A6}"/>
                  </a:ext>
                </a:extLst>
              </p:cNvPr>
              <p:cNvSpPr/>
              <p:nvPr/>
            </p:nvSpPr>
            <p:spPr bwMode="auto">
              <a:xfrm>
                <a:off x="4420114" y="2446717"/>
                <a:ext cx="918743" cy="911680"/>
              </a:xfrm>
              <a:prstGeom prst="rect">
                <a:avLst/>
              </a:prstGeom>
              <a:noFill/>
              <a:ln w="28575" cap="flat" cmpd="sng" algn="ctr">
                <a:noFill/>
                <a:prstDash val="solid"/>
                <a:miter lim="800000"/>
                <a:headEnd type="none" w="med" len="med"/>
                <a:tailEnd type="none" w="med" len="med"/>
              </a:ln>
              <a:effectLst/>
            </p:spPr>
            <p:txBody>
              <a:bodyPr rot="0" spcFirstLastPara="0" vertOverflow="overflow" horzOverflow="overflow" vert="horz" wrap="square" lIns="182828" tIns="146263" rIns="182828" bIns="146263" numCol="1" spcCol="0" rtlCol="0" fromWordArt="0" anchor="b"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ゾーン</a:t>
                </a:r>
                <a:r>
                  <a:rPr kumimoji="0" lang="en-US" sz="12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 3</a:t>
                </a:r>
              </a:p>
            </p:txBody>
          </p:sp>
          <p:cxnSp>
            <p:nvCxnSpPr>
              <p:cNvPr id="178" name="Straight Arrow Connector 118">
                <a:extLst>
                  <a:ext uri="{FF2B5EF4-FFF2-40B4-BE49-F238E27FC236}">
                    <a16:creationId xmlns:a16="http://schemas.microsoft.com/office/drawing/2014/main" id="{1ED5F37E-1464-AF3D-D415-994D0C691659}"/>
                  </a:ext>
                </a:extLst>
              </p:cNvPr>
              <p:cNvCxnSpPr>
                <a:cxnSpLocks/>
              </p:cNvCxnSpPr>
              <p:nvPr/>
            </p:nvCxnSpPr>
            <p:spPr>
              <a:xfrm>
                <a:off x="3794842" y="1555952"/>
                <a:ext cx="1180669" cy="780792"/>
              </a:xfrm>
              <a:prstGeom prst="straightConnector1">
                <a:avLst/>
              </a:prstGeom>
              <a:noFill/>
              <a:ln w="28575" cap="flat" cmpd="sng" algn="ctr">
                <a:solidFill>
                  <a:srgbClr val="000000"/>
                </a:solidFill>
                <a:prstDash val="solid"/>
                <a:miter lim="800000"/>
                <a:headEnd type="arrow" w="med" len="med"/>
                <a:tailEnd type="arrow" w="med" len="med"/>
              </a:ln>
              <a:effectLst/>
            </p:spPr>
          </p:cxnSp>
          <p:cxnSp>
            <p:nvCxnSpPr>
              <p:cNvPr id="179" name="Straight Arrow Connector 119">
                <a:extLst>
                  <a:ext uri="{FF2B5EF4-FFF2-40B4-BE49-F238E27FC236}">
                    <a16:creationId xmlns:a16="http://schemas.microsoft.com/office/drawing/2014/main" id="{B66134EC-B6CB-6671-5B92-C699B6130478}"/>
                  </a:ext>
                </a:extLst>
              </p:cNvPr>
              <p:cNvCxnSpPr>
                <a:cxnSpLocks/>
              </p:cNvCxnSpPr>
              <p:nvPr/>
            </p:nvCxnSpPr>
            <p:spPr>
              <a:xfrm>
                <a:off x="3809329" y="1547404"/>
                <a:ext cx="0" cy="751956"/>
              </a:xfrm>
              <a:prstGeom prst="straightConnector1">
                <a:avLst/>
              </a:prstGeom>
              <a:noFill/>
              <a:ln w="28575" cap="flat" cmpd="sng" algn="ctr">
                <a:solidFill>
                  <a:srgbClr val="000000"/>
                </a:solidFill>
                <a:prstDash val="solid"/>
                <a:miter lim="800000"/>
                <a:headEnd type="arrow" w="med" len="med"/>
                <a:tailEnd type="arrow" w="med" len="med"/>
              </a:ln>
              <a:effectLst/>
            </p:spPr>
          </p:cxnSp>
        </p:grpSp>
      </p:grpSp>
      <p:sp>
        <p:nvSpPr>
          <p:cNvPr id="180" name="テキスト ボックス 179">
            <a:extLst>
              <a:ext uri="{FF2B5EF4-FFF2-40B4-BE49-F238E27FC236}">
                <a16:creationId xmlns:a16="http://schemas.microsoft.com/office/drawing/2014/main" id="{3AD4D342-A834-8502-5B69-256CA4C9CA71}"/>
              </a:ext>
            </a:extLst>
          </p:cNvPr>
          <p:cNvSpPr txBox="1"/>
          <p:nvPr/>
        </p:nvSpPr>
        <p:spPr>
          <a:xfrm>
            <a:off x="217277" y="6437890"/>
            <a:ext cx="2769989" cy="276999"/>
          </a:xfrm>
          <a:prstGeom prst="rect">
            <a:avLst/>
          </a:prstGeom>
        </p:spPr>
        <p:txBody>
          <a:bodyPr wrap="non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t>
            </a:r>
            <a:r>
              <a:rPr lang="ja-JP" altLang="en-US" kern="0" dirty="0">
                <a:solidFill>
                  <a:srgbClr val="000000"/>
                </a:solidFill>
                <a:latin typeface="Yu Gothic UI" panose="020B0500000000000000" pitchFamily="50" charset="-128"/>
                <a:ea typeface="Yu Gothic UI" panose="020B0500000000000000" pitchFamily="50" charset="-128"/>
              </a:rPr>
              <a:t>耐久</a:t>
            </a:r>
            <a:r>
              <a:rPr kumimoji="0" lang="ja-JP" altLang="en-US"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性と</a:t>
            </a:r>
            <a:r>
              <a:rPr kumimoji="0" lang="en-US" altLang="ja-JP"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SLA</a:t>
            </a:r>
            <a:r>
              <a:rPr kumimoji="0" lang="ja-JP" altLang="en-US"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は異なります。</a:t>
            </a:r>
          </a:p>
        </p:txBody>
      </p:sp>
      <p:cxnSp>
        <p:nvCxnSpPr>
          <p:cNvPr id="181" name="Straight Arrow Connector 113">
            <a:extLst>
              <a:ext uri="{FF2B5EF4-FFF2-40B4-BE49-F238E27FC236}">
                <a16:creationId xmlns:a16="http://schemas.microsoft.com/office/drawing/2014/main" id="{692A3FB9-72A4-0FC3-7276-7E7F4B56EFF7}"/>
              </a:ext>
            </a:extLst>
          </p:cNvPr>
          <p:cNvCxnSpPr>
            <a:cxnSpLocks/>
          </p:cNvCxnSpPr>
          <p:nvPr/>
        </p:nvCxnSpPr>
        <p:spPr>
          <a:xfrm flipH="1">
            <a:off x="9175852" y="1327976"/>
            <a:ext cx="437531" cy="842373"/>
          </a:xfrm>
          <a:prstGeom prst="straightConnector1">
            <a:avLst/>
          </a:prstGeom>
          <a:noFill/>
          <a:ln w="28575" cap="flat" cmpd="sng" algn="ctr">
            <a:solidFill>
              <a:srgbClr val="000000"/>
            </a:solidFill>
            <a:prstDash val="solid"/>
            <a:miter lim="800000"/>
            <a:headEnd type="arrow" w="med" len="med"/>
            <a:tailEnd type="arrow" w="med" len="med"/>
          </a:ln>
          <a:effectLst/>
        </p:spPr>
      </p:cxnSp>
      <p:cxnSp>
        <p:nvCxnSpPr>
          <p:cNvPr id="182" name="Straight Arrow Connector 113">
            <a:extLst>
              <a:ext uri="{FF2B5EF4-FFF2-40B4-BE49-F238E27FC236}">
                <a16:creationId xmlns:a16="http://schemas.microsoft.com/office/drawing/2014/main" id="{3C30FBA3-3CE0-A9CD-BD64-25C667EE559B}"/>
              </a:ext>
            </a:extLst>
          </p:cNvPr>
          <p:cNvCxnSpPr>
            <a:cxnSpLocks/>
          </p:cNvCxnSpPr>
          <p:nvPr/>
        </p:nvCxnSpPr>
        <p:spPr>
          <a:xfrm>
            <a:off x="9686481" y="1327976"/>
            <a:ext cx="0" cy="849486"/>
          </a:xfrm>
          <a:prstGeom prst="straightConnector1">
            <a:avLst/>
          </a:prstGeom>
          <a:noFill/>
          <a:ln w="28575" cap="flat" cmpd="sng" algn="ctr">
            <a:solidFill>
              <a:srgbClr val="000000"/>
            </a:solidFill>
            <a:prstDash val="solid"/>
            <a:miter lim="800000"/>
            <a:headEnd type="arrow" w="med" len="med"/>
            <a:tailEnd type="arrow" w="med" len="med"/>
          </a:ln>
          <a:effectLst/>
        </p:spPr>
      </p:cxnSp>
      <p:cxnSp>
        <p:nvCxnSpPr>
          <p:cNvPr id="183" name="Straight Arrow Connector 113">
            <a:extLst>
              <a:ext uri="{FF2B5EF4-FFF2-40B4-BE49-F238E27FC236}">
                <a16:creationId xmlns:a16="http://schemas.microsoft.com/office/drawing/2014/main" id="{EC93836D-4AD3-2C60-E679-A6CE7219C111}"/>
              </a:ext>
            </a:extLst>
          </p:cNvPr>
          <p:cNvCxnSpPr>
            <a:cxnSpLocks/>
          </p:cNvCxnSpPr>
          <p:nvPr/>
        </p:nvCxnSpPr>
        <p:spPr>
          <a:xfrm>
            <a:off x="9758329" y="1321927"/>
            <a:ext cx="369347" cy="852758"/>
          </a:xfrm>
          <a:prstGeom prst="straightConnector1">
            <a:avLst/>
          </a:prstGeom>
          <a:noFill/>
          <a:ln w="28575" cap="flat" cmpd="sng" algn="ctr">
            <a:solidFill>
              <a:srgbClr val="000000"/>
            </a:solidFill>
            <a:prstDash val="solid"/>
            <a:miter lim="800000"/>
            <a:headEnd type="arrow" w="med" len="med"/>
            <a:tailEnd type="arrow" w="med" len="med"/>
          </a:ln>
          <a:effectLst/>
        </p:spPr>
      </p:cxnSp>
      <p:sp>
        <p:nvSpPr>
          <p:cNvPr id="184" name="テキスト ボックス 183">
            <a:extLst>
              <a:ext uri="{FF2B5EF4-FFF2-40B4-BE49-F238E27FC236}">
                <a16:creationId xmlns:a16="http://schemas.microsoft.com/office/drawing/2014/main" id="{DFEEEDDE-3BA8-7A43-54D6-FA8F5EFD19C4}"/>
              </a:ext>
            </a:extLst>
          </p:cNvPr>
          <p:cNvSpPr txBox="1"/>
          <p:nvPr/>
        </p:nvSpPr>
        <p:spPr>
          <a:xfrm>
            <a:off x="8838320" y="2787811"/>
            <a:ext cx="690992" cy="230832"/>
          </a:xfrm>
          <a:prstGeom prst="rect">
            <a:avLst/>
          </a:prstGeom>
          <a:noFill/>
        </p:spPr>
        <p:txBody>
          <a:bodyPr wrap="square">
            <a:sp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ゾーン</a:t>
            </a:r>
            <a:r>
              <a:rPr kumimoji="0" lang="en-US" altLang="ja-JP" sz="10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 1</a:t>
            </a:r>
          </a:p>
        </p:txBody>
      </p:sp>
      <p:sp>
        <p:nvSpPr>
          <p:cNvPr id="185" name="テキスト ボックス 184">
            <a:extLst>
              <a:ext uri="{FF2B5EF4-FFF2-40B4-BE49-F238E27FC236}">
                <a16:creationId xmlns:a16="http://schemas.microsoft.com/office/drawing/2014/main" id="{C5C26CED-8278-18B7-5EB2-65787D2FDF62}"/>
              </a:ext>
            </a:extLst>
          </p:cNvPr>
          <p:cNvSpPr txBox="1"/>
          <p:nvPr/>
        </p:nvSpPr>
        <p:spPr>
          <a:xfrm>
            <a:off x="9321320" y="2795554"/>
            <a:ext cx="690992" cy="230832"/>
          </a:xfrm>
          <a:prstGeom prst="rect">
            <a:avLst/>
          </a:prstGeom>
          <a:noFill/>
        </p:spPr>
        <p:txBody>
          <a:bodyPr wrap="square">
            <a:sp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ゾーン</a:t>
            </a:r>
            <a:r>
              <a:rPr kumimoji="0" lang="en-US" altLang="ja-JP" sz="10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 2</a:t>
            </a:r>
          </a:p>
        </p:txBody>
      </p:sp>
      <p:sp>
        <p:nvSpPr>
          <p:cNvPr id="186" name="テキスト ボックス 185">
            <a:extLst>
              <a:ext uri="{FF2B5EF4-FFF2-40B4-BE49-F238E27FC236}">
                <a16:creationId xmlns:a16="http://schemas.microsoft.com/office/drawing/2014/main" id="{E26AF639-DE9D-81B8-1E9C-B703FC6AFC9E}"/>
              </a:ext>
            </a:extLst>
          </p:cNvPr>
          <p:cNvSpPr txBox="1"/>
          <p:nvPr/>
        </p:nvSpPr>
        <p:spPr>
          <a:xfrm>
            <a:off x="9813024" y="2806192"/>
            <a:ext cx="690992" cy="230832"/>
          </a:xfrm>
          <a:prstGeom prst="rect">
            <a:avLst/>
          </a:prstGeom>
          <a:noFill/>
        </p:spPr>
        <p:txBody>
          <a:bodyPr wrap="square">
            <a:sp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ゾーン</a:t>
            </a:r>
            <a:r>
              <a:rPr kumimoji="0" lang="en-US" altLang="ja-JP" sz="10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 3</a:t>
            </a:r>
          </a:p>
        </p:txBody>
      </p:sp>
    </p:spTree>
    <p:extLst>
      <p:ext uri="{BB962C8B-B14F-4D97-AF65-F5344CB8AC3E}">
        <p14:creationId xmlns:p14="http://schemas.microsoft.com/office/powerpoint/2010/main" val="381357022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10510</TotalTime>
  <Words>6094</Words>
  <Application>Microsoft Macintosh PowerPoint</Application>
  <DocSecurity>0</DocSecurity>
  <PresentationFormat>ワイド画面</PresentationFormat>
  <Paragraphs>832</Paragraphs>
  <Slides>50</Slides>
  <Notes>46</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50</vt:i4>
      </vt:variant>
    </vt:vector>
  </HeadingPairs>
  <TitlesOfParts>
    <vt:vector size="63" baseType="lpstr">
      <vt:lpstr>Meiryo UI</vt:lpstr>
      <vt:lpstr>UD Digi Kyokasho NK-R</vt:lpstr>
      <vt:lpstr>Yu Gothic UI</vt:lpstr>
      <vt:lpstr>メイリオ</vt:lpstr>
      <vt:lpstr>游ゴシック</vt:lpstr>
      <vt:lpstr>游ゴシック</vt:lpstr>
      <vt:lpstr>Arial</vt:lpstr>
      <vt:lpstr>Arial</vt:lpstr>
      <vt:lpstr>Segoe UI</vt:lpstr>
      <vt:lpstr>Segoe UI Light</vt:lpstr>
      <vt:lpstr>Segoe UI Semilight</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hiyam_EX_Tenant_admin</cp:lastModifiedBy>
  <cp:revision>1</cp:revision>
  <dcterms:created xsi:type="dcterms:W3CDTF">2026-05-27T01:15:34Z</dcterms:created>
  <dcterms:modified xsi:type="dcterms:W3CDTF">2026-07-08T06:50:39Z</dcterms:modified>
</cp:coreProperties>
</file>